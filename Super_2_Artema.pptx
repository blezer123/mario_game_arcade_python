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</p:sldMasterIdLst>
  <p:sldIdLst>
    <p:sldId id="256" r:id="rId13"/>
    <p:sldId id="257" r:id="rId14"/>
    <p:sldId id="258" r:id="rId15"/>
    <p:sldId id="259" r:id="rId16"/>
    <p:sldId id="260" r:id="rId17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2624400" y="1620720"/>
            <a:ext cx="3904200" cy="190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2624400" y="1620720"/>
            <a:ext cx="3904200" cy="190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2624400" y="1620720"/>
            <a:ext cx="3904200" cy="190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2624400" y="1620720"/>
            <a:ext cx="3904200" cy="190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8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9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10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1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2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248800" y="2002680"/>
            <a:ext cx="3264120" cy="179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ru-RU" sz="52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5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1" name="Google Shape;10;p2"/>
          <p:cNvCxnSpPr/>
          <p:nvPr/>
        </p:nvCxnSpPr>
        <p:spPr>
          <a:xfrm flipH="1">
            <a:off x="5826960" y="451080"/>
            <a:ext cx="1672920" cy="12636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cxnSp>
        <p:nvCxnSpPr>
          <p:cNvPr id="2" name="Google Shape;11;p2"/>
          <p:cNvCxnSpPr/>
          <p:nvPr/>
        </p:nvCxnSpPr>
        <p:spPr>
          <a:xfrm flipH="1" flipV="1">
            <a:off x="7512840" y="457560"/>
            <a:ext cx="829800" cy="74376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cxnSp>
        <p:nvCxnSpPr>
          <p:cNvPr id="3" name="Google Shape;12;p2"/>
          <p:cNvCxnSpPr/>
          <p:nvPr/>
        </p:nvCxnSpPr>
        <p:spPr>
          <a:xfrm flipH="1">
            <a:off x="8348760" y="-6480"/>
            <a:ext cx="797040" cy="118800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grpSp>
        <p:nvGrpSpPr>
          <p:cNvPr id="4" name="Google Shape;13;p2"/>
          <p:cNvGrpSpPr/>
          <p:nvPr/>
        </p:nvGrpSpPr>
        <p:grpSpPr>
          <a:xfrm>
            <a:off x="8064360" y="887760"/>
            <a:ext cx="581400" cy="582120"/>
            <a:chOff x="8064360" y="887760"/>
            <a:chExt cx="581400" cy="582120"/>
          </a:xfrm>
        </p:grpSpPr>
        <p:sp>
          <p:nvSpPr>
            <p:cNvPr id="5" name="Google Shape;14;p2"/>
            <p:cNvSpPr/>
            <p:nvPr/>
          </p:nvSpPr>
          <p:spPr>
            <a:xfrm>
              <a:off x="8068680" y="892800"/>
              <a:ext cx="572400" cy="572040"/>
            </a:xfrm>
            <a:custGeom>
              <a:avLst/>
              <a:gdLst>
                <a:gd name="textAreaLeft" fmla="*/ 0 w 572400"/>
                <a:gd name="textAreaRight" fmla="*/ 572760 w 572400"/>
                <a:gd name="textAreaTop" fmla="*/ 0 h 572040"/>
                <a:gd name="textAreaBottom" fmla="*/ 572400 h 57204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" name="Google Shape;15;p2"/>
            <p:cNvSpPr/>
            <p:nvPr/>
          </p:nvSpPr>
          <p:spPr>
            <a:xfrm>
              <a:off x="8064360" y="887760"/>
              <a:ext cx="581400" cy="582120"/>
            </a:xfrm>
            <a:custGeom>
              <a:avLst/>
              <a:gdLst>
                <a:gd name="textAreaLeft" fmla="*/ 0 w 581400"/>
                <a:gd name="textAreaRight" fmla="*/ 581760 w 581400"/>
                <a:gd name="textAreaTop" fmla="*/ 0 h 582120"/>
                <a:gd name="textAreaBottom" fmla="*/ 582480 h 58212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" name="Google Shape;16;p2"/>
            <p:cNvSpPr/>
            <p:nvPr/>
          </p:nvSpPr>
          <p:spPr>
            <a:xfrm>
              <a:off x="8141040" y="965160"/>
              <a:ext cx="427680" cy="42696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0 h 426960"/>
                <a:gd name="textAreaBottom" fmla="*/ 427320 h 42696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" name="Google Shape;17;p2"/>
            <p:cNvSpPr/>
            <p:nvPr/>
          </p:nvSpPr>
          <p:spPr>
            <a:xfrm>
              <a:off x="8136720" y="960480"/>
              <a:ext cx="436680" cy="437040"/>
            </a:xfrm>
            <a:custGeom>
              <a:avLst/>
              <a:gdLst>
                <a:gd name="textAreaLeft" fmla="*/ 0 w 436680"/>
                <a:gd name="textAreaRight" fmla="*/ 437040 w 436680"/>
                <a:gd name="textAreaTop" fmla="*/ 0 h 437040"/>
                <a:gd name="textAreaBottom" fmla="*/ 437400 h 43704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" name="Google Shape;18;p2"/>
            <p:cNvSpPr/>
            <p:nvPr/>
          </p:nvSpPr>
          <p:spPr>
            <a:xfrm>
              <a:off x="8219880" y="1044000"/>
              <a:ext cx="270000" cy="270000"/>
            </a:xfrm>
            <a:custGeom>
              <a:avLst/>
              <a:gdLst>
                <a:gd name="textAreaLeft" fmla="*/ 0 w 270000"/>
                <a:gd name="textAreaRight" fmla="*/ 270360 w 270000"/>
                <a:gd name="textAreaTop" fmla="*/ 0 h 270000"/>
                <a:gd name="textAreaBottom" fmla="*/ 270360 h 27000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" name="Google Shape;19;p2"/>
            <p:cNvSpPr/>
            <p:nvPr/>
          </p:nvSpPr>
          <p:spPr>
            <a:xfrm>
              <a:off x="8215200" y="1039320"/>
              <a:ext cx="279360" cy="279000"/>
            </a:xfrm>
            <a:custGeom>
              <a:avLst/>
              <a:gdLst>
                <a:gd name="textAreaLeft" fmla="*/ 0 w 279360"/>
                <a:gd name="textAreaRight" fmla="*/ 279720 w 279360"/>
                <a:gd name="textAreaTop" fmla="*/ 0 h 279000"/>
                <a:gd name="textAreaBottom" fmla="*/ 279360 h 2790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11" name="Google Shape;20;p2"/>
          <p:cNvGrpSpPr/>
          <p:nvPr/>
        </p:nvGrpSpPr>
        <p:grpSpPr>
          <a:xfrm>
            <a:off x="7353000" y="316440"/>
            <a:ext cx="291600" cy="292320"/>
            <a:chOff x="7353000" y="316440"/>
            <a:chExt cx="291600" cy="292320"/>
          </a:xfrm>
        </p:grpSpPr>
        <p:sp>
          <p:nvSpPr>
            <p:cNvPr id="12" name="Google Shape;21;p2"/>
            <p:cNvSpPr/>
            <p:nvPr/>
          </p:nvSpPr>
          <p:spPr>
            <a:xfrm>
              <a:off x="7358040" y="321120"/>
              <a:ext cx="282240" cy="28224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0 h 282240"/>
                <a:gd name="textAreaBottom" fmla="*/ 282600 h 282240"/>
              </a:gdLst>
              <a:ahLst/>
              <a:rect l="textAreaLeft" t="textAreaTop" r="textAreaRight" b="textAreaBottom"/>
              <a:pathLst>
                <a:path w="11302" h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3" name="Google Shape;22;p2"/>
            <p:cNvSpPr/>
            <p:nvPr/>
          </p:nvSpPr>
          <p:spPr>
            <a:xfrm>
              <a:off x="7353000" y="316440"/>
              <a:ext cx="291600" cy="292320"/>
            </a:xfrm>
            <a:custGeom>
              <a:avLst/>
              <a:gdLst>
                <a:gd name="textAreaLeft" fmla="*/ 0 w 291600"/>
                <a:gd name="textAreaRight" fmla="*/ 291960 w 291600"/>
                <a:gd name="textAreaTop" fmla="*/ 0 h 292320"/>
                <a:gd name="textAreaBottom" fmla="*/ 292680 h 292320"/>
              </a:gdLst>
              <a:ahLst/>
              <a:rect l="textAreaLeft" t="textAreaTop" r="textAreaRight" b="textAreaBottom"/>
              <a:pathLst>
                <a:path w="11681" h="11703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4" name="Google Shape;23;p2"/>
            <p:cNvSpPr/>
            <p:nvPr/>
          </p:nvSpPr>
          <p:spPr>
            <a:xfrm>
              <a:off x="7419960" y="383040"/>
              <a:ext cx="158040" cy="158040"/>
            </a:xfrm>
            <a:custGeom>
              <a:avLst/>
              <a:gdLst>
                <a:gd name="textAreaLeft" fmla="*/ 0 w 158040"/>
                <a:gd name="textAreaRight" fmla="*/ 158400 w 158040"/>
                <a:gd name="textAreaTop" fmla="*/ 0 h 158040"/>
                <a:gd name="textAreaBottom" fmla="*/ 158400 h 158040"/>
              </a:gdLst>
              <a:ahLst/>
              <a:rect l="textAreaLeft" t="textAreaTop" r="textAreaRight" b="textAreaBottom"/>
              <a:pathLst>
                <a:path w="6331" h="6332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9200" bIns="79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5" name="Google Shape;24;p2"/>
            <p:cNvSpPr/>
            <p:nvPr/>
          </p:nvSpPr>
          <p:spPr>
            <a:xfrm>
              <a:off x="7415640" y="378720"/>
              <a:ext cx="167400" cy="16740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0 h 167400"/>
                <a:gd name="textAreaBottom" fmla="*/ 167760 h 167400"/>
              </a:gdLst>
              <a:ahLst/>
              <a:rect l="textAreaLeft" t="textAreaTop" r="textAreaRight" b="textAreaBottom"/>
              <a:pathLst>
                <a:path w="6710" h="6711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3880" bIns="83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16" name="Google Shape;25;p2"/>
          <p:cNvSpPr/>
          <p:nvPr/>
        </p:nvSpPr>
        <p:spPr>
          <a:xfrm>
            <a:off x="5690520" y="425880"/>
            <a:ext cx="288360" cy="288000"/>
          </a:xfrm>
          <a:custGeom>
            <a:avLst/>
            <a:gdLst>
              <a:gd name="textAreaLeft" fmla="*/ 0 w 288360"/>
              <a:gd name="textAreaRight" fmla="*/ 288720 w 288360"/>
              <a:gd name="textAreaTop" fmla="*/ 0 h 288000"/>
              <a:gd name="textAreaBottom" fmla="*/ 288360 h 288000"/>
            </a:gdLst>
            <a:ahLst/>
            <a:rect l="textAreaLeft" t="textAreaTop" r="textAreaRight" b="textAreaBottom"/>
            <a:pathLst>
              <a:path w="22915" h="22893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7" name="Google Shape;26;p2"/>
          <p:cNvSpPr/>
          <p:nvPr/>
        </p:nvSpPr>
        <p:spPr>
          <a:xfrm>
            <a:off x="5688360" y="423360"/>
            <a:ext cx="292680" cy="293040"/>
          </a:xfrm>
          <a:custGeom>
            <a:avLst/>
            <a:gdLst>
              <a:gd name="textAreaLeft" fmla="*/ 0 w 292680"/>
              <a:gd name="textAreaRight" fmla="*/ 293040 w 292680"/>
              <a:gd name="textAreaTop" fmla="*/ 0 h 293040"/>
              <a:gd name="textAreaBottom" fmla="*/ 293400 h 293040"/>
            </a:gdLst>
            <a:ahLst/>
            <a:rect l="textAreaLeft" t="textAreaTop" r="textAreaRight" b="textAreaBottom"/>
            <a:pathLst>
              <a:path w="23272" h="23294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8" name="Google Shape;27;p2"/>
          <p:cNvSpPr/>
          <p:nvPr/>
        </p:nvSpPr>
        <p:spPr>
          <a:xfrm>
            <a:off x="5727240" y="462240"/>
            <a:ext cx="215280" cy="214920"/>
          </a:xfrm>
          <a:custGeom>
            <a:avLst/>
            <a:gdLst>
              <a:gd name="textAreaLeft" fmla="*/ 0 w 215280"/>
              <a:gd name="textAreaRight" fmla="*/ 215640 w 215280"/>
              <a:gd name="textAreaTop" fmla="*/ 0 h 214920"/>
              <a:gd name="textAreaBottom" fmla="*/ 215280 h 214920"/>
            </a:gdLst>
            <a:ahLst/>
            <a:rect l="textAreaLeft" t="textAreaTop" r="textAreaRight" b="textAreaBottom"/>
            <a:pathLst>
              <a:path w="17120" h="17097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" name="Google Shape;28;p2"/>
          <p:cNvSpPr/>
          <p:nvPr/>
        </p:nvSpPr>
        <p:spPr>
          <a:xfrm>
            <a:off x="5724720" y="459720"/>
            <a:ext cx="219600" cy="219960"/>
          </a:xfrm>
          <a:custGeom>
            <a:avLst/>
            <a:gdLst>
              <a:gd name="textAreaLeft" fmla="*/ 0 w 219600"/>
              <a:gd name="textAreaRight" fmla="*/ 219960 w 219600"/>
              <a:gd name="textAreaTop" fmla="*/ 0 h 219960"/>
              <a:gd name="textAreaBottom" fmla="*/ 220320 h 219960"/>
            </a:gdLst>
            <a:ahLst/>
            <a:rect l="textAreaLeft" t="textAreaTop" r="textAreaRight" b="textAreaBottom"/>
            <a:pathLst>
              <a:path w="17477" h="17499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0" name="Google Shape;29;p2"/>
          <p:cNvSpPr/>
          <p:nvPr/>
        </p:nvSpPr>
        <p:spPr>
          <a:xfrm>
            <a:off x="5766480" y="501840"/>
            <a:ext cx="135720" cy="135720"/>
          </a:xfrm>
          <a:custGeom>
            <a:avLst/>
            <a:gdLst>
              <a:gd name="textAreaLeft" fmla="*/ 0 w 135720"/>
              <a:gd name="textAreaRight" fmla="*/ 136080 w 135720"/>
              <a:gd name="textAreaTop" fmla="*/ 0 h 135720"/>
              <a:gd name="textAreaBottom" fmla="*/ 136080 h 135720"/>
            </a:gdLst>
            <a:ahLst/>
            <a:rect l="textAreaLeft" t="textAreaTop" r="textAreaRight" b="textAreaBottom"/>
            <a:pathLst>
              <a:path w="10812" h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68040" bIns="680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1" name="Google Shape;30;p2"/>
          <p:cNvSpPr/>
          <p:nvPr/>
        </p:nvSpPr>
        <p:spPr>
          <a:xfrm>
            <a:off x="5764320" y="499680"/>
            <a:ext cx="140760" cy="140400"/>
          </a:xfrm>
          <a:custGeom>
            <a:avLst/>
            <a:gdLst>
              <a:gd name="textAreaLeft" fmla="*/ 0 w 140760"/>
              <a:gd name="textAreaRight" fmla="*/ 141120 w 140760"/>
              <a:gd name="textAreaTop" fmla="*/ 0 h 140400"/>
              <a:gd name="textAreaBottom" fmla="*/ 140760 h 140400"/>
            </a:gdLst>
            <a:ahLst/>
            <a:rect l="textAreaLeft" t="textAreaTop" r="textAreaRight" b="textAreaBottom"/>
            <a:pathLst>
              <a:path w="11191" h="11169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0200" bIns="70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grpSp>
        <p:nvGrpSpPr>
          <p:cNvPr id="22" name="Google Shape;31;p2"/>
          <p:cNvGrpSpPr/>
          <p:nvPr/>
        </p:nvGrpSpPr>
        <p:grpSpPr>
          <a:xfrm>
            <a:off x="5443200" y="289440"/>
            <a:ext cx="174960" cy="26640"/>
            <a:chOff x="5443200" y="289440"/>
            <a:chExt cx="174960" cy="26640"/>
          </a:xfrm>
        </p:grpSpPr>
        <p:sp>
          <p:nvSpPr>
            <p:cNvPr id="23" name="Google Shape;32;p2"/>
            <p:cNvSpPr/>
            <p:nvPr/>
          </p:nvSpPr>
          <p:spPr>
            <a:xfrm>
              <a:off x="5443200" y="28944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4" name="Google Shape;33;p2"/>
            <p:cNvSpPr/>
            <p:nvPr/>
          </p:nvSpPr>
          <p:spPr>
            <a:xfrm>
              <a:off x="5517360" y="28944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5" name="Google Shape;34;p2"/>
            <p:cNvSpPr/>
            <p:nvPr/>
          </p:nvSpPr>
          <p:spPr>
            <a:xfrm>
              <a:off x="5591520" y="28944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6" name="Google Shape;35;p2"/>
          <p:cNvGrpSpPr/>
          <p:nvPr/>
        </p:nvGrpSpPr>
        <p:grpSpPr>
          <a:xfrm>
            <a:off x="8489880" y="171000"/>
            <a:ext cx="174960" cy="26640"/>
            <a:chOff x="8489880" y="171000"/>
            <a:chExt cx="174960" cy="26640"/>
          </a:xfrm>
        </p:grpSpPr>
        <p:sp>
          <p:nvSpPr>
            <p:cNvPr id="27" name="Google Shape;36;p2"/>
            <p:cNvSpPr/>
            <p:nvPr/>
          </p:nvSpPr>
          <p:spPr>
            <a:xfrm>
              <a:off x="8489880" y="17100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8" name="Google Shape;37;p2"/>
            <p:cNvSpPr/>
            <p:nvPr/>
          </p:nvSpPr>
          <p:spPr>
            <a:xfrm>
              <a:off x="8564040" y="17100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9" name="Google Shape;38;p2"/>
            <p:cNvSpPr/>
            <p:nvPr/>
          </p:nvSpPr>
          <p:spPr>
            <a:xfrm>
              <a:off x="8638200" y="17100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0" name="Google Shape;39;p2"/>
          <p:cNvGrpSpPr/>
          <p:nvPr/>
        </p:nvGrpSpPr>
        <p:grpSpPr>
          <a:xfrm>
            <a:off x="8068680" y="1581840"/>
            <a:ext cx="174600" cy="26640"/>
            <a:chOff x="8068680" y="1581840"/>
            <a:chExt cx="174600" cy="26640"/>
          </a:xfrm>
        </p:grpSpPr>
        <p:sp>
          <p:nvSpPr>
            <p:cNvPr id="31" name="Google Shape;40;p2"/>
            <p:cNvSpPr/>
            <p:nvPr/>
          </p:nvSpPr>
          <p:spPr>
            <a:xfrm>
              <a:off x="8068680" y="158184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2" name="Google Shape;41;p2"/>
            <p:cNvSpPr/>
            <p:nvPr/>
          </p:nvSpPr>
          <p:spPr>
            <a:xfrm>
              <a:off x="8142840" y="158184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3" name="Google Shape;42;p2"/>
            <p:cNvSpPr/>
            <p:nvPr/>
          </p:nvSpPr>
          <p:spPr>
            <a:xfrm>
              <a:off x="8216640" y="1581840"/>
              <a:ext cx="26640" cy="26640"/>
            </a:xfrm>
            <a:prstGeom prst="ellipse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1419;p29"/>
          <p:cNvGrpSpPr/>
          <p:nvPr/>
        </p:nvGrpSpPr>
        <p:grpSpPr>
          <a:xfrm>
            <a:off x="432720" y="0"/>
            <a:ext cx="8278200" cy="5165640"/>
            <a:chOff x="432720" y="0"/>
            <a:chExt cx="8278200" cy="5165640"/>
          </a:xfrm>
        </p:grpSpPr>
        <p:cxnSp>
          <p:nvCxnSpPr>
            <p:cNvPr id="38" name="Google Shape;1420;p29"/>
            <p:cNvCxnSpPr/>
            <p:nvPr/>
          </p:nvCxnSpPr>
          <p:spPr>
            <a:xfrm flipV="1">
              <a:off x="8420040" y="2664000"/>
              <a:ext cx="360" cy="2502000"/>
            </a:xfrm>
            <a:prstGeom prst="straightConnector1">
              <a:avLst/>
            </a:prstGeom>
            <a:ln w="9525">
              <a:solidFill>
                <a:srgbClr val="595959"/>
              </a:solidFill>
              <a:round/>
            </a:ln>
          </p:spPr>
        </p:cxnSp>
        <p:grpSp>
          <p:nvGrpSpPr>
            <p:cNvPr id="39" name="Google Shape;1421;p29"/>
            <p:cNvGrpSpPr/>
            <p:nvPr/>
          </p:nvGrpSpPr>
          <p:grpSpPr>
            <a:xfrm>
              <a:off x="8129520" y="4292280"/>
              <a:ext cx="581400" cy="582120"/>
              <a:chOff x="8129520" y="4292280"/>
              <a:chExt cx="581400" cy="582120"/>
            </a:xfrm>
          </p:grpSpPr>
          <p:sp>
            <p:nvSpPr>
              <p:cNvPr id="40" name="Google Shape;1422;p29"/>
              <p:cNvSpPr/>
              <p:nvPr/>
            </p:nvSpPr>
            <p:spPr>
              <a:xfrm>
                <a:off x="8133840" y="4297320"/>
                <a:ext cx="572400" cy="572040"/>
              </a:xfrm>
              <a:custGeom>
                <a:avLst/>
                <a:gdLst>
                  <a:gd name="textAreaLeft" fmla="*/ 0 w 572400"/>
                  <a:gd name="textAreaRight" fmla="*/ 57276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1" name="Google Shape;1423;p29"/>
              <p:cNvSpPr/>
              <p:nvPr/>
            </p:nvSpPr>
            <p:spPr>
              <a:xfrm>
                <a:off x="8129520" y="4292280"/>
                <a:ext cx="581400" cy="582120"/>
              </a:xfrm>
              <a:custGeom>
                <a:avLst/>
                <a:gdLst>
                  <a:gd name="textAreaLeft" fmla="*/ 0 w 581400"/>
                  <a:gd name="textAreaRight" fmla="*/ 58176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2" name="Google Shape;1424;p29"/>
              <p:cNvSpPr/>
              <p:nvPr/>
            </p:nvSpPr>
            <p:spPr>
              <a:xfrm>
                <a:off x="8206200" y="4369680"/>
                <a:ext cx="427680" cy="426960"/>
              </a:xfrm>
              <a:custGeom>
                <a:avLst/>
                <a:gdLst>
                  <a:gd name="textAreaLeft" fmla="*/ 0 w 427680"/>
                  <a:gd name="textAreaRight" fmla="*/ 42804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3" name="Google Shape;1425;p29"/>
              <p:cNvSpPr/>
              <p:nvPr/>
            </p:nvSpPr>
            <p:spPr>
              <a:xfrm>
                <a:off x="8201880" y="4364640"/>
                <a:ext cx="436680" cy="437040"/>
              </a:xfrm>
              <a:custGeom>
                <a:avLst/>
                <a:gdLst>
                  <a:gd name="textAreaLeft" fmla="*/ 0 w 436680"/>
                  <a:gd name="textAreaRight" fmla="*/ 43704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4" name="Google Shape;1426;p29"/>
              <p:cNvSpPr/>
              <p:nvPr/>
            </p:nvSpPr>
            <p:spPr>
              <a:xfrm>
                <a:off x="8284680" y="4448160"/>
                <a:ext cx="270000" cy="270000"/>
              </a:xfrm>
              <a:custGeom>
                <a:avLst/>
                <a:gdLst>
                  <a:gd name="textAreaLeft" fmla="*/ 0 w 270000"/>
                  <a:gd name="textAreaRight" fmla="*/ 27036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5" name="Google Shape;1427;p29"/>
              <p:cNvSpPr/>
              <p:nvPr/>
            </p:nvSpPr>
            <p:spPr>
              <a:xfrm>
                <a:off x="8280360" y="4443840"/>
                <a:ext cx="279360" cy="279000"/>
              </a:xfrm>
              <a:custGeom>
                <a:avLst/>
                <a:gdLst>
                  <a:gd name="textAreaLeft" fmla="*/ 0 w 279360"/>
                  <a:gd name="textAreaRight" fmla="*/ 27972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46" name="Google Shape;1428;p29"/>
            <p:cNvGrpSpPr/>
            <p:nvPr/>
          </p:nvGrpSpPr>
          <p:grpSpPr>
            <a:xfrm>
              <a:off x="8274240" y="3720600"/>
              <a:ext cx="291600" cy="292320"/>
              <a:chOff x="8274240" y="3720600"/>
              <a:chExt cx="291600" cy="292320"/>
            </a:xfrm>
          </p:grpSpPr>
          <p:sp>
            <p:nvSpPr>
              <p:cNvPr id="47" name="Google Shape;1429;p29"/>
              <p:cNvSpPr/>
              <p:nvPr/>
            </p:nvSpPr>
            <p:spPr>
              <a:xfrm>
                <a:off x="8279280" y="372564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8" name="Google Shape;1430;p29"/>
              <p:cNvSpPr/>
              <p:nvPr/>
            </p:nvSpPr>
            <p:spPr>
              <a:xfrm>
                <a:off x="8274240" y="372060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9" name="Google Shape;1431;p29"/>
              <p:cNvSpPr/>
              <p:nvPr/>
            </p:nvSpPr>
            <p:spPr>
              <a:xfrm>
                <a:off x="8341200" y="378756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50" name="Google Shape;1432;p29"/>
              <p:cNvSpPr/>
              <p:nvPr/>
            </p:nvSpPr>
            <p:spPr>
              <a:xfrm>
                <a:off x="8336520" y="378288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51" name="Google Shape;1433;p29"/>
            <p:cNvGrpSpPr/>
            <p:nvPr/>
          </p:nvGrpSpPr>
          <p:grpSpPr>
            <a:xfrm>
              <a:off x="8332920" y="3212640"/>
              <a:ext cx="174600" cy="174600"/>
              <a:chOff x="8332920" y="3212640"/>
              <a:chExt cx="174600" cy="174600"/>
            </a:xfrm>
          </p:grpSpPr>
          <p:sp>
            <p:nvSpPr>
              <p:cNvPr id="52" name="Google Shape;1434;p29"/>
              <p:cNvSpPr/>
              <p:nvPr/>
            </p:nvSpPr>
            <p:spPr>
              <a:xfrm>
                <a:off x="8337240" y="3217680"/>
                <a:ext cx="165600" cy="165240"/>
              </a:xfrm>
              <a:custGeom>
                <a:avLst/>
                <a:gdLst>
                  <a:gd name="textAreaLeft" fmla="*/ 0 w 165600"/>
                  <a:gd name="textAreaRight" fmla="*/ 16596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53" name="Google Shape;1435;p29"/>
              <p:cNvSpPr/>
              <p:nvPr/>
            </p:nvSpPr>
            <p:spPr>
              <a:xfrm>
                <a:off x="8332920" y="3212640"/>
                <a:ext cx="174600" cy="174600"/>
              </a:xfrm>
              <a:custGeom>
                <a:avLst/>
                <a:gdLst>
                  <a:gd name="textAreaLeft" fmla="*/ 0 w 174600"/>
                  <a:gd name="textAreaRight" fmla="*/ 17496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54" name="Google Shape;1436;p29"/>
              <p:cNvSpPr/>
              <p:nvPr/>
            </p:nvSpPr>
            <p:spPr>
              <a:xfrm>
                <a:off x="8373960" y="3253680"/>
                <a:ext cx="92160" cy="92880"/>
              </a:xfrm>
              <a:custGeom>
                <a:avLst/>
                <a:gdLst>
                  <a:gd name="textAreaLeft" fmla="*/ 0 w 92160"/>
                  <a:gd name="textAreaRight" fmla="*/ 9252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55" name="Google Shape;1437;p29"/>
              <p:cNvSpPr/>
              <p:nvPr/>
            </p:nvSpPr>
            <p:spPr>
              <a:xfrm>
                <a:off x="8368920" y="3249360"/>
                <a:ext cx="102240" cy="101520"/>
              </a:xfrm>
              <a:custGeom>
                <a:avLst/>
                <a:gdLst>
                  <a:gd name="textAreaLeft" fmla="*/ 0 w 102240"/>
                  <a:gd name="textAreaRight" fmla="*/ 10260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cxnSp>
          <p:nvCxnSpPr>
            <p:cNvPr id="56" name="Google Shape;1438;p29"/>
            <p:cNvCxnSpPr/>
            <p:nvPr/>
          </p:nvCxnSpPr>
          <p:spPr>
            <a:xfrm>
              <a:off x="723600" y="360"/>
              <a:ext cx="360" cy="2502000"/>
            </a:xfrm>
            <a:prstGeom prst="straightConnector1">
              <a:avLst/>
            </a:prstGeom>
            <a:ln w="9525">
              <a:solidFill>
                <a:srgbClr val="595959"/>
              </a:solidFill>
              <a:round/>
            </a:ln>
          </p:spPr>
        </p:cxnSp>
        <p:grpSp>
          <p:nvGrpSpPr>
            <p:cNvPr id="57" name="Google Shape;1439;p29"/>
            <p:cNvGrpSpPr/>
            <p:nvPr/>
          </p:nvGrpSpPr>
          <p:grpSpPr>
            <a:xfrm>
              <a:off x="433080" y="291960"/>
              <a:ext cx="581400" cy="582120"/>
              <a:chOff x="433080" y="291960"/>
              <a:chExt cx="581400" cy="582120"/>
            </a:xfrm>
          </p:grpSpPr>
          <p:sp>
            <p:nvSpPr>
              <p:cNvPr id="58" name="Google Shape;1440;p29"/>
              <p:cNvSpPr/>
              <p:nvPr/>
            </p:nvSpPr>
            <p:spPr>
              <a:xfrm rot="10800000">
                <a:off x="437760" y="297000"/>
                <a:ext cx="572400" cy="572040"/>
              </a:xfrm>
              <a:custGeom>
                <a:avLst/>
                <a:gdLst>
                  <a:gd name="textAreaLeft" fmla="*/ 0 w 572400"/>
                  <a:gd name="textAreaRight" fmla="*/ 57276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59" name="Google Shape;1441;p29"/>
              <p:cNvSpPr/>
              <p:nvPr/>
            </p:nvSpPr>
            <p:spPr>
              <a:xfrm rot="10800000">
                <a:off x="433080" y="291960"/>
                <a:ext cx="581400" cy="582120"/>
              </a:xfrm>
              <a:custGeom>
                <a:avLst/>
                <a:gdLst>
                  <a:gd name="textAreaLeft" fmla="*/ 0 w 581400"/>
                  <a:gd name="textAreaRight" fmla="*/ 58176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60" name="Google Shape;1442;p29"/>
              <p:cNvSpPr/>
              <p:nvPr/>
            </p:nvSpPr>
            <p:spPr>
              <a:xfrm rot="10800000">
                <a:off x="510120" y="369720"/>
                <a:ext cx="427680" cy="426960"/>
              </a:xfrm>
              <a:custGeom>
                <a:avLst/>
                <a:gdLst>
                  <a:gd name="textAreaLeft" fmla="*/ 0 w 427680"/>
                  <a:gd name="textAreaRight" fmla="*/ 42804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61" name="Google Shape;1443;p29"/>
              <p:cNvSpPr/>
              <p:nvPr/>
            </p:nvSpPr>
            <p:spPr>
              <a:xfrm rot="10800000">
                <a:off x="505440" y="364680"/>
                <a:ext cx="436680" cy="437040"/>
              </a:xfrm>
              <a:custGeom>
                <a:avLst/>
                <a:gdLst>
                  <a:gd name="textAreaLeft" fmla="*/ 0 w 436680"/>
                  <a:gd name="textAreaRight" fmla="*/ 43704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62" name="Google Shape;1444;p29"/>
              <p:cNvSpPr/>
              <p:nvPr/>
            </p:nvSpPr>
            <p:spPr>
              <a:xfrm rot="10800000">
                <a:off x="589320" y="448200"/>
                <a:ext cx="270000" cy="270000"/>
              </a:xfrm>
              <a:custGeom>
                <a:avLst/>
                <a:gdLst>
                  <a:gd name="textAreaLeft" fmla="*/ 0 w 270000"/>
                  <a:gd name="textAreaRight" fmla="*/ 27036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63" name="Google Shape;1445;p29"/>
              <p:cNvSpPr/>
              <p:nvPr/>
            </p:nvSpPr>
            <p:spPr>
              <a:xfrm rot="10800000">
                <a:off x="584280" y="443520"/>
                <a:ext cx="279360" cy="279000"/>
              </a:xfrm>
              <a:custGeom>
                <a:avLst/>
                <a:gdLst>
                  <a:gd name="textAreaLeft" fmla="*/ 0 w 279360"/>
                  <a:gd name="textAreaRight" fmla="*/ 27972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64" name="Google Shape;1446;p29"/>
            <p:cNvGrpSpPr/>
            <p:nvPr/>
          </p:nvGrpSpPr>
          <p:grpSpPr>
            <a:xfrm>
              <a:off x="578160" y="1153440"/>
              <a:ext cx="291600" cy="292320"/>
              <a:chOff x="578160" y="1153440"/>
              <a:chExt cx="291600" cy="292320"/>
            </a:xfrm>
          </p:grpSpPr>
          <p:sp>
            <p:nvSpPr>
              <p:cNvPr id="65" name="Google Shape;1447;p29"/>
              <p:cNvSpPr/>
              <p:nvPr/>
            </p:nvSpPr>
            <p:spPr>
              <a:xfrm rot="10800000">
                <a:off x="582480" y="115848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66" name="Google Shape;1448;p29"/>
              <p:cNvSpPr/>
              <p:nvPr/>
            </p:nvSpPr>
            <p:spPr>
              <a:xfrm rot="10800000">
                <a:off x="578160" y="115344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67" name="Google Shape;1449;p29"/>
              <p:cNvSpPr/>
              <p:nvPr/>
            </p:nvSpPr>
            <p:spPr>
              <a:xfrm rot="10800000">
                <a:off x="644760" y="122076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68" name="Google Shape;1450;p29"/>
              <p:cNvSpPr/>
              <p:nvPr/>
            </p:nvSpPr>
            <p:spPr>
              <a:xfrm rot="10800000">
                <a:off x="640080" y="121608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69" name="Google Shape;1451;p29"/>
            <p:cNvGrpSpPr/>
            <p:nvPr/>
          </p:nvGrpSpPr>
          <p:grpSpPr>
            <a:xfrm>
              <a:off x="636480" y="1779120"/>
              <a:ext cx="174600" cy="174600"/>
              <a:chOff x="636480" y="1779120"/>
              <a:chExt cx="174600" cy="174600"/>
            </a:xfrm>
          </p:grpSpPr>
          <p:sp>
            <p:nvSpPr>
              <p:cNvPr id="70" name="Google Shape;1452;p29"/>
              <p:cNvSpPr/>
              <p:nvPr/>
            </p:nvSpPr>
            <p:spPr>
              <a:xfrm rot="10800000">
                <a:off x="641160" y="1783440"/>
                <a:ext cx="165600" cy="165240"/>
              </a:xfrm>
              <a:custGeom>
                <a:avLst/>
                <a:gdLst>
                  <a:gd name="textAreaLeft" fmla="*/ 0 w 165600"/>
                  <a:gd name="textAreaRight" fmla="*/ 16596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71" name="Google Shape;1453;p29"/>
              <p:cNvSpPr/>
              <p:nvPr/>
            </p:nvSpPr>
            <p:spPr>
              <a:xfrm rot="10800000">
                <a:off x="636480" y="1779120"/>
                <a:ext cx="174600" cy="174600"/>
              </a:xfrm>
              <a:custGeom>
                <a:avLst/>
                <a:gdLst>
                  <a:gd name="textAreaLeft" fmla="*/ 0 w 174600"/>
                  <a:gd name="textAreaRight" fmla="*/ 17496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72" name="Google Shape;1454;p29"/>
              <p:cNvSpPr/>
              <p:nvPr/>
            </p:nvSpPr>
            <p:spPr>
              <a:xfrm rot="10800000">
                <a:off x="677880" y="1819800"/>
                <a:ext cx="92160" cy="92880"/>
              </a:xfrm>
              <a:custGeom>
                <a:avLst/>
                <a:gdLst>
                  <a:gd name="textAreaLeft" fmla="*/ 0 w 92160"/>
                  <a:gd name="textAreaRight" fmla="*/ 9252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73" name="Google Shape;1455;p29"/>
              <p:cNvSpPr/>
              <p:nvPr/>
            </p:nvSpPr>
            <p:spPr>
              <a:xfrm rot="10800000">
                <a:off x="672840" y="1815480"/>
                <a:ext cx="102240" cy="101520"/>
              </a:xfrm>
              <a:custGeom>
                <a:avLst/>
                <a:gdLst>
                  <a:gd name="textAreaLeft" fmla="*/ 0 w 102240"/>
                  <a:gd name="textAreaRight" fmla="*/ 10260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74" name="Google Shape;1456;p29"/>
            <p:cNvGrpSpPr/>
            <p:nvPr/>
          </p:nvGrpSpPr>
          <p:grpSpPr>
            <a:xfrm>
              <a:off x="432720" y="2003040"/>
              <a:ext cx="174960" cy="26640"/>
              <a:chOff x="432720" y="2003040"/>
              <a:chExt cx="174960" cy="26640"/>
            </a:xfrm>
          </p:grpSpPr>
          <p:sp>
            <p:nvSpPr>
              <p:cNvPr id="75" name="Google Shape;1457;p29"/>
              <p:cNvSpPr/>
              <p:nvPr/>
            </p:nvSpPr>
            <p:spPr>
              <a:xfrm>
                <a:off x="432720" y="200304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76" name="Google Shape;1458;p29"/>
              <p:cNvSpPr/>
              <p:nvPr/>
            </p:nvSpPr>
            <p:spPr>
              <a:xfrm>
                <a:off x="506880" y="200304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77" name="Google Shape;1459;p29"/>
              <p:cNvSpPr/>
              <p:nvPr/>
            </p:nvSpPr>
            <p:spPr>
              <a:xfrm>
                <a:off x="581040" y="200304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78" name="Google Shape;1460;p29"/>
            <p:cNvGrpSpPr/>
            <p:nvPr/>
          </p:nvGrpSpPr>
          <p:grpSpPr>
            <a:xfrm>
              <a:off x="788040" y="208440"/>
              <a:ext cx="174600" cy="26640"/>
              <a:chOff x="788040" y="208440"/>
              <a:chExt cx="174600" cy="26640"/>
            </a:xfrm>
          </p:grpSpPr>
          <p:sp>
            <p:nvSpPr>
              <p:cNvPr id="79" name="Google Shape;1461;p29"/>
              <p:cNvSpPr/>
              <p:nvPr/>
            </p:nvSpPr>
            <p:spPr>
              <a:xfrm>
                <a:off x="788040" y="20844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80" name="Google Shape;1462;p29"/>
              <p:cNvSpPr/>
              <p:nvPr/>
            </p:nvSpPr>
            <p:spPr>
              <a:xfrm>
                <a:off x="862200" y="20844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81" name="Google Shape;1463;p29"/>
              <p:cNvSpPr/>
              <p:nvPr/>
            </p:nvSpPr>
            <p:spPr>
              <a:xfrm>
                <a:off x="936000" y="20844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82" name="Google Shape;1464;p29"/>
            <p:cNvGrpSpPr/>
            <p:nvPr/>
          </p:nvGrpSpPr>
          <p:grpSpPr>
            <a:xfrm>
              <a:off x="8129520" y="4988880"/>
              <a:ext cx="174600" cy="26640"/>
              <a:chOff x="8129520" y="4988880"/>
              <a:chExt cx="174600" cy="26640"/>
            </a:xfrm>
          </p:grpSpPr>
          <p:sp>
            <p:nvSpPr>
              <p:cNvPr id="83" name="Google Shape;1465;p29"/>
              <p:cNvSpPr/>
              <p:nvPr/>
            </p:nvSpPr>
            <p:spPr>
              <a:xfrm>
                <a:off x="8129520" y="498888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84" name="Google Shape;1466;p29"/>
              <p:cNvSpPr/>
              <p:nvPr/>
            </p:nvSpPr>
            <p:spPr>
              <a:xfrm>
                <a:off x="8203320" y="498888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85" name="Google Shape;1467;p29"/>
              <p:cNvSpPr/>
              <p:nvPr/>
            </p:nvSpPr>
            <p:spPr>
              <a:xfrm>
                <a:off x="8277480" y="498888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86" name="Google Shape;1468;p29"/>
            <p:cNvGrpSpPr/>
            <p:nvPr/>
          </p:nvGrpSpPr>
          <p:grpSpPr>
            <a:xfrm>
              <a:off x="8497440" y="3429360"/>
              <a:ext cx="174600" cy="26640"/>
              <a:chOff x="8497440" y="3429360"/>
              <a:chExt cx="174600" cy="26640"/>
            </a:xfrm>
          </p:grpSpPr>
          <p:sp>
            <p:nvSpPr>
              <p:cNvPr id="87" name="Google Shape;1469;p29"/>
              <p:cNvSpPr/>
              <p:nvPr/>
            </p:nvSpPr>
            <p:spPr>
              <a:xfrm>
                <a:off x="8497440" y="342936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88" name="Google Shape;1470;p29"/>
              <p:cNvSpPr/>
              <p:nvPr/>
            </p:nvSpPr>
            <p:spPr>
              <a:xfrm>
                <a:off x="8571600" y="342936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89" name="Google Shape;1471;p29"/>
              <p:cNvSpPr/>
              <p:nvPr/>
            </p:nvSpPr>
            <p:spPr>
              <a:xfrm>
                <a:off x="8645400" y="342936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cxnSp>
          <p:nvCxnSpPr>
            <p:cNvPr id="90" name="Google Shape;1472;p29"/>
            <p:cNvCxnSpPr/>
            <p:nvPr/>
          </p:nvCxnSpPr>
          <p:spPr>
            <a:xfrm>
              <a:off x="8407080" y="0"/>
              <a:ext cx="360" cy="2161080"/>
            </a:xfrm>
            <a:prstGeom prst="straightConnector1">
              <a:avLst/>
            </a:prstGeom>
            <a:ln w="9525">
              <a:solidFill>
                <a:srgbClr val="595959"/>
              </a:solidFill>
              <a:round/>
            </a:ln>
          </p:spPr>
        </p:cxnSp>
        <p:cxnSp>
          <p:nvCxnSpPr>
            <p:cNvPr id="91" name="Google Shape;1473;p29"/>
            <p:cNvCxnSpPr/>
            <p:nvPr/>
          </p:nvCxnSpPr>
          <p:spPr>
            <a:xfrm>
              <a:off x="717840" y="2985480"/>
              <a:ext cx="360" cy="2161080"/>
            </a:xfrm>
            <a:prstGeom prst="straightConnector1">
              <a:avLst/>
            </a:prstGeom>
            <a:ln w="9525">
              <a:solidFill>
                <a:srgbClr val="595959"/>
              </a:solidFill>
              <a:round/>
            </a:ln>
          </p:spPr>
        </p:cxnSp>
        <p:sp>
          <p:nvSpPr>
            <p:cNvPr id="92" name="Google Shape;1474;p29"/>
            <p:cNvSpPr/>
            <p:nvPr/>
          </p:nvSpPr>
          <p:spPr>
            <a:xfrm>
              <a:off x="671760" y="4587840"/>
              <a:ext cx="92160" cy="92160"/>
            </a:xfrm>
            <a:prstGeom prst="ellipse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" name="Google Shape;1475;p29"/>
            <p:cNvSpPr/>
            <p:nvPr/>
          </p:nvSpPr>
          <p:spPr>
            <a:xfrm>
              <a:off x="671760" y="3940200"/>
              <a:ext cx="92160" cy="92160"/>
            </a:xfrm>
            <a:prstGeom prst="ellipse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" name="Google Shape;1476;p29"/>
            <p:cNvSpPr/>
            <p:nvPr/>
          </p:nvSpPr>
          <p:spPr>
            <a:xfrm>
              <a:off x="8361000" y="1453680"/>
              <a:ext cx="92160" cy="92160"/>
            </a:xfrm>
            <a:prstGeom prst="ellipse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" name="Google Shape;1477;p29"/>
            <p:cNvSpPr/>
            <p:nvPr/>
          </p:nvSpPr>
          <p:spPr>
            <a:xfrm>
              <a:off x="8361000" y="234720"/>
              <a:ext cx="92160" cy="92160"/>
            </a:xfrm>
            <a:prstGeom prst="ellipse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oogle Shape;1479;p30"/>
          <p:cNvGrpSpPr/>
          <p:nvPr/>
        </p:nvGrpSpPr>
        <p:grpSpPr>
          <a:xfrm>
            <a:off x="-6840" y="-6480"/>
            <a:ext cx="9152280" cy="5101560"/>
            <a:chOff x="-6840" y="-6480"/>
            <a:chExt cx="9152280" cy="5101560"/>
          </a:xfrm>
        </p:grpSpPr>
        <p:cxnSp>
          <p:nvCxnSpPr>
            <p:cNvPr id="97" name="Google Shape;1480;p30"/>
            <p:cNvCxnSpPr/>
            <p:nvPr/>
          </p:nvCxnSpPr>
          <p:spPr>
            <a:xfrm>
              <a:off x="2904120" y="4512960"/>
              <a:ext cx="1133280" cy="30672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cxnSp>
          <p:nvCxnSpPr>
            <p:cNvPr id="98" name="Google Shape;1481;p30"/>
            <p:cNvCxnSpPr/>
            <p:nvPr/>
          </p:nvCxnSpPr>
          <p:spPr>
            <a:xfrm flipV="1">
              <a:off x="1562040" y="4492080"/>
              <a:ext cx="1342440" cy="31572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cxnSp>
          <p:nvCxnSpPr>
            <p:cNvPr id="99" name="Google Shape;1482;p30"/>
            <p:cNvCxnSpPr/>
            <p:nvPr/>
          </p:nvCxnSpPr>
          <p:spPr>
            <a:xfrm>
              <a:off x="259200" y="4407840"/>
              <a:ext cx="1332360" cy="39240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cxnSp>
          <p:nvCxnSpPr>
            <p:cNvPr id="100" name="Google Shape;1483;p30"/>
            <p:cNvCxnSpPr/>
            <p:nvPr/>
          </p:nvCxnSpPr>
          <p:spPr>
            <a:xfrm>
              <a:off x="-6840" y="3993480"/>
              <a:ext cx="273960" cy="40752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grpSp>
          <p:nvGrpSpPr>
            <p:cNvPr id="101" name="Google Shape;1484;p30"/>
            <p:cNvGrpSpPr/>
            <p:nvPr/>
          </p:nvGrpSpPr>
          <p:grpSpPr>
            <a:xfrm>
              <a:off x="1278000" y="4512960"/>
              <a:ext cx="581400" cy="582120"/>
              <a:chOff x="1278000" y="4512960"/>
              <a:chExt cx="581400" cy="582120"/>
            </a:xfrm>
          </p:grpSpPr>
          <p:sp>
            <p:nvSpPr>
              <p:cNvPr id="102" name="Google Shape;1485;p30"/>
              <p:cNvSpPr/>
              <p:nvPr/>
            </p:nvSpPr>
            <p:spPr>
              <a:xfrm flipH="1">
                <a:off x="1282680" y="4518000"/>
                <a:ext cx="572400" cy="572040"/>
              </a:xfrm>
              <a:custGeom>
                <a:avLst/>
                <a:gdLst>
                  <a:gd name="textAreaLeft" fmla="*/ 360 w 572400"/>
                  <a:gd name="textAreaRight" fmla="*/ 57312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3" name="Google Shape;1486;p30"/>
              <p:cNvSpPr/>
              <p:nvPr/>
            </p:nvSpPr>
            <p:spPr>
              <a:xfrm flipH="1">
                <a:off x="1277640" y="4512960"/>
                <a:ext cx="581400" cy="582120"/>
              </a:xfrm>
              <a:custGeom>
                <a:avLst/>
                <a:gdLst>
                  <a:gd name="textAreaLeft" fmla="*/ -360 w 581400"/>
                  <a:gd name="textAreaRight" fmla="*/ 58140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4" name="Google Shape;1487;p30"/>
              <p:cNvSpPr/>
              <p:nvPr/>
            </p:nvSpPr>
            <p:spPr>
              <a:xfrm flipH="1">
                <a:off x="1355400" y="4590720"/>
                <a:ext cx="427680" cy="426960"/>
              </a:xfrm>
              <a:custGeom>
                <a:avLst/>
                <a:gdLst>
                  <a:gd name="textAreaLeft" fmla="*/ 360 w 427680"/>
                  <a:gd name="textAreaRight" fmla="*/ 42840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5" name="Google Shape;1488;p30"/>
              <p:cNvSpPr/>
              <p:nvPr/>
            </p:nvSpPr>
            <p:spPr>
              <a:xfrm flipH="1">
                <a:off x="1350000" y="4585680"/>
                <a:ext cx="436680" cy="437040"/>
              </a:xfrm>
              <a:custGeom>
                <a:avLst/>
                <a:gdLst>
                  <a:gd name="textAreaLeft" fmla="*/ -360 w 436680"/>
                  <a:gd name="textAreaRight" fmla="*/ 43668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6" name="Google Shape;1489;p30"/>
              <p:cNvSpPr/>
              <p:nvPr/>
            </p:nvSpPr>
            <p:spPr>
              <a:xfrm flipH="1">
                <a:off x="1434240" y="4669200"/>
                <a:ext cx="270000" cy="270000"/>
              </a:xfrm>
              <a:custGeom>
                <a:avLst/>
                <a:gdLst>
                  <a:gd name="textAreaLeft" fmla="*/ 360 w 270000"/>
                  <a:gd name="textAreaRight" fmla="*/ 27072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7" name="Google Shape;1490;p30"/>
              <p:cNvSpPr/>
              <p:nvPr/>
            </p:nvSpPr>
            <p:spPr>
              <a:xfrm flipH="1">
                <a:off x="1429200" y="4664520"/>
                <a:ext cx="279360" cy="279000"/>
              </a:xfrm>
              <a:custGeom>
                <a:avLst/>
                <a:gdLst>
                  <a:gd name="textAreaLeft" fmla="*/ 360 w 279360"/>
                  <a:gd name="textAreaRight" fmla="*/ 28008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08" name="Google Shape;1491;p30"/>
            <p:cNvGrpSpPr/>
            <p:nvPr/>
          </p:nvGrpSpPr>
          <p:grpSpPr>
            <a:xfrm>
              <a:off x="2747520" y="4340520"/>
              <a:ext cx="291600" cy="292320"/>
              <a:chOff x="2747520" y="4340520"/>
              <a:chExt cx="291600" cy="292320"/>
            </a:xfrm>
          </p:grpSpPr>
          <p:sp>
            <p:nvSpPr>
              <p:cNvPr id="109" name="Google Shape;1492;p30"/>
              <p:cNvSpPr/>
              <p:nvPr/>
            </p:nvSpPr>
            <p:spPr>
              <a:xfrm flipH="1">
                <a:off x="2752200" y="4345560"/>
                <a:ext cx="282240" cy="282240"/>
              </a:xfrm>
              <a:custGeom>
                <a:avLst/>
                <a:gdLst>
                  <a:gd name="textAreaLeft" fmla="*/ 360 w 282240"/>
                  <a:gd name="textAreaRight" fmla="*/ 28296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10" name="Google Shape;1493;p30"/>
              <p:cNvSpPr/>
              <p:nvPr/>
            </p:nvSpPr>
            <p:spPr>
              <a:xfrm flipH="1">
                <a:off x="2747520" y="4340520"/>
                <a:ext cx="291600" cy="292320"/>
              </a:xfrm>
              <a:custGeom>
                <a:avLst/>
                <a:gdLst>
                  <a:gd name="textAreaLeft" fmla="*/ 360 w 291600"/>
                  <a:gd name="textAreaRight" fmla="*/ 29232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11" name="Google Shape;1494;p30"/>
              <p:cNvSpPr/>
              <p:nvPr/>
            </p:nvSpPr>
            <p:spPr>
              <a:xfrm flipH="1">
                <a:off x="2813760" y="4407480"/>
                <a:ext cx="158040" cy="158040"/>
              </a:xfrm>
              <a:custGeom>
                <a:avLst/>
                <a:gdLst>
                  <a:gd name="textAreaLeft" fmla="*/ -360 w 158040"/>
                  <a:gd name="textAreaRight" fmla="*/ 15804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12" name="Google Shape;1495;p30"/>
              <p:cNvSpPr/>
              <p:nvPr/>
            </p:nvSpPr>
            <p:spPr>
              <a:xfrm flipH="1">
                <a:off x="2808720" y="4402800"/>
                <a:ext cx="167400" cy="167400"/>
              </a:xfrm>
              <a:custGeom>
                <a:avLst/>
                <a:gdLst>
                  <a:gd name="textAreaLeft" fmla="*/ -360 w 167400"/>
                  <a:gd name="textAreaRight" fmla="*/ 16740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13" name="Google Shape;1496;p30"/>
            <p:cNvGrpSpPr/>
            <p:nvPr/>
          </p:nvGrpSpPr>
          <p:grpSpPr>
            <a:xfrm>
              <a:off x="171000" y="4314960"/>
              <a:ext cx="174600" cy="174600"/>
              <a:chOff x="171000" y="4314960"/>
              <a:chExt cx="174600" cy="174600"/>
            </a:xfrm>
          </p:grpSpPr>
          <p:sp>
            <p:nvSpPr>
              <p:cNvPr id="114" name="Google Shape;1497;p30"/>
              <p:cNvSpPr/>
              <p:nvPr/>
            </p:nvSpPr>
            <p:spPr>
              <a:xfrm flipH="1">
                <a:off x="175680" y="4320000"/>
                <a:ext cx="165600" cy="165240"/>
              </a:xfrm>
              <a:custGeom>
                <a:avLst/>
                <a:gdLst>
                  <a:gd name="textAreaLeft" fmla="*/ 360 w 165600"/>
                  <a:gd name="textAreaRight" fmla="*/ 16632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15" name="Google Shape;1498;p30"/>
              <p:cNvSpPr/>
              <p:nvPr/>
            </p:nvSpPr>
            <p:spPr>
              <a:xfrm flipH="1">
                <a:off x="170640" y="4314960"/>
                <a:ext cx="174600" cy="174600"/>
              </a:xfrm>
              <a:custGeom>
                <a:avLst/>
                <a:gdLst>
                  <a:gd name="textAreaLeft" fmla="*/ -360 w 174600"/>
                  <a:gd name="textAreaRight" fmla="*/ 17460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16" name="Google Shape;1499;p30"/>
              <p:cNvSpPr/>
              <p:nvPr/>
            </p:nvSpPr>
            <p:spPr>
              <a:xfrm flipH="1">
                <a:off x="212400" y="4356360"/>
                <a:ext cx="92160" cy="92880"/>
              </a:xfrm>
              <a:custGeom>
                <a:avLst/>
                <a:gdLst>
                  <a:gd name="textAreaLeft" fmla="*/ 360 w 92160"/>
                  <a:gd name="textAreaRight" fmla="*/ 9288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17" name="Google Shape;1500;p30"/>
              <p:cNvSpPr/>
              <p:nvPr/>
            </p:nvSpPr>
            <p:spPr>
              <a:xfrm flipH="1">
                <a:off x="207360" y="4351680"/>
                <a:ext cx="102240" cy="101520"/>
              </a:xfrm>
              <a:custGeom>
                <a:avLst/>
                <a:gdLst>
                  <a:gd name="textAreaLeft" fmla="*/ 360 w 102240"/>
                  <a:gd name="textAreaRight" fmla="*/ 10296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18" name="Google Shape;1501;p30"/>
            <p:cNvGrpSpPr/>
            <p:nvPr/>
          </p:nvGrpSpPr>
          <p:grpSpPr>
            <a:xfrm>
              <a:off x="3872880" y="4657680"/>
              <a:ext cx="292680" cy="293040"/>
              <a:chOff x="3872880" y="4657680"/>
              <a:chExt cx="292680" cy="293040"/>
            </a:xfrm>
          </p:grpSpPr>
          <p:sp>
            <p:nvSpPr>
              <p:cNvPr id="119" name="Google Shape;1502;p30"/>
              <p:cNvSpPr/>
              <p:nvPr/>
            </p:nvSpPr>
            <p:spPr>
              <a:xfrm flipH="1">
                <a:off x="3874680" y="4660200"/>
                <a:ext cx="288360" cy="288000"/>
              </a:xfrm>
              <a:custGeom>
                <a:avLst/>
                <a:gdLst>
                  <a:gd name="textAreaLeft" fmla="*/ -360 w 288360"/>
                  <a:gd name="textAreaRight" fmla="*/ 288360 w 288360"/>
                  <a:gd name="textAreaTop" fmla="*/ 0 h 288000"/>
                  <a:gd name="textAreaBottom" fmla="*/ 288360 h 28800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20" name="Google Shape;1503;p30"/>
              <p:cNvSpPr/>
              <p:nvPr/>
            </p:nvSpPr>
            <p:spPr>
              <a:xfrm flipH="1">
                <a:off x="3872520" y="4657680"/>
                <a:ext cx="292680" cy="29304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293040"/>
                  <a:gd name="textAreaBottom" fmla="*/ 293400 h 29304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21" name="Google Shape;1504;p30"/>
              <p:cNvSpPr/>
              <p:nvPr/>
            </p:nvSpPr>
            <p:spPr>
              <a:xfrm flipH="1">
                <a:off x="3911760" y="4696560"/>
                <a:ext cx="215280" cy="214920"/>
              </a:xfrm>
              <a:custGeom>
                <a:avLst/>
                <a:gdLst>
                  <a:gd name="textAreaLeft" fmla="*/ 360 w 215280"/>
                  <a:gd name="textAreaRight" fmla="*/ 216000 w 215280"/>
                  <a:gd name="textAreaTop" fmla="*/ 0 h 214920"/>
                  <a:gd name="textAreaBottom" fmla="*/ 215280 h 21492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22" name="Google Shape;1505;p30"/>
              <p:cNvSpPr/>
              <p:nvPr/>
            </p:nvSpPr>
            <p:spPr>
              <a:xfrm flipH="1">
                <a:off x="3909600" y="4694040"/>
                <a:ext cx="219600" cy="219960"/>
              </a:xfrm>
              <a:custGeom>
                <a:avLst/>
                <a:gdLst>
                  <a:gd name="textAreaLeft" fmla="*/ 360 w 219600"/>
                  <a:gd name="textAreaRight" fmla="*/ 220320 w 219600"/>
                  <a:gd name="textAreaTop" fmla="*/ 0 h 219960"/>
                  <a:gd name="textAreaBottom" fmla="*/ 220320 h 21996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23" name="Google Shape;1506;p30"/>
              <p:cNvSpPr/>
              <p:nvPr/>
            </p:nvSpPr>
            <p:spPr>
              <a:xfrm flipH="1">
                <a:off x="3951000" y="4736160"/>
                <a:ext cx="135720" cy="135720"/>
              </a:xfrm>
              <a:custGeom>
                <a:avLst/>
                <a:gdLst>
                  <a:gd name="textAreaLeft" fmla="*/ -360 w 135720"/>
                  <a:gd name="textAreaRight" fmla="*/ 135720 w 135720"/>
                  <a:gd name="textAreaTop" fmla="*/ 0 h 135720"/>
                  <a:gd name="textAreaBottom" fmla="*/ 136080 h 13572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8040" bIns="68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24" name="Google Shape;1507;p30"/>
              <p:cNvSpPr/>
              <p:nvPr/>
            </p:nvSpPr>
            <p:spPr>
              <a:xfrm flipH="1">
                <a:off x="3948480" y="4734000"/>
                <a:ext cx="140760" cy="140400"/>
              </a:xfrm>
              <a:custGeom>
                <a:avLst/>
                <a:gdLst>
                  <a:gd name="textAreaLeft" fmla="*/ -360 w 140760"/>
                  <a:gd name="textAreaRight" fmla="*/ 140760 w 140760"/>
                  <a:gd name="textAreaTop" fmla="*/ 0 h 140400"/>
                  <a:gd name="textAreaBottom" fmla="*/ 140760 h 1404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0200" bIns="70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25" name="Google Shape;1508;p30"/>
            <p:cNvGrpSpPr/>
            <p:nvPr/>
          </p:nvGrpSpPr>
          <p:grpSpPr>
            <a:xfrm>
              <a:off x="242280" y="4142520"/>
              <a:ext cx="174600" cy="26640"/>
              <a:chOff x="242280" y="4142520"/>
              <a:chExt cx="174600" cy="26640"/>
            </a:xfrm>
          </p:grpSpPr>
          <p:sp>
            <p:nvSpPr>
              <p:cNvPr id="126" name="Google Shape;1509;p30"/>
              <p:cNvSpPr/>
              <p:nvPr/>
            </p:nvSpPr>
            <p:spPr>
              <a:xfrm flipH="1">
                <a:off x="390240" y="414252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27" name="Google Shape;1510;p30"/>
              <p:cNvSpPr/>
              <p:nvPr/>
            </p:nvSpPr>
            <p:spPr>
              <a:xfrm flipH="1">
                <a:off x="316440" y="414252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28" name="Google Shape;1511;p30"/>
              <p:cNvSpPr/>
              <p:nvPr/>
            </p:nvSpPr>
            <p:spPr>
              <a:xfrm flipH="1">
                <a:off x="242280" y="414252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cxnSp>
          <p:nvCxnSpPr>
            <p:cNvPr id="129" name="Google Shape;1512;p30"/>
            <p:cNvCxnSpPr/>
            <p:nvPr/>
          </p:nvCxnSpPr>
          <p:spPr>
            <a:xfrm flipH="1" flipV="1">
              <a:off x="5994720" y="226440"/>
              <a:ext cx="1505160" cy="22500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cxnSp>
          <p:nvCxnSpPr>
            <p:cNvPr id="130" name="Google Shape;1513;p30"/>
            <p:cNvCxnSpPr/>
            <p:nvPr/>
          </p:nvCxnSpPr>
          <p:spPr>
            <a:xfrm flipH="1" flipV="1">
              <a:off x="7512840" y="457560"/>
              <a:ext cx="829800" cy="74376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cxnSp>
          <p:nvCxnSpPr>
            <p:cNvPr id="131" name="Google Shape;1514;p30"/>
            <p:cNvCxnSpPr/>
            <p:nvPr/>
          </p:nvCxnSpPr>
          <p:spPr>
            <a:xfrm flipH="1">
              <a:off x="8348760" y="-6480"/>
              <a:ext cx="797040" cy="118800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grpSp>
          <p:nvGrpSpPr>
            <p:cNvPr id="132" name="Google Shape;1515;p30"/>
            <p:cNvGrpSpPr/>
            <p:nvPr/>
          </p:nvGrpSpPr>
          <p:grpSpPr>
            <a:xfrm>
              <a:off x="8064360" y="1040400"/>
              <a:ext cx="581400" cy="582120"/>
              <a:chOff x="8064360" y="1040400"/>
              <a:chExt cx="581400" cy="582120"/>
            </a:xfrm>
          </p:grpSpPr>
          <p:sp>
            <p:nvSpPr>
              <p:cNvPr id="133" name="Google Shape;1516;p30"/>
              <p:cNvSpPr/>
              <p:nvPr/>
            </p:nvSpPr>
            <p:spPr>
              <a:xfrm>
                <a:off x="8068680" y="1045440"/>
                <a:ext cx="572400" cy="572040"/>
              </a:xfrm>
              <a:custGeom>
                <a:avLst/>
                <a:gdLst>
                  <a:gd name="textAreaLeft" fmla="*/ 0 w 572400"/>
                  <a:gd name="textAreaRight" fmla="*/ 57276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34" name="Google Shape;1517;p30"/>
              <p:cNvSpPr/>
              <p:nvPr/>
            </p:nvSpPr>
            <p:spPr>
              <a:xfrm>
                <a:off x="8064360" y="1040400"/>
                <a:ext cx="581400" cy="582120"/>
              </a:xfrm>
              <a:custGeom>
                <a:avLst/>
                <a:gdLst>
                  <a:gd name="textAreaLeft" fmla="*/ 0 w 581400"/>
                  <a:gd name="textAreaRight" fmla="*/ 58176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35" name="Google Shape;1518;p30"/>
              <p:cNvSpPr/>
              <p:nvPr/>
            </p:nvSpPr>
            <p:spPr>
              <a:xfrm>
                <a:off x="8141040" y="1117800"/>
                <a:ext cx="427680" cy="426960"/>
              </a:xfrm>
              <a:custGeom>
                <a:avLst/>
                <a:gdLst>
                  <a:gd name="textAreaLeft" fmla="*/ 0 w 427680"/>
                  <a:gd name="textAreaRight" fmla="*/ 42804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36" name="Google Shape;1519;p30"/>
              <p:cNvSpPr/>
              <p:nvPr/>
            </p:nvSpPr>
            <p:spPr>
              <a:xfrm>
                <a:off x="8136720" y="1112760"/>
                <a:ext cx="436680" cy="437040"/>
              </a:xfrm>
              <a:custGeom>
                <a:avLst/>
                <a:gdLst>
                  <a:gd name="textAreaLeft" fmla="*/ 0 w 436680"/>
                  <a:gd name="textAreaRight" fmla="*/ 43704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37" name="Google Shape;1520;p30"/>
              <p:cNvSpPr/>
              <p:nvPr/>
            </p:nvSpPr>
            <p:spPr>
              <a:xfrm>
                <a:off x="8219880" y="1196280"/>
                <a:ext cx="270000" cy="270000"/>
              </a:xfrm>
              <a:custGeom>
                <a:avLst/>
                <a:gdLst>
                  <a:gd name="textAreaLeft" fmla="*/ 0 w 270000"/>
                  <a:gd name="textAreaRight" fmla="*/ 27036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38" name="Google Shape;1521;p30"/>
              <p:cNvSpPr/>
              <p:nvPr/>
            </p:nvSpPr>
            <p:spPr>
              <a:xfrm>
                <a:off x="8215200" y="1191960"/>
                <a:ext cx="279360" cy="279000"/>
              </a:xfrm>
              <a:custGeom>
                <a:avLst/>
                <a:gdLst>
                  <a:gd name="textAreaLeft" fmla="*/ 0 w 279360"/>
                  <a:gd name="textAreaRight" fmla="*/ 27972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39" name="Google Shape;1522;p30"/>
            <p:cNvGrpSpPr/>
            <p:nvPr/>
          </p:nvGrpSpPr>
          <p:grpSpPr>
            <a:xfrm>
              <a:off x="7353000" y="316440"/>
              <a:ext cx="291600" cy="292320"/>
              <a:chOff x="7353000" y="316440"/>
              <a:chExt cx="291600" cy="292320"/>
            </a:xfrm>
          </p:grpSpPr>
          <p:sp>
            <p:nvSpPr>
              <p:cNvPr id="140" name="Google Shape;1523;p30"/>
              <p:cNvSpPr/>
              <p:nvPr/>
            </p:nvSpPr>
            <p:spPr>
              <a:xfrm>
                <a:off x="7358040" y="32112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41" name="Google Shape;1524;p30"/>
              <p:cNvSpPr/>
              <p:nvPr/>
            </p:nvSpPr>
            <p:spPr>
              <a:xfrm>
                <a:off x="7353000" y="31644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42" name="Google Shape;1525;p30"/>
              <p:cNvSpPr/>
              <p:nvPr/>
            </p:nvSpPr>
            <p:spPr>
              <a:xfrm>
                <a:off x="7419960" y="38304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43" name="Google Shape;1526;p30"/>
              <p:cNvSpPr/>
              <p:nvPr/>
            </p:nvSpPr>
            <p:spPr>
              <a:xfrm>
                <a:off x="7415640" y="37872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44" name="Google Shape;1527;p30"/>
            <p:cNvGrpSpPr/>
            <p:nvPr/>
          </p:nvGrpSpPr>
          <p:grpSpPr>
            <a:xfrm>
              <a:off x="8792280" y="321120"/>
              <a:ext cx="174600" cy="174600"/>
              <a:chOff x="8792280" y="321120"/>
              <a:chExt cx="174600" cy="174600"/>
            </a:xfrm>
          </p:grpSpPr>
          <p:sp>
            <p:nvSpPr>
              <p:cNvPr id="145" name="Google Shape;1528;p30"/>
              <p:cNvSpPr/>
              <p:nvPr/>
            </p:nvSpPr>
            <p:spPr>
              <a:xfrm>
                <a:off x="8796600" y="326160"/>
                <a:ext cx="165600" cy="165240"/>
              </a:xfrm>
              <a:custGeom>
                <a:avLst/>
                <a:gdLst>
                  <a:gd name="textAreaLeft" fmla="*/ 0 w 165600"/>
                  <a:gd name="textAreaRight" fmla="*/ 16596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46" name="Google Shape;1529;p30"/>
              <p:cNvSpPr/>
              <p:nvPr/>
            </p:nvSpPr>
            <p:spPr>
              <a:xfrm>
                <a:off x="8792280" y="321120"/>
                <a:ext cx="174600" cy="174600"/>
              </a:xfrm>
              <a:custGeom>
                <a:avLst/>
                <a:gdLst>
                  <a:gd name="textAreaLeft" fmla="*/ 0 w 174600"/>
                  <a:gd name="textAreaRight" fmla="*/ 17496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47" name="Google Shape;1530;p30"/>
              <p:cNvSpPr/>
              <p:nvPr/>
            </p:nvSpPr>
            <p:spPr>
              <a:xfrm>
                <a:off x="8833680" y="362520"/>
                <a:ext cx="92160" cy="92880"/>
              </a:xfrm>
              <a:custGeom>
                <a:avLst/>
                <a:gdLst>
                  <a:gd name="textAreaLeft" fmla="*/ 0 w 92160"/>
                  <a:gd name="textAreaRight" fmla="*/ 9252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48" name="Google Shape;1531;p30"/>
              <p:cNvSpPr/>
              <p:nvPr/>
            </p:nvSpPr>
            <p:spPr>
              <a:xfrm>
                <a:off x="8828640" y="358200"/>
                <a:ext cx="102240" cy="101520"/>
              </a:xfrm>
              <a:custGeom>
                <a:avLst/>
                <a:gdLst>
                  <a:gd name="textAreaLeft" fmla="*/ 0 w 102240"/>
                  <a:gd name="textAreaRight" fmla="*/ 10260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sp>
          <p:nvSpPr>
            <p:cNvPr id="149" name="Google Shape;1532;p30"/>
            <p:cNvSpPr/>
            <p:nvPr/>
          </p:nvSpPr>
          <p:spPr>
            <a:xfrm>
              <a:off x="5829480" y="68760"/>
              <a:ext cx="288360" cy="288000"/>
            </a:xfrm>
            <a:custGeom>
              <a:avLst/>
              <a:gdLst>
                <a:gd name="textAreaLeft" fmla="*/ 0 w 288360"/>
                <a:gd name="textAreaRight" fmla="*/ 288720 w 288360"/>
                <a:gd name="textAreaTop" fmla="*/ 0 h 288000"/>
                <a:gd name="textAreaBottom" fmla="*/ 288360 h 28800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50" name="Google Shape;1533;p30"/>
            <p:cNvSpPr/>
            <p:nvPr/>
          </p:nvSpPr>
          <p:spPr>
            <a:xfrm>
              <a:off x="5826960" y="66240"/>
              <a:ext cx="292680" cy="293040"/>
            </a:xfrm>
            <a:custGeom>
              <a:avLst/>
              <a:gdLst>
                <a:gd name="textAreaLeft" fmla="*/ 0 w 292680"/>
                <a:gd name="textAreaRight" fmla="*/ 293040 w 292680"/>
                <a:gd name="textAreaTop" fmla="*/ 0 h 293040"/>
                <a:gd name="textAreaBottom" fmla="*/ 293400 h 29304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51" name="Google Shape;1534;p30"/>
            <p:cNvSpPr/>
            <p:nvPr/>
          </p:nvSpPr>
          <p:spPr>
            <a:xfrm>
              <a:off x="5865840" y="105120"/>
              <a:ext cx="215280" cy="214920"/>
            </a:xfrm>
            <a:custGeom>
              <a:avLst/>
              <a:gdLst>
                <a:gd name="textAreaLeft" fmla="*/ 0 w 215280"/>
                <a:gd name="textAreaRight" fmla="*/ 215640 w 215280"/>
                <a:gd name="textAreaTop" fmla="*/ 0 h 214920"/>
                <a:gd name="textAreaBottom" fmla="*/ 215280 h 21492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52" name="Google Shape;1535;p30"/>
            <p:cNvSpPr/>
            <p:nvPr/>
          </p:nvSpPr>
          <p:spPr>
            <a:xfrm>
              <a:off x="5863680" y="102600"/>
              <a:ext cx="219600" cy="21996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219960"/>
                <a:gd name="textAreaBottom" fmla="*/ 220320 h 21996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53" name="Google Shape;1536;p30"/>
            <p:cNvSpPr/>
            <p:nvPr/>
          </p:nvSpPr>
          <p:spPr>
            <a:xfrm>
              <a:off x="5905440" y="144720"/>
              <a:ext cx="135720" cy="135720"/>
            </a:xfrm>
            <a:custGeom>
              <a:avLst/>
              <a:gdLst>
                <a:gd name="textAreaLeft" fmla="*/ 0 w 135720"/>
                <a:gd name="textAreaRight" fmla="*/ 136080 w 135720"/>
                <a:gd name="textAreaTop" fmla="*/ 0 h 135720"/>
                <a:gd name="textAreaBottom" fmla="*/ 136080 h 13572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8040" bIns="68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54" name="Google Shape;1537;p30"/>
            <p:cNvSpPr/>
            <p:nvPr/>
          </p:nvSpPr>
          <p:spPr>
            <a:xfrm>
              <a:off x="5903280" y="142560"/>
              <a:ext cx="140760" cy="140400"/>
            </a:xfrm>
            <a:custGeom>
              <a:avLst/>
              <a:gdLst>
                <a:gd name="textAreaLeft" fmla="*/ 0 w 140760"/>
                <a:gd name="textAreaRight" fmla="*/ 141120 w 140760"/>
                <a:gd name="textAreaTop" fmla="*/ 0 h 140400"/>
                <a:gd name="textAreaBottom" fmla="*/ 140760 h 1404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200" bIns="70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grpSp>
          <p:nvGrpSpPr>
            <p:cNvPr id="155" name="Google Shape;1538;p30"/>
            <p:cNvGrpSpPr/>
            <p:nvPr/>
          </p:nvGrpSpPr>
          <p:grpSpPr>
            <a:xfrm>
              <a:off x="8489880" y="171000"/>
              <a:ext cx="174960" cy="26640"/>
              <a:chOff x="8489880" y="171000"/>
              <a:chExt cx="174960" cy="26640"/>
            </a:xfrm>
          </p:grpSpPr>
          <p:sp>
            <p:nvSpPr>
              <p:cNvPr id="156" name="Google Shape;1539;p30"/>
              <p:cNvSpPr/>
              <p:nvPr/>
            </p:nvSpPr>
            <p:spPr>
              <a:xfrm>
                <a:off x="8489880" y="171000"/>
                <a:ext cx="26640" cy="266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57" name="Google Shape;1540;p30"/>
              <p:cNvSpPr/>
              <p:nvPr/>
            </p:nvSpPr>
            <p:spPr>
              <a:xfrm>
                <a:off x="8564040" y="171000"/>
                <a:ext cx="26640" cy="266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58" name="Google Shape;1541;p30"/>
              <p:cNvSpPr/>
              <p:nvPr/>
            </p:nvSpPr>
            <p:spPr>
              <a:xfrm>
                <a:off x="8638200" y="171000"/>
                <a:ext cx="26640" cy="26640"/>
              </a:xfrm>
              <a:prstGeom prst="ellipse">
                <a:avLst/>
              </a:prstGeom>
              <a:solidFill>
                <a:srgbClr val="59595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59" name="Google Shape;1542;p30"/>
            <p:cNvGrpSpPr/>
            <p:nvPr/>
          </p:nvGrpSpPr>
          <p:grpSpPr>
            <a:xfrm>
              <a:off x="8678520" y="1658160"/>
              <a:ext cx="174600" cy="26640"/>
              <a:chOff x="8678520" y="1658160"/>
              <a:chExt cx="174600" cy="26640"/>
            </a:xfrm>
          </p:grpSpPr>
          <p:sp>
            <p:nvSpPr>
              <p:cNvPr id="160" name="Google Shape;1543;p30"/>
              <p:cNvSpPr/>
              <p:nvPr/>
            </p:nvSpPr>
            <p:spPr>
              <a:xfrm>
                <a:off x="8678520" y="1658160"/>
                <a:ext cx="26640" cy="266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61" name="Google Shape;1544;p30"/>
              <p:cNvSpPr/>
              <p:nvPr/>
            </p:nvSpPr>
            <p:spPr>
              <a:xfrm>
                <a:off x="8752320" y="1658160"/>
                <a:ext cx="26640" cy="266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62" name="Google Shape;1545;p30"/>
              <p:cNvSpPr/>
              <p:nvPr/>
            </p:nvSpPr>
            <p:spPr>
              <a:xfrm>
                <a:off x="8826480" y="1658160"/>
                <a:ext cx="26640" cy="266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807560" y="338400"/>
            <a:ext cx="5528520" cy="61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title"/>
          </p:nvPr>
        </p:nvSpPr>
        <p:spPr>
          <a:xfrm>
            <a:off x="2779920" y="1627560"/>
            <a:ext cx="72216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Fjalla One"/>
                <a:ea typeface="Fjalla One"/>
              </a:rPr>
              <a:t>xx%</a:t>
            </a:r>
            <a:endParaRPr b="0" lang="ru-RU" sz="3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title"/>
          </p:nvPr>
        </p:nvSpPr>
        <p:spPr>
          <a:xfrm>
            <a:off x="5641920" y="1627560"/>
            <a:ext cx="72216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ru-RU" sz="3000" strike="noStrike" u="none">
                <a:solidFill>
                  <a:schemeClr val="dk2"/>
                </a:solidFill>
                <a:uFillTx/>
                <a:latin typeface="Fjalla One"/>
                <a:ea typeface="Fjalla One"/>
              </a:rPr>
              <a:t>xx%</a:t>
            </a:r>
            <a:endParaRPr b="0" lang="ru-RU" sz="3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66" name="Google Shape;183;p5"/>
          <p:cNvGrpSpPr/>
          <p:nvPr/>
        </p:nvGrpSpPr>
        <p:grpSpPr>
          <a:xfrm>
            <a:off x="432720" y="0"/>
            <a:ext cx="8278200" cy="5165640"/>
            <a:chOff x="432720" y="0"/>
            <a:chExt cx="8278200" cy="5165640"/>
          </a:xfrm>
        </p:grpSpPr>
        <p:cxnSp>
          <p:nvCxnSpPr>
            <p:cNvPr id="167" name="Google Shape;184;p5"/>
            <p:cNvCxnSpPr/>
            <p:nvPr/>
          </p:nvCxnSpPr>
          <p:spPr>
            <a:xfrm flipV="1">
              <a:off x="8420040" y="2664000"/>
              <a:ext cx="360" cy="250200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grpSp>
          <p:nvGrpSpPr>
            <p:cNvPr id="168" name="Google Shape;185;p5"/>
            <p:cNvGrpSpPr/>
            <p:nvPr/>
          </p:nvGrpSpPr>
          <p:grpSpPr>
            <a:xfrm>
              <a:off x="8129520" y="4292280"/>
              <a:ext cx="581400" cy="582120"/>
              <a:chOff x="8129520" y="4292280"/>
              <a:chExt cx="581400" cy="582120"/>
            </a:xfrm>
          </p:grpSpPr>
          <p:sp>
            <p:nvSpPr>
              <p:cNvPr id="169" name="Google Shape;186;p5"/>
              <p:cNvSpPr/>
              <p:nvPr/>
            </p:nvSpPr>
            <p:spPr>
              <a:xfrm>
                <a:off x="8133840" y="4297320"/>
                <a:ext cx="572400" cy="572040"/>
              </a:xfrm>
              <a:custGeom>
                <a:avLst/>
                <a:gdLst>
                  <a:gd name="textAreaLeft" fmla="*/ 0 w 572400"/>
                  <a:gd name="textAreaRight" fmla="*/ 57276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0" name="Google Shape;187;p5"/>
              <p:cNvSpPr/>
              <p:nvPr/>
            </p:nvSpPr>
            <p:spPr>
              <a:xfrm>
                <a:off x="8129520" y="4292280"/>
                <a:ext cx="581400" cy="582120"/>
              </a:xfrm>
              <a:custGeom>
                <a:avLst/>
                <a:gdLst>
                  <a:gd name="textAreaLeft" fmla="*/ 0 w 581400"/>
                  <a:gd name="textAreaRight" fmla="*/ 58176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1" name="Google Shape;188;p5"/>
              <p:cNvSpPr/>
              <p:nvPr/>
            </p:nvSpPr>
            <p:spPr>
              <a:xfrm>
                <a:off x="8206200" y="4369680"/>
                <a:ext cx="427680" cy="426960"/>
              </a:xfrm>
              <a:custGeom>
                <a:avLst/>
                <a:gdLst>
                  <a:gd name="textAreaLeft" fmla="*/ 0 w 427680"/>
                  <a:gd name="textAreaRight" fmla="*/ 42804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2" name="Google Shape;189;p5"/>
              <p:cNvSpPr/>
              <p:nvPr/>
            </p:nvSpPr>
            <p:spPr>
              <a:xfrm>
                <a:off x="8201880" y="4364640"/>
                <a:ext cx="436680" cy="437040"/>
              </a:xfrm>
              <a:custGeom>
                <a:avLst/>
                <a:gdLst>
                  <a:gd name="textAreaLeft" fmla="*/ 0 w 436680"/>
                  <a:gd name="textAreaRight" fmla="*/ 43704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3" name="Google Shape;190;p5"/>
              <p:cNvSpPr/>
              <p:nvPr/>
            </p:nvSpPr>
            <p:spPr>
              <a:xfrm>
                <a:off x="8284680" y="4448160"/>
                <a:ext cx="270000" cy="270000"/>
              </a:xfrm>
              <a:custGeom>
                <a:avLst/>
                <a:gdLst>
                  <a:gd name="textAreaLeft" fmla="*/ 0 w 270000"/>
                  <a:gd name="textAreaRight" fmla="*/ 27036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4" name="Google Shape;191;p5"/>
              <p:cNvSpPr/>
              <p:nvPr/>
            </p:nvSpPr>
            <p:spPr>
              <a:xfrm>
                <a:off x="8280360" y="4443840"/>
                <a:ext cx="279360" cy="279000"/>
              </a:xfrm>
              <a:custGeom>
                <a:avLst/>
                <a:gdLst>
                  <a:gd name="textAreaLeft" fmla="*/ 0 w 279360"/>
                  <a:gd name="textAreaRight" fmla="*/ 27972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75" name="Google Shape;192;p5"/>
            <p:cNvGrpSpPr/>
            <p:nvPr/>
          </p:nvGrpSpPr>
          <p:grpSpPr>
            <a:xfrm>
              <a:off x="8274240" y="3720600"/>
              <a:ext cx="291600" cy="292320"/>
              <a:chOff x="8274240" y="3720600"/>
              <a:chExt cx="291600" cy="292320"/>
            </a:xfrm>
          </p:grpSpPr>
          <p:sp>
            <p:nvSpPr>
              <p:cNvPr id="176" name="Google Shape;193;p5"/>
              <p:cNvSpPr/>
              <p:nvPr/>
            </p:nvSpPr>
            <p:spPr>
              <a:xfrm>
                <a:off x="8279280" y="372564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7" name="Google Shape;194;p5"/>
              <p:cNvSpPr/>
              <p:nvPr/>
            </p:nvSpPr>
            <p:spPr>
              <a:xfrm>
                <a:off x="8274240" y="372060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8" name="Google Shape;195;p5"/>
              <p:cNvSpPr/>
              <p:nvPr/>
            </p:nvSpPr>
            <p:spPr>
              <a:xfrm>
                <a:off x="8341200" y="378756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79" name="Google Shape;196;p5"/>
              <p:cNvSpPr/>
              <p:nvPr/>
            </p:nvSpPr>
            <p:spPr>
              <a:xfrm>
                <a:off x="8336520" y="378288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80" name="Google Shape;197;p5"/>
            <p:cNvGrpSpPr/>
            <p:nvPr/>
          </p:nvGrpSpPr>
          <p:grpSpPr>
            <a:xfrm>
              <a:off x="8332920" y="3212640"/>
              <a:ext cx="174600" cy="174600"/>
              <a:chOff x="8332920" y="3212640"/>
              <a:chExt cx="174600" cy="174600"/>
            </a:xfrm>
          </p:grpSpPr>
          <p:sp>
            <p:nvSpPr>
              <p:cNvPr id="181" name="Google Shape;198;p5"/>
              <p:cNvSpPr/>
              <p:nvPr/>
            </p:nvSpPr>
            <p:spPr>
              <a:xfrm>
                <a:off x="8337240" y="3217680"/>
                <a:ext cx="165600" cy="165240"/>
              </a:xfrm>
              <a:custGeom>
                <a:avLst/>
                <a:gdLst>
                  <a:gd name="textAreaLeft" fmla="*/ 0 w 165600"/>
                  <a:gd name="textAreaRight" fmla="*/ 16596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82" name="Google Shape;199;p5"/>
              <p:cNvSpPr/>
              <p:nvPr/>
            </p:nvSpPr>
            <p:spPr>
              <a:xfrm>
                <a:off x="8332920" y="3212640"/>
                <a:ext cx="174600" cy="174600"/>
              </a:xfrm>
              <a:custGeom>
                <a:avLst/>
                <a:gdLst>
                  <a:gd name="textAreaLeft" fmla="*/ 0 w 174600"/>
                  <a:gd name="textAreaRight" fmla="*/ 17496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83" name="Google Shape;200;p5"/>
              <p:cNvSpPr/>
              <p:nvPr/>
            </p:nvSpPr>
            <p:spPr>
              <a:xfrm>
                <a:off x="8373960" y="3253680"/>
                <a:ext cx="92160" cy="92880"/>
              </a:xfrm>
              <a:custGeom>
                <a:avLst/>
                <a:gdLst>
                  <a:gd name="textAreaLeft" fmla="*/ 0 w 92160"/>
                  <a:gd name="textAreaRight" fmla="*/ 9252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84" name="Google Shape;201;p5"/>
              <p:cNvSpPr/>
              <p:nvPr/>
            </p:nvSpPr>
            <p:spPr>
              <a:xfrm>
                <a:off x="8368920" y="3249360"/>
                <a:ext cx="102240" cy="101520"/>
              </a:xfrm>
              <a:custGeom>
                <a:avLst/>
                <a:gdLst>
                  <a:gd name="textAreaLeft" fmla="*/ 0 w 102240"/>
                  <a:gd name="textAreaRight" fmla="*/ 10260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cxnSp>
          <p:nvCxnSpPr>
            <p:cNvPr id="185" name="Google Shape;202;p5"/>
            <p:cNvCxnSpPr/>
            <p:nvPr/>
          </p:nvCxnSpPr>
          <p:spPr>
            <a:xfrm>
              <a:off x="723600" y="360"/>
              <a:ext cx="360" cy="250200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grpSp>
          <p:nvGrpSpPr>
            <p:cNvPr id="186" name="Google Shape;203;p5"/>
            <p:cNvGrpSpPr/>
            <p:nvPr/>
          </p:nvGrpSpPr>
          <p:grpSpPr>
            <a:xfrm>
              <a:off x="433080" y="291960"/>
              <a:ext cx="581400" cy="582120"/>
              <a:chOff x="433080" y="291960"/>
              <a:chExt cx="581400" cy="582120"/>
            </a:xfrm>
          </p:grpSpPr>
          <p:sp>
            <p:nvSpPr>
              <p:cNvPr id="187" name="Google Shape;204;p5"/>
              <p:cNvSpPr/>
              <p:nvPr/>
            </p:nvSpPr>
            <p:spPr>
              <a:xfrm rot="10800000">
                <a:off x="437760" y="297000"/>
                <a:ext cx="572400" cy="572040"/>
              </a:xfrm>
              <a:custGeom>
                <a:avLst/>
                <a:gdLst>
                  <a:gd name="textAreaLeft" fmla="*/ 0 w 572400"/>
                  <a:gd name="textAreaRight" fmla="*/ 57276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88" name="Google Shape;205;p5"/>
              <p:cNvSpPr/>
              <p:nvPr/>
            </p:nvSpPr>
            <p:spPr>
              <a:xfrm rot="10800000">
                <a:off x="433080" y="291960"/>
                <a:ext cx="581400" cy="582120"/>
              </a:xfrm>
              <a:custGeom>
                <a:avLst/>
                <a:gdLst>
                  <a:gd name="textAreaLeft" fmla="*/ 0 w 581400"/>
                  <a:gd name="textAreaRight" fmla="*/ 58176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89" name="Google Shape;206;p5"/>
              <p:cNvSpPr/>
              <p:nvPr/>
            </p:nvSpPr>
            <p:spPr>
              <a:xfrm rot="10800000">
                <a:off x="510120" y="369720"/>
                <a:ext cx="427680" cy="426960"/>
              </a:xfrm>
              <a:custGeom>
                <a:avLst/>
                <a:gdLst>
                  <a:gd name="textAreaLeft" fmla="*/ 0 w 427680"/>
                  <a:gd name="textAreaRight" fmla="*/ 42804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90" name="Google Shape;207;p5"/>
              <p:cNvSpPr/>
              <p:nvPr/>
            </p:nvSpPr>
            <p:spPr>
              <a:xfrm rot="10800000">
                <a:off x="505440" y="364680"/>
                <a:ext cx="436680" cy="437040"/>
              </a:xfrm>
              <a:custGeom>
                <a:avLst/>
                <a:gdLst>
                  <a:gd name="textAreaLeft" fmla="*/ 0 w 436680"/>
                  <a:gd name="textAreaRight" fmla="*/ 43704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91" name="Google Shape;208;p5"/>
              <p:cNvSpPr/>
              <p:nvPr/>
            </p:nvSpPr>
            <p:spPr>
              <a:xfrm rot="10800000">
                <a:off x="589320" y="448200"/>
                <a:ext cx="270000" cy="270000"/>
              </a:xfrm>
              <a:custGeom>
                <a:avLst/>
                <a:gdLst>
                  <a:gd name="textAreaLeft" fmla="*/ 0 w 270000"/>
                  <a:gd name="textAreaRight" fmla="*/ 27036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92" name="Google Shape;209;p5"/>
              <p:cNvSpPr/>
              <p:nvPr/>
            </p:nvSpPr>
            <p:spPr>
              <a:xfrm rot="10800000">
                <a:off x="584280" y="443520"/>
                <a:ext cx="279360" cy="279000"/>
              </a:xfrm>
              <a:custGeom>
                <a:avLst/>
                <a:gdLst>
                  <a:gd name="textAreaLeft" fmla="*/ 0 w 279360"/>
                  <a:gd name="textAreaRight" fmla="*/ 27972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93" name="Google Shape;210;p5"/>
            <p:cNvGrpSpPr/>
            <p:nvPr/>
          </p:nvGrpSpPr>
          <p:grpSpPr>
            <a:xfrm>
              <a:off x="578160" y="1153440"/>
              <a:ext cx="291600" cy="292320"/>
              <a:chOff x="578160" y="1153440"/>
              <a:chExt cx="291600" cy="292320"/>
            </a:xfrm>
          </p:grpSpPr>
          <p:sp>
            <p:nvSpPr>
              <p:cNvPr id="194" name="Google Shape;211;p5"/>
              <p:cNvSpPr/>
              <p:nvPr/>
            </p:nvSpPr>
            <p:spPr>
              <a:xfrm rot="10800000">
                <a:off x="582480" y="115848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95" name="Google Shape;212;p5"/>
              <p:cNvSpPr/>
              <p:nvPr/>
            </p:nvSpPr>
            <p:spPr>
              <a:xfrm rot="10800000">
                <a:off x="578160" y="115344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96" name="Google Shape;213;p5"/>
              <p:cNvSpPr/>
              <p:nvPr/>
            </p:nvSpPr>
            <p:spPr>
              <a:xfrm rot="10800000">
                <a:off x="644760" y="122076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97" name="Google Shape;214;p5"/>
              <p:cNvSpPr/>
              <p:nvPr/>
            </p:nvSpPr>
            <p:spPr>
              <a:xfrm rot="10800000">
                <a:off x="640080" y="121608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98" name="Google Shape;215;p5"/>
            <p:cNvGrpSpPr/>
            <p:nvPr/>
          </p:nvGrpSpPr>
          <p:grpSpPr>
            <a:xfrm>
              <a:off x="636480" y="1779120"/>
              <a:ext cx="174600" cy="174600"/>
              <a:chOff x="636480" y="1779120"/>
              <a:chExt cx="174600" cy="174600"/>
            </a:xfrm>
          </p:grpSpPr>
          <p:sp>
            <p:nvSpPr>
              <p:cNvPr id="199" name="Google Shape;216;p5"/>
              <p:cNvSpPr/>
              <p:nvPr/>
            </p:nvSpPr>
            <p:spPr>
              <a:xfrm rot="10800000">
                <a:off x="641160" y="1783440"/>
                <a:ext cx="165600" cy="165240"/>
              </a:xfrm>
              <a:custGeom>
                <a:avLst/>
                <a:gdLst>
                  <a:gd name="textAreaLeft" fmla="*/ 0 w 165600"/>
                  <a:gd name="textAreaRight" fmla="*/ 16596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00" name="Google Shape;217;p5"/>
              <p:cNvSpPr/>
              <p:nvPr/>
            </p:nvSpPr>
            <p:spPr>
              <a:xfrm rot="10800000">
                <a:off x="636480" y="1779120"/>
                <a:ext cx="174600" cy="174600"/>
              </a:xfrm>
              <a:custGeom>
                <a:avLst/>
                <a:gdLst>
                  <a:gd name="textAreaLeft" fmla="*/ 0 w 174600"/>
                  <a:gd name="textAreaRight" fmla="*/ 17496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01" name="Google Shape;218;p5"/>
              <p:cNvSpPr/>
              <p:nvPr/>
            </p:nvSpPr>
            <p:spPr>
              <a:xfrm rot="10800000">
                <a:off x="677880" y="1819800"/>
                <a:ext cx="92160" cy="92880"/>
              </a:xfrm>
              <a:custGeom>
                <a:avLst/>
                <a:gdLst>
                  <a:gd name="textAreaLeft" fmla="*/ 0 w 92160"/>
                  <a:gd name="textAreaRight" fmla="*/ 9252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02" name="Google Shape;219;p5"/>
              <p:cNvSpPr/>
              <p:nvPr/>
            </p:nvSpPr>
            <p:spPr>
              <a:xfrm rot="10800000">
                <a:off x="672840" y="1815480"/>
                <a:ext cx="102240" cy="101520"/>
              </a:xfrm>
              <a:custGeom>
                <a:avLst/>
                <a:gdLst>
                  <a:gd name="textAreaLeft" fmla="*/ 0 w 102240"/>
                  <a:gd name="textAreaRight" fmla="*/ 10260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03" name="Google Shape;220;p5"/>
            <p:cNvGrpSpPr/>
            <p:nvPr/>
          </p:nvGrpSpPr>
          <p:grpSpPr>
            <a:xfrm>
              <a:off x="432720" y="2003040"/>
              <a:ext cx="174960" cy="26640"/>
              <a:chOff x="432720" y="2003040"/>
              <a:chExt cx="174960" cy="26640"/>
            </a:xfrm>
          </p:grpSpPr>
          <p:sp>
            <p:nvSpPr>
              <p:cNvPr id="204" name="Google Shape;221;p5"/>
              <p:cNvSpPr/>
              <p:nvPr/>
            </p:nvSpPr>
            <p:spPr>
              <a:xfrm>
                <a:off x="432720" y="20030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05" name="Google Shape;222;p5"/>
              <p:cNvSpPr/>
              <p:nvPr/>
            </p:nvSpPr>
            <p:spPr>
              <a:xfrm>
                <a:off x="506880" y="20030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06" name="Google Shape;223;p5"/>
              <p:cNvSpPr/>
              <p:nvPr/>
            </p:nvSpPr>
            <p:spPr>
              <a:xfrm>
                <a:off x="581040" y="20030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07" name="Google Shape;224;p5"/>
            <p:cNvGrpSpPr/>
            <p:nvPr/>
          </p:nvGrpSpPr>
          <p:grpSpPr>
            <a:xfrm>
              <a:off x="788040" y="208440"/>
              <a:ext cx="174600" cy="26640"/>
              <a:chOff x="788040" y="208440"/>
              <a:chExt cx="174600" cy="26640"/>
            </a:xfrm>
          </p:grpSpPr>
          <p:sp>
            <p:nvSpPr>
              <p:cNvPr id="208" name="Google Shape;225;p5"/>
              <p:cNvSpPr/>
              <p:nvPr/>
            </p:nvSpPr>
            <p:spPr>
              <a:xfrm>
                <a:off x="788040" y="2084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09" name="Google Shape;226;p5"/>
              <p:cNvSpPr/>
              <p:nvPr/>
            </p:nvSpPr>
            <p:spPr>
              <a:xfrm>
                <a:off x="862200" y="2084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10" name="Google Shape;227;p5"/>
              <p:cNvSpPr/>
              <p:nvPr/>
            </p:nvSpPr>
            <p:spPr>
              <a:xfrm>
                <a:off x="936000" y="2084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11" name="Google Shape;228;p5"/>
            <p:cNvGrpSpPr/>
            <p:nvPr/>
          </p:nvGrpSpPr>
          <p:grpSpPr>
            <a:xfrm>
              <a:off x="8129520" y="4988880"/>
              <a:ext cx="174600" cy="26640"/>
              <a:chOff x="8129520" y="4988880"/>
              <a:chExt cx="174600" cy="26640"/>
            </a:xfrm>
          </p:grpSpPr>
          <p:sp>
            <p:nvSpPr>
              <p:cNvPr id="212" name="Google Shape;229;p5"/>
              <p:cNvSpPr/>
              <p:nvPr/>
            </p:nvSpPr>
            <p:spPr>
              <a:xfrm>
                <a:off x="8129520" y="498888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13" name="Google Shape;230;p5"/>
              <p:cNvSpPr/>
              <p:nvPr/>
            </p:nvSpPr>
            <p:spPr>
              <a:xfrm>
                <a:off x="8203320" y="498888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14" name="Google Shape;231;p5"/>
              <p:cNvSpPr/>
              <p:nvPr/>
            </p:nvSpPr>
            <p:spPr>
              <a:xfrm>
                <a:off x="8277480" y="498888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15" name="Google Shape;232;p5"/>
            <p:cNvGrpSpPr/>
            <p:nvPr/>
          </p:nvGrpSpPr>
          <p:grpSpPr>
            <a:xfrm>
              <a:off x="8497440" y="3429360"/>
              <a:ext cx="174600" cy="26640"/>
              <a:chOff x="8497440" y="3429360"/>
              <a:chExt cx="174600" cy="26640"/>
            </a:xfrm>
          </p:grpSpPr>
          <p:sp>
            <p:nvSpPr>
              <p:cNvPr id="216" name="Google Shape;233;p5"/>
              <p:cNvSpPr/>
              <p:nvPr/>
            </p:nvSpPr>
            <p:spPr>
              <a:xfrm>
                <a:off x="8497440" y="342936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17" name="Google Shape;234;p5"/>
              <p:cNvSpPr/>
              <p:nvPr/>
            </p:nvSpPr>
            <p:spPr>
              <a:xfrm>
                <a:off x="8571600" y="342936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18" name="Google Shape;235;p5"/>
              <p:cNvSpPr/>
              <p:nvPr/>
            </p:nvSpPr>
            <p:spPr>
              <a:xfrm>
                <a:off x="8645400" y="342936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cxnSp>
          <p:nvCxnSpPr>
            <p:cNvPr id="219" name="Google Shape;236;p5"/>
            <p:cNvCxnSpPr/>
            <p:nvPr/>
          </p:nvCxnSpPr>
          <p:spPr>
            <a:xfrm>
              <a:off x="8407080" y="0"/>
              <a:ext cx="360" cy="216108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cxnSp>
          <p:nvCxnSpPr>
            <p:cNvPr id="220" name="Google Shape;237;p5"/>
            <p:cNvCxnSpPr/>
            <p:nvPr/>
          </p:nvCxnSpPr>
          <p:spPr>
            <a:xfrm>
              <a:off x="717840" y="2985480"/>
              <a:ext cx="360" cy="216108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sp>
          <p:nvSpPr>
            <p:cNvPr id="221" name="Google Shape;238;p5"/>
            <p:cNvSpPr/>
            <p:nvPr/>
          </p:nvSpPr>
          <p:spPr>
            <a:xfrm>
              <a:off x="671760" y="4587840"/>
              <a:ext cx="92160" cy="92160"/>
            </a:xfrm>
            <a:prstGeom prst="ellipse">
              <a:avLst/>
            </a:prstGeom>
            <a:solidFill>
              <a:schemeClr val="dk1"/>
            </a:solidFill>
            <a:ln w="9525">
              <a:solidFill>
                <a:srgbClr val="3d3d3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22" name="Google Shape;239;p5"/>
            <p:cNvSpPr/>
            <p:nvPr/>
          </p:nvSpPr>
          <p:spPr>
            <a:xfrm>
              <a:off x="671760" y="3940200"/>
              <a:ext cx="92160" cy="92160"/>
            </a:xfrm>
            <a:prstGeom prst="ellipse">
              <a:avLst/>
            </a:prstGeom>
            <a:solidFill>
              <a:schemeClr val="dk1"/>
            </a:solidFill>
            <a:ln w="9525">
              <a:solidFill>
                <a:srgbClr val="3d3d3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23" name="Google Shape;240;p5"/>
            <p:cNvSpPr/>
            <p:nvPr/>
          </p:nvSpPr>
          <p:spPr>
            <a:xfrm>
              <a:off x="8361000" y="1453680"/>
              <a:ext cx="92160" cy="92160"/>
            </a:xfrm>
            <a:prstGeom prst="ellipse">
              <a:avLst/>
            </a:prstGeom>
            <a:solidFill>
              <a:schemeClr val="dk1"/>
            </a:solidFill>
            <a:ln w="9525">
              <a:solidFill>
                <a:srgbClr val="3d3d3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24" name="Google Shape;241;p5"/>
            <p:cNvSpPr/>
            <p:nvPr/>
          </p:nvSpPr>
          <p:spPr>
            <a:xfrm>
              <a:off x="8361000" y="234720"/>
              <a:ext cx="92160" cy="92160"/>
            </a:xfrm>
            <a:prstGeom prst="ellipse">
              <a:avLst/>
            </a:prstGeom>
            <a:solidFill>
              <a:schemeClr val="dk1"/>
            </a:solidFill>
            <a:ln w="9525">
              <a:solidFill>
                <a:srgbClr val="3d3d3d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32760" bIns="32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225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Google Shape;367;p8"/>
          <p:cNvGrpSpPr/>
          <p:nvPr/>
        </p:nvGrpSpPr>
        <p:grpSpPr>
          <a:xfrm>
            <a:off x="1349640" y="598320"/>
            <a:ext cx="6453360" cy="3630600"/>
            <a:chOff x="1349640" y="598320"/>
            <a:chExt cx="6453360" cy="3630600"/>
          </a:xfrm>
        </p:grpSpPr>
        <p:sp>
          <p:nvSpPr>
            <p:cNvPr id="230" name="Google Shape;368;p8"/>
            <p:cNvSpPr/>
            <p:nvPr/>
          </p:nvSpPr>
          <p:spPr>
            <a:xfrm>
              <a:off x="1349640" y="598320"/>
              <a:ext cx="6453360" cy="3630600"/>
            </a:xfrm>
            <a:custGeom>
              <a:avLst/>
              <a:gdLst>
                <a:gd name="textAreaLeft" fmla="*/ 0 w 6453360"/>
                <a:gd name="textAreaRight" fmla="*/ 6453720 w 6453360"/>
                <a:gd name="textAreaTop" fmla="*/ 0 h 3630600"/>
                <a:gd name="textAreaBottom" fmla="*/ 3630960 h 3630600"/>
              </a:gdLst>
              <a:ahLst/>
              <a:rect l="textAreaLeft" t="textAreaTop" r="textAreaRight" b="textAreaBottom"/>
              <a:pathLst>
                <a:path w="277371" h="13262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31" name="Google Shape;369;p8"/>
            <p:cNvSpPr/>
            <p:nvPr/>
          </p:nvSpPr>
          <p:spPr>
            <a:xfrm>
              <a:off x="1397520" y="599040"/>
              <a:ext cx="6368040" cy="3629520"/>
            </a:xfrm>
            <a:custGeom>
              <a:avLst/>
              <a:gdLst>
                <a:gd name="textAreaLeft" fmla="*/ 0 w 6368040"/>
                <a:gd name="textAreaRight" fmla="*/ 6368400 w 6368040"/>
                <a:gd name="textAreaTop" fmla="*/ 0 h 3629520"/>
                <a:gd name="textAreaBottom" fmla="*/ 3629880 h 3629520"/>
              </a:gdLst>
              <a:ahLst/>
              <a:rect l="textAreaLeft" t="textAreaTop" r="textAreaRight" b="textAreaBottom"/>
              <a:pathLst>
                <a:path w="273708" h="13258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2624400" y="1620720"/>
            <a:ext cx="3904200" cy="190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ru-RU" sz="73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7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33" name="Google Shape;371;p8"/>
          <p:cNvGrpSpPr/>
          <p:nvPr/>
        </p:nvGrpSpPr>
        <p:grpSpPr>
          <a:xfrm>
            <a:off x="-6840" y="-6480"/>
            <a:ext cx="9152280" cy="5101560"/>
            <a:chOff x="-6840" y="-6480"/>
            <a:chExt cx="9152280" cy="5101560"/>
          </a:xfrm>
        </p:grpSpPr>
        <p:cxnSp>
          <p:nvCxnSpPr>
            <p:cNvPr id="234" name="Google Shape;372;p8"/>
            <p:cNvCxnSpPr/>
            <p:nvPr/>
          </p:nvCxnSpPr>
          <p:spPr>
            <a:xfrm>
              <a:off x="2904120" y="4512960"/>
              <a:ext cx="1133280" cy="30672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cxnSp>
          <p:nvCxnSpPr>
            <p:cNvPr id="235" name="Google Shape;373;p8"/>
            <p:cNvCxnSpPr/>
            <p:nvPr/>
          </p:nvCxnSpPr>
          <p:spPr>
            <a:xfrm flipV="1">
              <a:off x="1562040" y="4492080"/>
              <a:ext cx="1342440" cy="31572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cxnSp>
          <p:nvCxnSpPr>
            <p:cNvPr id="236" name="Google Shape;374;p8"/>
            <p:cNvCxnSpPr/>
            <p:nvPr/>
          </p:nvCxnSpPr>
          <p:spPr>
            <a:xfrm>
              <a:off x="259200" y="4407840"/>
              <a:ext cx="1332360" cy="39240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cxnSp>
          <p:nvCxnSpPr>
            <p:cNvPr id="237" name="Google Shape;375;p8"/>
            <p:cNvCxnSpPr/>
            <p:nvPr/>
          </p:nvCxnSpPr>
          <p:spPr>
            <a:xfrm>
              <a:off x="-6840" y="3993480"/>
              <a:ext cx="273960" cy="40752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grpSp>
          <p:nvGrpSpPr>
            <p:cNvPr id="238" name="Google Shape;376;p8"/>
            <p:cNvGrpSpPr/>
            <p:nvPr/>
          </p:nvGrpSpPr>
          <p:grpSpPr>
            <a:xfrm>
              <a:off x="1278000" y="4512960"/>
              <a:ext cx="581400" cy="582120"/>
              <a:chOff x="1278000" y="4512960"/>
              <a:chExt cx="581400" cy="582120"/>
            </a:xfrm>
          </p:grpSpPr>
          <p:sp>
            <p:nvSpPr>
              <p:cNvPr id="239" name="Google Shape;377;p8"/>
              <p:cNvSpPr/>
              <p:nvPr/>
            </p:nvSpPr>
            <p:spPr>
              <a:xfrm flipH="1">
                <a:off x="1282680" y="4518000"/>
                <a:ext cx="572400" cy="572040"/>
              </a:xfrm>
              <a:custGeom>
                <a:avLst/>
                <a:gdLst>
                  <a:gd name="textAreaLeft" fmla="*/ 360 w 572400"/>
                  <a:gd name="textAreaRight" fmla="*/ 57312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0" name="Google Shape;378;p8"/>
              <p:cNvSpPr/>
              <p:nvPr/>
            </p:nvSpPr>
            <p:spPr>
              <a:xfrm flipH="1">
                <a:off x="1277640" y="4512960"/>
                <a:ext cx="581400" cy="582120"/>
              </a:xfrm>
              <a:custGeom>
                <a:avLst/>
                <a:gdLst>
                  <a:gd name="textAreaLeft" fmla="*/ -360 w 581400"/>
                  <a:gd name="textAreaRight" fmla="*/ 58140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1" name="Google Shape;379;p8"/>
              <p:cNvSpPr/>
              <p:nvPr/>
            </p:nvSpPr>
            <p:spPr>
              <a:xfrm flipH="1">
                <a:off x="1355400" y="4590720"/>
                <a:ext cx="427680" cy="426960"/>
              </a:xfrm>
              <a:custGeom>
                <a:avLst/>
                <a:gdLst>
                  <a:gd name="textAreaLeft" fmla="*/ 360 w 427680"/>
                  <a:gd name="textAreaRight" fmla="*/ 42840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2" name="Google Shape;380;p8"/>
              <p:cNvSpPr/>
              <p:nvPr/>
            </p:nvSpPr>
            <p:spPr>
              <a:xfrm flipH="1">
                <a:off x="1350000" y="4585680"/>
                <a:ext cx="436680" cy="437040"/>
              </a:xfrm>
              <a:custGeom>
                <a:avLst/>
                <a:gdLst>
                  <a:gd name="textAreaLeft" fmla="*/ -360 w 436680"/>
                  <a:gd name="textAreaRight" fmla="*/ 43668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3" name="Google Shape;381;p8"/>
              <p:cNvSpPr/>
              <p:nvPr/>
            </p:nvSpPr>
            <p:spPr>
              <a:xfrm flipH="1">
                <a:off x="1434240" y="4669200"/>
                <a:ext cx="270000" cy="270000"/>
              </a:xfrm>
              <a:custGeom>
                <a:avLst/>
                <a:gdLst>
                  <a:gd name="textAreaLeft" fmla="*/ 360 w 270000"/>
                  <a:gd name="textAreaRight" fmla="*/ 27072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4" name="Google Shape;382;p8"/>
              <p:cNvSpPr/>
              <p:nvPr/>
            </p:nvSpPr>
            <p:spPr>
              <a:xfrm flipH="1">
                <a:off x="1429200" y="4664520"/>
                <a:ext cx="279360" cy="279000"/>
              </a:xfrm>
              <a:custGeom>
                <a:avLst/>
                <a:gdLst>
                  <a:gd name="textAreaLeft" fmla="*/ 360 w 279360"/>
                  <a:gd name="textAreaRight" fmla="*/ 28008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45" name="Google Shape;383;p8"/>
            <p:cNvGrpSpPr/>
            <p:nvPr/>
          </p:nvGrpSpPr>
          <p:grpSpPr>
            <a:xfrm>
              <a:off x="2747520" y="4340520"/>
              <a:ext cx="291600" cy="292320"/>
              <a:chOff x="2747520" y="4340520"/>
              <a:chExt cx="291600" cy="292320"/>
            </a:xfrm>
          </p:grpSpPr>
          <p:sp>
            <p:nvSpPr>
              <p:cNvPr id="246" name="Google Shape;384;p8"/>
              <p:cNvSpPr/>
              <p:nvPr/>
            </p:nvSpPr>
            <p:spPr>
              <a:xfrm flipH="1">
                <a:off x="2752200" y="4345560"/>
                <a:ext cx="282240" cy="282240"/>
              </a:xfrm>
              <a:custGeom>
                <a:avLst/>
                <a:gdLst>
                  <a:gd name="textAreaLeft" fmla="*/ 360 w 282240"/>
                  <a:gd name="textAreaRight" fmla="*/ 28296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7" name="Google Shape;385;p8"/>
              <p:cNvSpPr/>
              <p:nvPr/>
            </p:nvSpPr>
            <p:spPr>
              <a:xfrm flipH="1">
                <a:off x="2747520" y="4340520"/>
                <a:ext cx="291600" cy="292320"/>
              </a:xfrm>
              <a:custGeom>
                <a:avLst/>
                <a:gdLst>
                  <a:gd name="textAreaLeft" fmla="*/ 360 w 291600"/>
                  <a:gd name="textAreaRight" fmla="*/ 29232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8" name="Google Shape;386;p8"/>
              <p:cNvSpPr/>
              <p:nvPr/>
            </p:nvSpPr>
            <p:spPr>
              <a:xfrm flipH="1">
                <a:off x="2813760" y="4407480"/>
                <a:ext cx="158040" cy="158040"/>
              </a:xfrm>
              <a:custGeom>
                <a:avLst/>
                <a:gdLst>
                  <a:gd name="textAreaLeft" fmla="*/ -360 w 158040"/>
                  <a:gd name="textAreaRight" fmla="*/ 15804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49" name="Google Shape;387;p8"/>
              <p:cNvSpPr/>
              <p:nvPr/>
            </p:nvSpPr>
            <p:spPr>
              <a:xfrm flipH="1">
                <a:off x="2808720" y="4402800"/>
                <a:ext cx="167400" cy="167400"/>
              </a:xfrm>
              <a:custGeom>
                <a:avLst/>
                <a:gdLst>
                  <a:gd name="textAreaLeft" fmla="*/ -360 w 167400"/>
                  <a:gd name="textAreaRight" fmla="*/ 16740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50" name="Google Shape;388;p8"/>
            <p:cNvGrpSpPr/>
            <p:nvPr/>
          </p:nvGrpSpPr>
          <p:grpSpPr>
            <a:xfrm>
              <a:off x="171000" y="4314960"/>
              <a:ext cx="174600" cy="174600"/>
              <a:chOff x="171000" y="4314960"/>
              <a:chExt cx="174600" cy="174600"/>
            </a:xfrm>
          </p:grpSpPr>
          <p:sp>
            <p:nvSpPr>
              <p:cNvPr id="251" name="Google Shape;389;p8"/>
              <p:cNvSpPr/>
              <p:nvPr/>
            </p:nvSpPr>
            <p:spPr>
              <a:xfrm flipH="1">
                <a:off x="175680" y="4320000"/>
                <a:ext cx="165600" cy="165240"/>
              </a:xfrm>
              <a:custGeom>
                <a:avLst/>
                <a:gdLst>
                  <a:gd name="textAreaLeft" fmla="*/ 360 w 165600"/>
                  <a:gd name="textAreaRight" fmla="*/ 16632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52" name="Google Shape;390;p8"/>
              <p:cNvSpPr/>
              <p:nvPr/>
            </p:nvSpPr>
            <p:spPr>
              <a:xfrm flipH="1">
                <a:off x="170640" y="4314960"/>
                <a:ext cx="174600" cy="174600"/>
              </a:xfrm>
              <a:custGeom>
                <a:avLst/>
                <a:gdLst>
                  <a:gd name="textAreaLeft" fmla="*/ -360 w 174600"/>
                  <a:gd name="textAreaRight" fmla="*/ 17460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53" name="Google Shape;391;p8"/>
              <p:cNvSpPr/>
              <p:nvPr/>
            </p:nvSpPr>
            <p:spPr>
              <a:xfrm flipH="1">
                <a:off x="212400" y="4356360"/>
                <a:ext cx="92160" cy="92880"/>
              </a:xfrm>
              <a:custGeom>
                <a:avLst/>
                <a:gdLst>
                  <a:gd name="textAreaLeft" fmla="*/ 360 w 92160"/>
                  <a:gd name="textAreaRight" fmla="*/ 9288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54" name="Google Shape;392;p8"/>
              <p:cNvSpPr/>
              <p:nvPr/>
            </p:nvSpPr>
            <p:spPr>
              <a:xfrm flipH="1">
                <a:off x="207360" y="4351680"/>
                <a:ext cx="102240" cy="101520"/>
              </a:xfrm>
              <a:custGeom>
                <a:avLst/>
                <a:gdLst>
                  <a:gd name="textAreaLeft" fmla="*/ 360 w 102240"/>
                  <a:gd name="textAreaRight" fmla="*/ 10296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55" name="Google Shape;393;p8"/>
            <p:cNvGrpSpPr/>
            <p:nvPr/>
          </p:nvGrpSpPr>
          <p:grpSpPr>
            <a:xfrm>
              <a:off x="3872880" y="4657680"/>
              <a:ext cx="292680" cy="293040"/>
              <a:chOff x="3872880" y="4657680"/>
              <a:chExt cx="292680" cy="293040"/>
            </a:xfrm>
          </p:grpSpPr>
          <p:sp>
            <p:nvSpPr>
              <p:cNvPr id="256" name="Google Shape;394;p8"/>
              <p:cNvSpPr/>
              <p:nvPr/>
            </p:nvSpPr>
            <p:spPr>
              <a:xfrm flipH="1">
                <a:off x="3874680" y="4660200"/>
                <a:ext cx="288360" cy="288000"/>
              </a:xfrm>
              <a:custGeom>
                <a:avLst/>
                <a:gdLst>
                  <a:gd name="textAreaLeft" fmla="*/ -360 w 288360"/>
                  <a:gd name="textAreaRight" fmla="*/ 288360 w 288360"/>
                  <a:gd name="textAreaTop" fmla="*/ 0 h 288000"/>
                  <a:gd name="textAreaBottom" fmla="*/ 288360 h 28800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57" name="Google Shape;395;p8"/>
              <p:cNvSpPr/>
              <p:nvPr/>
            </p:nvSpPr>
            <p:spPr>
              <a:xfrm flipH="1">
                <a:off x="3872520" y="4657680"/>
                <a:ext cx="292680" cy="29304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293040"/>
                  <a:gd name="textAreaBottom" fmla="*/ 293400 h 29304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58" name="Google Shape;396;p8"/>
              <p:cNvSpPr/>
              <p:nvPr/>
            </p:nvSpPr>
            <p:spPr>
              <a:xfrm flipH="1">
                <a:off x="3911760" y="4696560"/>
                <a:ext cx="215280" cy="214920"/>
              </a:xfrm>
              <a:custGeom>
                <a:avLst/>
                <a:gdLst>
                  <a:gd name="textAreaLeft" fmla="*/ 360 w 215280"/>
                  <a:gd name="textAreaRight" fmla="*/ 216000 w 215280"/>
                  <a:gd name="textAreaTop" fmla="*/ 0 h 214920"/>
                  <a:gd name="textAreaBottom" fmla="*/ 215280 h 21492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59" name="Google Shape;397;p8"/>
              <p:cNvSpPr/>
              <p:nvPr/>
            </p:nvSpPr>
            <p:spPr>
              <a:xfrm flipH="1">
                <a:off x="3909600" y="4694040"/>
                <a:ext cx="219600" cy="219960"/>
              </a:xfrm>
              <a:custGeom>
                <a:avLst/>
                <a:gdLst>
                  <a:gd name="textAreaLeft" fmla="*/ 360 w 219600"/>
                  <a:gd name="textAreaRight" fmla="*/ 220320 w 219600"/>
                  <a:gd name="textAreaTop" fmla="*/ 0 h 219960"/>
                  <a:gd name="textAreaBottom" fmla="*/ 220320 h 21996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60" name="Google Shape;398;p8"/>
              <p:cNvSpPr/>
              <p:nvPr/>
            </p:nvSpPr>
            <p:spPr>
              <a:xfrm flipH="1">
                <a:off x="3951000" y="4736160"/>
                <a:ext cx="135720" cy="135720"/>
              </a:xfrm>
              <a:custGeom>
                <a:avLst/>
                <a:gdLst>
                  <a:gd name="textAreaLeft" fmla="*/ -360 w 135720"/>
                  <a:gd name="textAreaRight" fmla="*/ 135720 w 135720"/>
                  <a:gd name="textAreaTop" fmla="*/ 0 h 135720"/>
                  <a:gd name="textAreaBottom" fmla="*/ 136080 h 13572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8040" bIns="68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61" name="Google Shape;399;p8"/>
              <p:cNvSpPr/>
              <p:nvPr/>
            </p:nvSpPr>
            <p:spPr>
              <a:xfrm flipH="1">
                <a:off x="3948480" y="4734000"/>
                <a:ext cx="140760" cy="140400"/>
              </a:xfrm>
              <a:custGeom>
                <a:avLst/>
                <a:gdLst>
                  <a:gd name="textAreaLeft" fmla="*/ -360 w 140760"/>
                  <a:gd name="textAreaRight" fmla="*/ 140760 w 140760"/>
                  <a:gd name="textAreaTop" fmla="*/ 0 h 140400"/>
                  <a:gd name="textAreaBottom" fmla="*/ 140760 h 1404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0200" bIns="70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62" name="Google Shape;400;p8"/>
            <p:cNvGrpSpPr/>
            <p:nvPr/>
          </p:nvGrpSpPr>
          <p:grpSpPr>
            <a:xfrm>
              <a:off x="242280" y="4142520"/>
              <a:ext cx="174600" cy="26640"/>
              <a:chOff x="242280" y="4142520"/>
              <a:chExt cx="174600" cy="26640"/>
            </a:xfrm>
          </p:grpSpPr>
          <p:sp>
            <p:nvSpPr>
              <p:cNvPr id="263" name="Google Shape;401;p8"/>
              <p:cNvSpPr/>
              <p:nvPr/>
            </p:nvSpPr>
            <p:spPr>
              <a:xfrm flipH="1">
                <a:off x="390240" y="414252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64" name="Google Shape;402;p8"/>
              <p:cNvSpPr/>
              <p:nvPr/>
            </p:nvSpPr>
            <p:spPr>
              <a:xfrm flipH="1">
                <a:off x="316440" y="414252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65" name="Google Shape;403;p8"/>
              <p:cNvSpPr/>
              <p:nvPr/>
            </p:nvSpPr>
            <p:spPr>
              <a:xfrm flipH="1">
                <a:off x="242280" y="414252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cxnSp>
          <p:nvCxnSpPr>
            <p:cNvPr id="266" name="Google Shape;404;p8"/>
            <p:cNvCxnSpPr/>
            <p:nvPr/>
          </p:nvCxnSpPr>
          <p:spPr>
            <a:xfrm flipH="1" flipV="1">
              <a:off x="5994720" y="226440"/>
              <a:ext cx="1505160" cy="22500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cxnSp>
          <p:nvCxnSpPr>
            <p:cNvPr id="267" name="Google Shape;405;p8"/>
            <p:cNvCxnSpPr/>
            <p:nvPr/>
          </p:nvCxnSpPr>
          <p:spPr>
            <a:xfrm flipH="1" flipV="1">
              <a:off x="7512840" y="457560"/>
              <a:ext cx="829800" cy="74376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cxnSp>
          <p:nvCxnSpPr>
            <p:cNvPr id="268" name="Google Shape;406;p8"/>
            <p:cNvCxnSpPr/>
            <p:nvPr/>
          </p:nvCxnSpPr>
          <p:spPr>
            <a:xfrm flipH="1">
              <a:off x="8348760" y="-6480"/>
              <a:ext cx="797040" cy="1188000"/>
            </a:xfrm>
            <a:prstGeom prst="straightConnector1">
              <a:avLst/>
            </a:prstGeom>
            <a:ln w="9525">
              <a:solidFill>
                <a:srgbClr val="3d3d3d"/>
              </a:solidFill>
              <a:round/>
            </a:ln>
          </p:spPr>
        </p:cxnSp>
        <p:grpSp>
          <p:nvGrpSpPr>
            <p:cNvPr id="269" name="Google Shape;407;p8"/>
            <p:cNvGrpSpPr/>
            <p:nvPr/>
          </p:nvGrpSpPr>
          <p:grpSpPr>
            <a:xfrm>
              <a:off x="8064360" y="1040400"/>
              <a:ext cx="581400" cy="582120"/>
              <a:chOff x="8064360" y="1040400"/>
              <a:chExt cx="581400" cy="582120"/>
            </a:xfrm>
          </p:grpSpPr>
          <p:sp>
            <p:nvSpPr>
              <p:cNvPr id="270" name="Google Shape;408;p8"/>
              <p:cNvSpPr/>
              <p:nvPr/>
            </p:nvSpPr>
            <p:spPr>
              <a:xfrm>
                <a:off x="8068680" y="1045440"/>
                <a:ext cx="572400" cy="572040"/>
              </a:xfrm>
              <a:custGeom>
                <a:avLst/>
                <a:gdLst>
                  <a:gd name="textAreaLeft" fmla="*/ 0 w 572400"/>
                  <a:gd name="textAreaRight" fmla="*/ 572760 w 572400"/>
                  <a:gd name="textAreaTop" fmla="*/ 0 h 572040"/>
                  <a:gd name="textAreaBottom" fmla="*/ 572400 h 57204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71" name="Google Shape;409;p8"/>
              <p:cNvSpPr/>
              <p:nvPr/>
            </p:nvSpPr>
            <p:spPr>
              <a:xfrm>
                <a:off x="8064360" y="1040400"/>
                <a:ext cx="581400" cy="582120"/>
              </a:xfrm>
              <a:custGeom>
                <a:avLst/>
                <a:gdLst>
                  <a:gd name="textAreaLeft" fmla="*/ 0 w 581400"/>
                  <a:gd name="textAreaRight" fmla="*/ 581760 w 581400"/>
                  <a:gd name="textAreaTop" fmla="*/ 0 h 582120"/>
                  <a:gd name="textAreaBottom" fmla="*/ 582480 h 58212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72" name="Google Shape;410;p8"/>
              <p:cNvSpPr/>
              <p:nvPr/>
            </p:nvSpPr>
            <p:spPr>
              <a:xfrm>
                <a:off x="8141040" y="1117800"/>
                <a:ext cx="427680" cy="426960"/>
              </a:xfrm>
              <a:custGeom>
                <a:avLst/>
                <a:gdLst>
                  <a:gd name="textAreaLeft" fmla="*/ 0 w 427680"/>
                  <a:gd name="textAreaRight" fmla="*/ 428040 w 427680"/>
                  <a:gd name="textAreaTop" fmla="*/ 0 h 426960"/>
                  <a:gd name="textAreaBottom" fmla="*/ 427320 h 42696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73" name="Google Shape;411;p8"/>
              <p:cNvSpPr/>
              <p:nvPr/>
            </p:nvSpPr>
            <p:spPr>
              <a:xfrm>
                <a:off x="8136720" y="1112760"/>
                <a:ext cx="436680" cy="437040"/>
              </a:xfrm>
              <a:custGeom>
                <a:avLst/>
                <a:gdLst>
                  <a:gd name="textAreaLeft" fmla="*/ 0 w 436680"/>
                  <a:gd name="textAreaRight" fmla="*/ 437040 w 436680"/>
                  <a:gd name="textAreaTop" fmla="*/ 0 h 437040"/>
                  <a:gd name="textAreaBottom" fmla="*/ 437400 h 4370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74" name="Google Shape;412;p8"/>
              <p:cNvSpPr/>
              <p:nvPr/>
            </p:nvSpPr>
            <p:spPr>
              <a:xfrm>
                <a:off x="8219880" y="1196280"/>
                <a:ext cx="270000" cy="270000"/>
              </a:xfrm>
              <a:custGeom>
                <a:avLst/>
                <a:gdLst>
                  <a:gd name="textAreaLeft" fmla="*/ 0 w 270000"/>
                  <a:gd name="textAreaRight" fmla="*/ 270360 w 270000"/>
                  <a:gd name="textAreaTop" fmla="*/ 0 h 270000"/>
                  <a:gd name="textAreaBottom" fmla="*/ 270360 h 27000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75" name="Google Shape;413;p8"/>
              <p:cNvSpPr/>
              <p:nvPr/>
            </p:nvSpPr>
            <p:spPr>
              <a:xfrm>
                <a:off x="8215200" y="1191960"/>
                <a:ext cx="279360" cy="279000"/>
              </a:xfrm>
              <a:custGeom>
                <a:avLst/>
                <a:gdLst>
                  <a:gd name="textAreaLeft" fmla="*/ 0 w 279360"/>
                  <a:gd name="textAreaRight" fmla="*/ 279720 w 279360"/>
                  <a:gd name="textAreaTop" fmla="*/ 0 h 279000"/>
                  <a:gd name="textAreaBottom" fmla="*/ 279360 h 27900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76" name="Google Shape;414;p8"/>
            <p:cNvGrpSpPr/>
            <p:nvPr/>
          </p:nvGrpSpPr>
          <p:grpSpPr>
            <a:xfrm>
              <a:off x="7353000" y="316440"/>
              <a:ext cx="291600" cy="292320"/>
              <a:chOff x="7353000" y="316440"/>
              <a:chExt cx="291600" cy="292320"/>
            </a:xfrm>
          </p:grpSpPr>
          <p:sp>
            <p:nvSpPr>
              <p:cNvPr id="277" name="Google Shape;415;p8"/>
              <p:cNvSpPr/>
              <p:nvPr/>
            </p:nvSpPr>
            <p:spPr>
              <a:xfrm>
                <a:off x="7358040" y="32112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78" name="Google Shape;416;p8"/>
              <p:cNvSpPr/>
              <p:nvPr/>
            </p:nvSpPr>
            <p:spPr>
              <a:xfrm>
                <a:off x="7353000" y="31644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79" name="Google Shape;417;p8"/>
              <p:cNvSpPr/>
              <p:nvPr/>
            </p:nvSpPr>
            <p:spPr>
              <a:xfrm>
                <a:off x="7419960" y="38304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80" name="Google Shape;418;p8"/>
              <p:cNvSpPr/>
              <p:nvPr/>
            </p:nvSpPr>
            <p:spPr>
              <a:xfrm>
                <a:off x="7415640" y="37872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81" name="Google Shape;419;p8"/>
            <p:cNvGrpSpPr/>
            <p:nvPr/>
          </p:nvGrpSpPr>
          <p:grpSpPr>
            <a:xfrm>
              <a:off x="8792280" y="321120"/>
              <a:ext cx="174600" cy="174600"/>
              <a:chOff x="8792280" y="321120"/>
              <a:chExt cx="174600" cy="174600"/>
            </a:xfrm>
          </p:grpSpPr>
          <p:sp>
            <p:nvSpPr>
              <p:cNvPr id="282" name="Google Shape;420;p8"/>
              <p:cNvSpPr/>
              <p:nvPr/>
            </p:nvSpPr>
            <p:spPr>
              <a:xfrm>
                <a:off x="8796600" y="326160"/>
                <a:ext cx="165600" cy="165240"/>
              </a:xfrm>
              <a:custGeom>
                <a:avLst/>
                <a:gdLst>
                  <a:gd name="textAreaLeft" fmla="*/ 0 w 165600"/>
                  <a:gd name="textAreaRight" fmla="*/ 165960 w 1656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6644" h="6621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2800" bIns="828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83" name="Google Shape;421;p8"/>
              <p:cNvSpPr/>
              <p:nvPr/>
            </p:nvSpPr>
            <p:spPr>
              <a:xfrm>
                <a:off x="8792280" y="321120"/>
                <a:ext cx="174600" cy="174600"/>
              </a:xfrm>
              <a:custGeom>
                <a:avLst/>
                <a:gdLst>
                  <a:gd name="textAreaLeft" fmla="*/ 0 w 174600"/>
                  <a:gd name="textAreaRight" fmla="*/ 174960 w 174600"/>
                  <a:gd name="textAreaTop" fmla="*/ 0 h 174600"/>
                  <a:gd name="textAreaBottom" fmla="*/ 174960 h 174600"/>
                </a:gdLst>
                <a:ahLst/>
                <a:rect l="textAreaLeft" t="textAreaTop" r="textAreaRight" b="textAreaBottom"/>
                <a:pathLst>
                  <a:path w="7000" h="700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7480" bIns="87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84" name="Google Shape;422;p8"/>
              <p:cNvSpPr/>
              <p:nvPr/>
            </p:nvSpPr>
            <p:spPr>
              <a:xfrm>
                <a:off x="8833680" y="362520"/>
                <a:ext cx="92160" cy="92880"/>
              </a:xfrm>
              <a:custGeom>
                <a:avLst/>
                <a:gdLst>
                  <a:gd name="textAreaLeft" fmla="*/ 0 w 92160"/>
                  <a:gd name="textAreaRight" fmla="*/ 92520 w 92160"/>
                  <a:gd name="textAreaTop" fmla="*/ 0 h 92880"/>
                  <a:gd name="textAreaBottom" fmla="*/ 93240 h 92880"/>
                </a:gdLst>
                <a:ahLst/>
                <a:rect l="textAreaLeft" t="textAreaTop" r="textAreaRight" b="textAreaBottom"/>
                <a:pathLst>
                  <a:path w="3702" h="3723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6440" bIns="46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85" name="Google Shape;423;p8"/>
              <p:cNvSpPr/>
              <p:nvPr/>
            </p:nvSpPr>
            <p:spPr>
              <a:xfrm>
                <a:off x="8828640" y="358200"/>
                <a:ext cx="102240" cy="101520"/>
              </a:xfrm>
              <a:custGeom>
                <a:avLst/>
                <a:gdLst>
                  <a:gd name="textAreaLeft" fmla="*/ 0 w 102240"/>
                  <a:gd name="textAreaRight" fmla="*/ 102600 w 102240"/>
                  <a:gd name="textAreaTop" fmla="*/ 0 h 101520"/>
                  <a:gd name="textAreaBottom" fmla="*/ 101880 h 101520"/>
                </a:gdLst>
                <a:ahLst/>
                <a:rect l="textAreaLeft" t="textAreaTop" r="textAreaRight" b="textAreaBottom"/>
                <a:pathLst>
                  <a:path w="4102" h="408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0760" bIns="507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sp>
          <p:nvSpPr>
            <p:cNvPr id="286" name="Google Shape;424;p8"/>
            <p:cNvSpPr/>
            <p:nvPr/>
          </p:nvSpPr>
          <p:spPr>
            <a:xfrm>
              <a:off x="5829480" y="68760"/>
              <a:ext cx="288360" cy="288000"/>
            </a:xfrm>
            <a:custGeom>
              <a:avLst/>
              <a:gdLst>
                <a:gd name="textAreaLeft" fmla="*/ 0 w 288360"/>
                <a:gd name="textAreaRight" fmla="*/ 288720 w 288360"/>
                <a:gd name="textAreaTop" fmla="*/ 0 h 288000"/>
                <a:gd name="textAreaBottom" fmla="*/ 288360 h 28800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87" name="Google Shape;425;p8"/>
            <p:cNvSpPr/>
            <p:nvPr/>
          </p:nvSpPr>
          <p:spPr>
            <a:xfrm>
              <a:off x="5826960" y="66240"/>
              <a:ext cx="292680" cy="293040"/>
            </a:xfrm>
            <a:custGeom>
              <a:avLst/>
              <a:gdLst>
                <a:gd name="textAreaLeft" fmla="*/ 0 w 292680"/>
                <a:gd name="textAreaRight" fmla="*/ 293040 w 292680"/>
                <a:gd name="textAreaTop" fmla="*/ 0 h 293040"/>
                <a:gd name="textAreaBottom" fmla="*/ 293400 h 29304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88" name="Google Shape;426;p8"/>
            <p:cNvSpPr/>
            <p:nvPr/>
          </p:nvSpPr>
          <p:spPr>
            <a:xfrm>
              <a:off x="5865840" y="105120"/>
              <a:ext cx="215280" cy="214920"/>
            </a:xfrm>
            <a:custGeom>
              <a:avLst/>
              <a:gdLst>
                <a:gd name="textAreaLeft" fmla="*/ 0 w 215280"/>
                <a:gd name="textAreaRight" fmla="*/ 215640 w 215280"/>
                <a:gd name="textAreaTop" fmla="*/ 0 h 214920"/>
                <a:gd name="textAreaBottom" fmla="*/ 215280 h 21492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89" name="Google Shape;427;p8"/>
            <p:cNvSpPr/>
            <p:nvPr/>
          </p:nvSpPr>
          <p:spPr>
            <a:xfrm>
              <a:off x="5863680" y="102600"/>
              <a:ext cx="219600" cy="21996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219960"/>
                <a:gd name="textAreaBottom" fmla="*/ 220320 h 21996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90" name="Google Shape;428;p8"/>
            <p:cNvSpPr/>
            <p:nvPr/>
          </p:nvSpPr>
          <p:spPr>
            <a:xfrm>
              <a:off x="5905440" y="144720"/>
              <a:ext cx="135720" cy="135720"/>
            </a:xfrm>
            <a:custGeom>
              <a:avLst/>
              <a:gdLst>
                <a:gd name="textAreaLeft" fmla="*/ 0 w 135720"/>
                <a:gd name="textAreaRight" fmla="*/ 136080 w 135720"/>
                <a:gd name="textAreaTop" fmla="*/ 0 h 135720"/>
                <a:gd name="textAreaBottom" fmla="*/ 136080 h 13572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8040" bIns="68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291" name="Google Shape;429;p8"/>
            <p:cNvSpPr/>
            <p:nvPr/>
          </p:nvSpPr>
          <p:spPr>
            <a:xfrm>
              <a:off x="5903280" y="142560"/>
              <a:ext cx="140760" cy="140400"/>
            </a:xfrm>
            <a:custGeom>
              <a:avLst/>
              <a:gdLst>
                <a:gd name="textAreaLeft" fmla="*/ 0 w 140760"/>
                <a:gd name="textAreaRight" fmla="*/ 141120 w 140760"/>
                <a:gd name="textAreaTop" fmla="*/ 0 h 140400"/>
                <a:gd name="textAreaBottom" fmla="*/ 140760 h 1404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200" bIns="70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grpSp>
          <p:nvGrpSpPr>
            <p:cNvPr id="292" name="Google Shape;430;p8"/>
            <p:cNvGrpSpPr/>
            <p:nvPr/>
          </p:nvGrpSpPr>
          <p:grpSpPr>
            <a:xfrm>
              <a:off x="8489880" y="171000"/>
              <a:ext cx="174960" cy="26640"/>
              <a:chOff x="8489880" y="171000"/>
              <a:chExt cx="174960" cy="26640"/>
            </a:xfrm>
          </p:grpSpPr>
          <p:sp>
            <p:nvSpPr>
              <p:cNvPr id="293" name="Google Shape;431;p8"/>
              <p:cNvSpPr/>
              <p:nvPr/>
            </p:nvSpPr>
            <p:spPr>
              <a:xfrm>
                <a:off x="8489880" y="17100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94" name="Google Shape;432;p8"/>
              <p:cNvSpPr/>
              <p:nvPr/>
            </p:nvSpPr>
            <p:spPr>
              <a:xfrm>
                <a:off x="8564040" y="17100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95" name="Google Shape;433;p8"/>
              <p:cNvSpPr/>
              <p:nvPr/>
            </p:nvSpPr>
            <p:spPr>
              <a:xfrm>
                <a:off x="8638200" y="17100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296" name="Google Shape;434;p8"/>
            <p:cNvGrpSpPr/>
            <p:nvPr/>
          </p:nvGrpSpPr>
          <p:grpSpPr>
            <a:xfrm>
              <a:off x="8678520" y="1658160"/>
              <a:ext cx="174600" cy="26640"/>
              <a:chOff x="8678520" y="1658160"/>
              <a:chExt cx="174600" cy="26640"/>
            </a:xfrm>
          </p:grpSpPr>
          <p:sp>
            <p:nvSpPr>
              <p:cNvPr id="297" name="Google Shape;435;p8"/>
              <p:cNvSpPr/>
              <p:nvPr/>
            </p:nvSpPr>
            <p:spPr>
              <a:xfrm>
                <a:off x="8678520" y="165816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98" name="Google Shape;436;p8"/>
              <p:cNvSpPr/>
              <p:nvPr/>
            </p:nvSpPr>
            <p:spPr>
              <a:xfrm>
                <a:off x="8752320" y="165816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299" name="Google Shape;437;p8"/>
              <p:cNvSpPr/>
              <p:nvPr/>
            </p:nvSpPr>
            <p:spPr>
              <a:xfrm>
                <a:off x="8826480" y="165816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</p:grp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2"/>
    <p:sldLayoutId id="2147483658" r:id="rId3"/>
    <p:sldLayoutId id="2147483659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896040" y="2039040"/>
            <a:ext cx="3565800" cy="136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ru-RU" sz="42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4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4899240" y="821880"/>
            <a:ext cx="3095640" cy="347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08" name="Google Shape;441;p9"/>
          <p:cNvCxnSpPr/>
          <p:nvPr/>
        </p:nvCxnSpPr>
        <p:spPr>
          <a:xfrm>
            <a:off x="1645920" y="523080"/>
            <a:ext cx="1672560" cy="12636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cxnSp>
        <p:nvCxnSpPr>
          <p:cNvPr id="309" name="Google Shape;442;p9"/>
          <p:cNvCxnSpPr/>
          <p:nvPr/>
        </p:nvCxnSpPr>
        <p:spPr>
          <a:xfrm flipV="1">
            <a:off x="802800" y="529560"/>
            <a:ext cx="829800" cy="74376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cxnSp>
        <p:nvCxnSpPr>
          <p:cNvPr id="310" name="Google Shape;443;p9"/>
          <p:cNvCxnSpPr/>
          <p:nvPr/>
        </p:nvCxnSpPr>
        <p:spPr>
          <a:xfrm>
            <a:off x="0" y="65160"/>
            <a:ext cx="796680" cy="118836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grpSp>
        <p:nvGrpSpPr>
          <p:cNvPr id="311" name="Google Shape;444;p9"/>
          <p:cNvGrpSpPr/>
          <p:nvPr/>
        </p:nvGrpSpPr>
        <p:grpSpPr>
          <a:xfrm>
            <a:off x="498960" y="959760"/>
            <a:ext cx="581400" cy="582120"/>
            <a:chOff x="498960" y="959760"/>
            <a:chExt cx="581400" cy="582120"/>
          </a:xfrm>
        </p:grpSpPr>
        <p:sp>
          <p:nvSpPr>
            <p:cNvPr id="312" name="Google Shape;445;p9"/>
            <p:cNvSpPr/>
            <p:nvPr/>
          </p:nvSpPr>
          <p:spPr>
            <a:xfrm flipH="1">
              <a:off x="504000" y="964800"/>
              <a:ext cx="572400" cy="572040"/>
            </a:xfrm>
            <a:custGeom>
              <a:avLst/>
              <a:gdLst>
                <a:gd name="textAreaLeft" fmla="*/ 360 w 572400"/>
                <a:gd name="textAreaRight" fmla="*/ 573120 w 572400"/>
                <a:gd name="textAreaTop" fmla="*/ 0 h 572040"/>
                <a:gd name="textAreaBottom" fmla="*/ 572400 h 57204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13" name="Google Shape;446;p9"/>
            <p:cNvSpPr/>
            <p:nvPr/>
          </p:nvSpPr>
          <p:spPr>
            <a:xfrm flipH="1">
              <a:off x="498600" y="959760"/>
              <a:ext cx="581400" cy="582120"/>
            </a:xfrm>
            <a:custGeom>
              <a:avLst/>
              <a:gdLst>
                <a:gd name="textAreaLeft" fmla="*/ -360 w 581400"/>
                <a:gd name="textAreaRight" fmla="*/ 581400 w 581400"/>
                <a:gd name="textAreaTop" fmla="*/ 0 h 582120"/>
                <a:gd name="textAreaBottom" fmla="*/ 582480 h 58212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14" name="Google Shape;447;p9"/>
            <p:cNvSpPr/>
            <p:nvPr/>
          </p:nvSpPr>
          <p:spPr>
            <a:xfrm flipH="1">
              <a:off x="576360" y="1037160"/>
              <a:ext cx="427680" cy="426960"/>
            </a:xfrm>
            <a:custGeom>
              <a:avLst/>
              <a:gdLst>
                <a:gd name="textAreaLeft" fmla="*/ 360 w 427680"/>
                <a:gd name="textAreaRight" fmla="*/ 428400 w 427680"/>
                <a:gd name="textAreaTop" fmla="*/ 0 h 426960"/>
                <a:gd name="textAreaBottom" fmla="*/ 427320 h 42696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15" name="Google Shape;448;p9"/>
            <p:cNvSpPr/>
            <p:nvPr/>
          </p:nvSpPr>
          <p:spPr>
            <a:xfrm flipH="1">
              <a:off x="570960" y="1032120"/>
              <a:ext cx="436680" cy="437040"/>
            </a:xfrm>
            <a:custGeom>
              <a:avLst/>
              <a:gdLst>
                <a:gd name="textAreaLeft" fmla="*/ -360 w 436680"/>
                <a:gd name="textAreaRight" fmla="*/ 436680 w 436680"/>
                <a:gd name="textAreaTop" fmla="*/ 0 h 437040"/>
                <a:gd name="textAreaBottom" fmla="*/ 437400 h 43704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16" name="Google Shape;449;p9"/>
            <p:cNvSpPr/>
            <p:nvPr/>
          </p:nvSpPr>
          <p:spPr>
            <a:xfrm flipH="1">
              <a:off x="655560" y="1115640"/>
              <a:ext cx="270000" cy="270000"/>
            </a:xfrm>
            <a:custGeom>
              <a:avLst/>
              <a:gdLst>
                <a:gd name="textAreaLeft" fmla="*/ 360 w 270000"/>
                <a:gd name="textAreaRight" fmla="*/ 270720 w 270000"/>
                <a:gd name="textAreaTop" fmla="*/ 0 h 270000"/>
                <a:gd name="textAreaBottom" fmla="*/ 270360 h 27000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17" name="Google Shape;450;p9"/>
            <p:cNvSpPr/>
            <p:nvPr/>
          </p:nvSpPr>
          <p:spPr>
            <a:xfrm flipH="1">
              <a:off x="650520" y="1111320"/>
              <a:ext cx="279360" cy="279000"/>
            </a:xfrm>
            <a:custGeom>
              <a:avLst/>
              <a:gdLst>
                <a:gd name="textAreaLeft" fmla="*/ 360 w 279360"/>
                <a:gd name="textAreaRight" fmla="*/ 280080 w 279360"/>
                <a:gd name="textAreaTop" fmla="*/ 0 h 279000"/>
                <a:gd name="textAreaBottom" fmla="*/ 279360 h 2790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18" name="Google Shape;451;p9"/>
          <p:cNvGrpSpPr/>
          <p:nvPr/>
        </p:nvGrpSpPr>
        <p:grpSpPr>
          <a:xfrm>
            <a:off x="1500480" y="388080"/>
            <a:ext cx="291600" cy="292320"/>
            <a:chOff x="1500480" y="388080"/>
            <a:chExt cx="291600" cy="292320"/>
          </a:xfrm>
        </p:grpSpPr>
        <p:sp>
          <p:nvSpPr>
            <p:cNvPr id="319" name="Google Shape;452;p9"/>
            <p:cNvSpPr/>
            <p:nvPr/>
          </p:nvSpPr>
          <p:spPr>
            <a:xfrm flipH="1">
              <a:off x="1504800" y="393120"/>
              <a:ext cx="282240" cy="282240"/>
            </a:xfrm>
            <a:custGeom>
              <a:avLst/>
              <a:gdLst>
                <a:gd name="textAreaLeft" fmla="*/ 360 w 282240"/>
                <a:gd name="textAreaRight" fmla="*/ 282960 w 282240"/>
                <a:gd name="textAreaTop" fmla="*/ 0 h 282240"/>
                <a:gd name="textAreaBottom" fmla="*/ 282600 h 282240"/>
              </a:gdLst>
              <a:ahLst/>
              <a:rect l="textAreaLeft" t="textAreaTop" r="textAreaRight" b="textAreaBottom"/>
              <a:pathLst>
                <a:path w="11302" h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20" name="Google Shape;453;p9"/>
            <p:cNvSpPr/>
            <p:nvPr/>
          </p:nvSpPr>
          <p:spPr>
            <a:xfrm flipH="1">
              <a:off x="1500480" y="388080"/>
              <a:ext cx="291600" cy="292320"/>
            </a:xfrm>
            <a:custGeom>
              <a:avLst/>
              <a:gdLst>
                <a:gd name="textAreaLeft" fmla="*/ 360 w 291600"/>
                <a:gd name="textAreaRight" fmla="*/ 292320 w 291600"/>
                <a:gd name="textAreaTop" fmla="*/ 0 h 292320"/>
                <a:gd name="textAreaBottom" fmla="*/ 292680 h 292320"/>
              </a:gdLst>
              <a:ahLst/>
              <a:rect l="textAreaLeft" t="textAreaTop" r="textAreaRight" b="textAreaBottom"/>
              <a:pathLst>
                <a:path w="11681" h="11703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21" name="Google Shape;454;p9"/>
            <p:cNvSpPr/>
            <p:nvPr/>
          </p:nvSpPr>
          <p:spPr>
            <a:xfrm flipH="1">
              <a:off x="1566720" y="455040"/>
              <a:ext cx="158040" cy="158040"/>
            </a:xfrm>
            <a:custGeom>
              <a:avLst/>
              <a:gdLst>
                <a:gd name="textAreaLeft" fmla="*/ -360 w 158040"/>
                <a:gd name="textAreaRight" fmla="*/ 158040 w 158040"/>
                <a:gd name="textAreaTop" fmla="*/ 0 h 158040"/>
                <a:gd name="textAreaBottom" fmla="*/ 158400 h 158040"/>
              </a:gdLst>
              <a:ahLst/>
              <a:rect l="textAreaLeft" t="textAreaTop" r="textAreaRight" b="textAreaBottom"/>
              <a:pathLst>
                <a:path w="6331" h="6332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9200" bIns="79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22" name="Google Shape;455;p9"/>
            <p:cNvSpPr/>
            <p:nvPr/>
          </p:nvSpPr>
          <p:spPr>
            <a:xfrm flipH="1">
              <a:off x="1561680" y="450360"/>
              <a:ext cx="167400" cy="167400"/>
            </a:xfrm>
            <a:custGeom>
              <a:avLst/>
              <a:gdLst>
                <a:gd name="textAreaLeft" fmla="*/ -360 w 167400"/>
                <a:gd name="textAreaRight" fmla="*/ 167400 w 167400"/>
                <a:gd name="textAreaTop" fmla="*/ 0 h 167400"/>
                <a:gd name="textAreaBottom" fmla="*/ 167760 h 167400"/>
              </a:gdLst>
              <a:ahLst/>
              <a:rect l="textAreaLeft" t="textAreaTop" r="textAreaRight" b="textAreaBottom"/>
              <a:pathLst>
                <a:path w="6710" h="6711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3880" bIns="83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323" name="Google Shape;456;p9"/>
          <p:cNvSpPr/>
          <p:nvPr/>
        </p:nvSpPr>
        <p:spPr>
          <a:xfrm flipH="1">
            <a:off x="3165480" y="497520"/>
            <a:ext cx="288360" cy="288000"/>
          </a:xfrm>
          <a:custGeom>
            <a:avLst/>
            <a:gdLst>
              <a:gd name="textAreaLeft" fmla="*/ -360 w 288360"/>
              <a:gd name="textAreaRight" fmla="*/ 288360 w 288360"/>
              <a:gd name="textAreaTop" fmla="*/ 0 h 288000"/>
              <a:gd name="textAreaBottom" fmla="*/ 288360 h 288000"/>
            </a:gdLst>
            <a:ahLst/>
            <a:rect l="textAreaLeft" t="textAreaTop" r="textAreaRight" b="textAreaBottom"/>
            <a:pathLst>
              <a:path w="22915" h="22893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4" name="Google Shape;457;p9"/>
          <p:cNvSpPr/>
          <p:nvPr/>
        </p:nvSpPr>
        <p:spPr>
          <a:xfrm flipH="1">
            <a:off x="3163320" y="495000"/>
            <a:ext cx="292680" cy="293040"/>
          </a:xfrm>
          <a:custGeom>
            <a:avLst/>
            <a:gdLst>
              <a:gd name="textAreaLeft" fmla="*/ -360 w 292680"/>
              <a:gd name="textAreaRight" fmla="*/ 292680 w 292680"/>
              <a:gd name="textAreaTop" fmla="*/ 0 h 293040"/>
              <a:gd name="textAreaBottom" fmla="*/ 293400 h 293040"/>
            </a:gdLst>
            <a:ahLst/>
            <a:rect l="textAreaLeft" t="textAreaTop" r="textAreaRight" b="textAreaBottom"/>
            <a:pathLst>
              <a:path w="23272" h="23294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5" name="Google Shape;458;p9"/>
          <p:cNvSpPr/>
          <p:nvPr/>
        </p:nvSpPr>
        <p:spPr>
          <a:xfrm flipH="1">
            <a:off x="3202920" y="534240"/>
            <a:ext cx="215280" cy="214920"/>
          </a:xfrm>
          <a:custGeom>
            <a:avLst/>
            <a:gdLst>
              <a:gd name="textAreaLeft" fmla="*/ 360 w 215280"/>
              <a:gd name="textAreaRight" fmla="*/ 216000 w 215280"/>
              <a:gd name="textAreaTop" fmla="*/ 0 h 214920"/>
              <a:gd name="textAreaBottom" fmla="*/ 215280 h 214920"/>
            </a:gdLst>
            <a:ahLst/>
            <a:rect l="textAreaLeft" t="textAreaTop" r="textAreaRight" b="textAreaBottom"/>
            <a:pathLst>
              <a:path w="17120" h="17097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6" name="Google Shape;459;p9"/>
          <p:cNvSpPr/>
          <p:nvPr/>
        </p:nvSpPr>
        <p:spPr>
          <a:xfrm flipH="1">
            <a:off x="3200400" y="531720"/>
            <a:ext cx="219600" cy="219960"/>
          </a:xfrm>
          <a:custGeom>
            <a:avLst/>
            <a:gdLst>
              <a:gd name="textAreaLeft" fmla="*/ 360 w 219600"/>
              <a:gd name="textAreaRight" fmla="*/ 220320 w 219600"/>
              <a:gd name="textAreaTop" fmla="*/ 0 h 219960"/>
              <a:gd name="textAreaBottom" fmla="*/ 220320 h 219960"/>
            </a:gdLst>
            <a:ahLst/>
            <a:rect l="textAreaLeft" t="textAreaTop" r="textAreaRight" b="textAreaBottom"/>
            <a:pathLst>
              <a:path w="17477" h="17499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7" name="Google Shape;460;p9"/>
          <p:cNvSpPr/>
          <p:nvPr/>
        </p:nvSpPr>
        <p:spPr>
          <a:xfrm flipH="1">
            <a:off x="3241800" y="573840"/>
            <a:ext cx="135720" cy="135720"/>
          </a:xfrm>
          <a:custGeom>
            <a:avLst/>
            <a:gdLst>
              <a:gd name="textAreaLeft" fmla="*/ -360 w 135720"/>
              <a:gd name="textAreaRight" fmla="*/ 135720 w 135720"/>
              <a:gd name="textAreaTop" fmla="*/ 0 h 135720"/>
              <a:gd name="textAreaBottom" fmla="*/ 136080 h 135720"/>
            </a:gdLst>
            <a:ahLst/>
            <a:rect l="textAreaLeft" t="textAreaTop" r="textAreaRight" b="textAreaBottom"/>
            <a:pathLst>
              <a:path w="10812" h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68040" bIns="680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8" name="Google Shape;461;p9"/>
          <p:cNvSpPr/>
          <p:nvPr/>
        </p:nvSpPr>
        <p:spPr>
          <a:xfrm flipH="1">
            <a:off x="3239280" y="571320"/>
            <a:ext cx="140760" cy="140400"/>
          </a:xfrm>
          <a:custGeom>
            <a:avLst/>
            <a:gdLst>
              <a:gd name="textAreaLeft" fmla="*/ -360 w 140760"/>
              <a:gd name="textAreaRight" fmla="*/ 140760 w 140760"/>
              <a:gd name="textAreaTop" fmla="*/ 0 h 140400"/>
              <a:gd name="textAreaBottom" fmla="*/ 140760 h 140400"/>
            </a:gdLst>
            <a:ahLst/>
            <a:rect l="textAreaLeft" t="textAreaTop" r="textAreaRight" b="textAreaBottom"/>
            <a:pathLst>
              <a:path w="11191" h="11169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0200" bIns="70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grpSp>
        <p:nvGrpSpPr>
          <p:cNvPr id="329" name="Google Shape;462;p9"/>
          <p:cNvGrpSpPr/>
          <p:nvPr/>
        </p:nvGrpSpPr>
        <p:grpSpPr>
          <a:xfrm>
            <a:off x="3527280" y="361080"/>
            <a:ext cx="174600" cy="26640"/>
            <a:chOff x="3527280" y="361080"/>
            <a:chExt cx="174600" cy="26640"/>
          </a:xfrm>
        </p:grpSpPr>
        <p:sp>
          <p:nvSpPr>
            <p:cNvPr id="330" name="Google Shape;463;p9"/>
            <p:cNvSpPr/>
            <p:nvPr/>
          </p:nvSpPr>
          <p:spPr>
            <a:xfrm flipH="1">
              <a:off x="3675240" y="36108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31" name="Google Shape;464;p9"/>
            <p:cNvSpPr/>
            <p:nvPr/>
          </p:nvSpPr>
          <p:spPr>
            <a:xfrm flipH="1">
              <a:off x="3601080" y="36108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32" name="Google Shape;465;p9"/>
            <p:cNvSpPr/>
            <p:nvPr/>
          </p:nvSpPr>
          <p:spPr>
            <a:xfrm flipH="1">
              <a:off x="3527280" y="36108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33" name="Google Shape;466;p9"/>
          <p:cNvGrpSpPr/>
          <p:nvPr/>
        </p:nvGrpSpPr>
        <p:grpSpPr>
          <a:xfrm>
            <a:off x="480240" y="242640"/>
            <a:ext cx="174960" cy="26640"/>
            <a:chOff x="480240" y="242640"/>
            <a:chExt cx="174960" cy="26640"/>
          </a:xfrm>
        </p:grpSpPr>
        <p:sp>
          <p:nvSpPr>
            <p:cNvPr id="334" name="Google Shape;467;p9"/>
            <p:cNvSpPr/>
            <p:nvPr/>
          </p:nvSpPr>
          <p:spPr>
            <a:xfrm flipH="1">
              <a:off x="628560" y="24264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35" name="Google Shape;468;p9"/>
            <p:cNvSpPr/>
            <p:nvPr/>
          </p:nvSpPr>
          <p:spPr>
            <a:xfrm flipH="1">
              <a:off x="554400" y="24264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36" name="Google Shape;469;p9"/>
            <p:cNvSpPr/>
            <p:nvPr/>
          </p:nvSpPr>
          <p:spPr>
            <a:xfrm flipH="1">
              <a:off x="480240" y="24264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37" name="Google Shape;470;p9"/>
          <p:cNvGrpSpPr/>
          <p:nvPr/>
        </p:nvGrpSpPr>
        <p:grpSpPr>
          <a:xfrm>
            <a:off x="901800" y="1653480"/>
            <a:ext cx="174600" cy="26640"/>
            <a:chOff x="901800" y="1653480"/>
            <a:chExt cx="174600" cy="26640"/>
          </a:xfrm>
        </p:grpSpPr>
        <p:sp>
          <p:nvSpPr>
            <p:cNvPr id="338" name="Google Shape;471;p9"/>
            <p:cNvSpPr/>
            <p:nvPr/>
          </p:nvSpPr>
          <p:spPr>
            <a:xfrm flipH="1">
              <a:off x="1049760" y="165348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39" name="Google Shape;472;p9"/>
            <p:cNvSpPr/>
            <p:nvPr/>
          </p:nvSpPr>
          <p:spPr>
            <a:xfrm flipH="1">
              <a:off x="975600" y="165348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40" name="Google Shape;473;p9"/>
            <p:cNvSpPr/>
            <p:nvPr/>
          </p:nvSpPr>
          <p:spPr>
            <a:xfrm flipH="1">
              <a:off x="901800" y="165348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cxnSp>
        <p:nvCxnSpPr>
          <p:cNvPr id="341" name="Google Shape;474;p9"/>
          <p:cNvCxnSpPr/>
          <p:nvPr/>
        </p:nvCxnSpPr>
        <p:spPr>
          <a:xfrm>
            <a:off x="791280" y="4212360"/>
            <a:ext cx="1157400" cy="54288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cxnSp>
        <p:nvCxnSpPr>
          <p:cNvPr id="342" name="Google Shape;475;p9"/>
          <p:cNvCxnSpPr/>
          <p:nvPr/>
        </p:nvCxnSpPr>
        <p:spPr>
          <a:xfrm flipV="1">
            <a:off x="0" y="4220280"/>
            <a:ext cx="791640" cy="836640"/>
          </a:xfrm>
          <a:prstGeom prst="straightConnector1">
            <a:avLst/>
          </a:prstGeom>
          <a:ln w="9525">
            <a:solidFill>
              <a:srgbClr val="3d3d3d"/>
            </a:solidFill>
            <a:round/>
          </a:ln>
        </p:spPr>
      </p:cxnSp>
      <p:grpSp>
        <p:nvGrpSpPr>
          <p:cNvPr id="343" name="Google Shape;476;p9"/>
          <p:cNvGrpSpPr/>
          <p:nvPr/>
        </p:nvGrpSpPr>
        <p:grpSpPr>
          <a:xfrm>
            <a:off x="499680" y="3941280"/>
            <a:ext cx="581400" cy="582120"/>
            <a:chOff x="499680" y="3941280"/>
            <a:chExt cx="581400" cy="582120"/>
          </a:xfrm>
        </p:grpSpPr>
        <p:sp>
          <p:nvSpPr>
            <p:cNvPr id="344" name="Google Shape;477;p9"/>
            <p:cNvSpPr/>
            <p:nvPr/>
          </p:nvSpPr>
          <p:spPr>
            <a:xfrm rot="10800000">
              <a:off x="504360" y="3946320"/>
              <a:ext cx="572400" cy="572040"/>
            </a:xfrm>
            <a:custGeom>
              <a:avLst/>
              <a:gdLst>
                <a:gd name="textAreaLeft" fmla="*/ 0 w 572400"/>
                <a:gd name="textAreaRight" fmla="*/ 572760 w 572400"/>
                <a:gd name="textAreaTop" fmla="*/ 0 h 572040"/>
                <a:gd name="textAreaBottom" fmla="*/ 572400 h 57204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45" name="Google Shape;478;p9"/>
            <p:cNvSpPr/>
            <p:nvPr/>
          </p:nvSpPr>
          <p:spPr>
            <a:xfrm rot="10800000">
              <a:off x="499680" y="3941280"/>
              <a:ext cx="581400" cy="582120"/>
            </a:xfrm>
            <a:custGeom>
              <a:avLst/>
              <a:gdLst>
                <a:gd name="textAreaLeft" fmla="*/ 0 w 581400"/>
                <a:gd name="textAreaRight" fmla="*/ 581760 w 581400"/>
                <a:gd name="textAreaTop" fmla="*/ 0 h 582120"/>
                <a:gd name="textAreaBottom" fmla="*/ 582480 h 58212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46" name="Google Shape;479;p9"/>
            <p:cNvSpPr/>
            <p:nvPr/>
          </p:nvSpPr>
          <p:spPr>
            <a:xfrm rot="10800000">
              <a:off x="576720" y="4018680"/>
              <a:ext cx="427680" cy="42696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0 h 426960"/>
                <a:gd name="textAreaBottom" fmla="*/ 427320 h 42696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47" name="Google Shape;480;p9"/>
            <p:cNvSpPr/>
            <p:nvPr/>
          </p:nvSpPr>
          <p:spPr>
            <a:xfrm rot="10800000">
              <a:off x="572040" y="4013640"/>
              <a:ext cx="436680" cy="437040"/>
            </a:xfrm>
            <a:custGeom>
              <a:avLst/>
              <a:gdLst>
                <a:gd name="textAreaLeft" fmla="*/ 0 w 436680"/>
                <a:gd name="textAreaRight" fmla="*/ 437040 w 436680"/>
                <a:gd name="textAreaTop" fmla="*/ 0 h 437040"/>
                <a:gd name="textAreaBottom" fmla="*/ 437400 h 43704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48" name="Google Shape;481;p9"/>
            <p:cNvSpPr/>
            <p:nvPr/>
          </p:nvSpPr>
          <p:spPr>
            <a:xfrm rot="10800000">
              <a:off x="655560" y="4097160"/>
              <a:ext cx="270000" cy="270000"/>
            </a:xfrm>
            <a:custGeom>
              <a:avLst/>
              <a:gdLst>
                <a:gd name="textAreaLeft" fmla="*/ 0 w 270000"/>
                <a:gd name="textAreaRight" fmla="*/ 270360 w 270000"/>
                <a:gd name="textAreaTop" fmla="*/ 0 h 270000"/>
                <a:gd name="textAreaBottom" fmla="*/ 270360 h 27000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49" name="Google Shape;482;p9"/>
            <p:cNvSpPr/>
            <p:nvPr/>
          </p:nvSpPr>
          <p:spPr>
            <a:xfrm rot="10800000">
              <a:off x="650880" y="4092840"/>
              <a:ext cx="279360" cy="279000"/>
            </a:xfrm>
            <a:custGeom>
              <a:avLst/>
              <a:gdLst>
                <a:gd name="textAreaLeft" fmla="*/ 0 w 279360"/>
                <a:gd name="textAreaRight" fmla="*/ 279720 w 279360"/>
                <a:gd name="textAreaTop" fmla="*/ 0 h 279000"/>
                <a:gd name="textAreaBottom" fmla="*/ 279360 h 2790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50" name="Google Shape;483;p9"/>
          <p:cNvGrpSpPr/>
          <p:nvPr/>
        </p:nvGrpSpPr>
        <p:grpSpPr>
          <a:xfrm>
            <a:off x="1820160" y="4587120"/>
            <a:ext cx="291600" cy="292320"/>
            <a:chOff x="1820160" y="4587120"/>
            <a:chExt cx="291600" cy="292320"/>
          </a:xfrm>
        </p:grpSpPr>
        <p:sp>
          <p:nvSpPr>
            <p:cNvPr id="351" name="Google Shape;484;p9"/>
            <p:cNvSpPr/>
            <p:nvPr/>
          </p:nvSpPr>
          <p:spPr>
            <a:xfrm rot="10800000">
              <a:off x="1824480" y="4592160"/>
              <a:ext cx="282240" cy="28224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0 h 282240"/>
                <a:gd name="textAreaBottom" fmla="*/ 282600 h 282240"/>
              </a:gdLst>
              <a:ahLst/>
              <a:rect l="textAreaLeft" t="textAreaTop" r="textAreaRight" b="textAreaBottom"/>
              <a:pathLst>
                <a:path w="11302" h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52" name="Google Shape;485;p9"/>
            <p:cNvSpPr/>
            <p:nvPr/>
          </p:nvSpPr>
          <p:spPr>
            <a:xfrm rot="10800000">
              <a:off x="1820160" y="4587120"/>
              <a:ext cx="291600" cy="292320"/>
            </a:xfrm>
            <a:custGeom>
              <a:avLst/>
              <a:gdLst>
                <a:gd name="textAreaLeft" fmla="*/ 0 w 291600"/>
                <a:gd name="textAreaRight" fmla="*/ 291960 w 291600"/>
                <a:gd name="textAreaTop" fmla="*/ 0 h 292320"/>
                <a:gd name="textAreaBottom" fmla="*/ 292680 h 292320"/>
              </a:gdLst>
              <a:ahLst/>
              <a:rect l="textAreaLeft" t="textAreaTop" r="textAreaRight" b="textAreaBottom"/>
              <a:pathLst>
                <a:path w="11681" h="11703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53" name="Google Shape;486;p9"/>
            <p:cNvSpPr/>
            <p:nvPr/>
          </p:nvSpPr>
          <p:spPr>
            <a:xfrm rot="10800000">
              <a:off x="1886760" y="4654440"/>
              <a:ext cx="158040" cy="158040"/>
            </a:xfrm>
            <a:custGeom>
              <a:avLst/>
              <a:gdLst>
                <a:gd name="textAreaLeft" fmla="*/ 0 w 158040"/>
                <a:gd name="textAreaRight" fmla="*/ 158400 w 158040"/>
                <a:gd name="textAreaTop" fmla="*/ 0 h 158040"/>
                <a:gd name="textAreaBottom" fmla="*/ 158400 h 158040"/>
              </a:gdLst>
              <a:ahLst/>
              <a:rect l="textAreaLeft" t="textAreaTop" r="textAreaRight" b="textAreaBottom"/>
              <a:pathLst>
                <a:path w="6331" h="6332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9200" bIns="79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54" name="Google Shape;487;p9"/>
            <p:cNvSpPr/>
            <p:nvPr/>
          </p:nvSpPr>
          <p:spPr>
            <a:xfrm rot="10800000">
              <a:off x="1881720" y="4649400"/>
              <a:ext cx="167400" cy="16740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0 h 167400"/>
                <a:gd name="textAreaBottom" fmla="*/ 167760 h 167400"/>
              </a:gdLst>
              <a:ahLst/>
              <a:rect l="textAreaLeft" t="textAreaTop" r="textAreaRight" b="textAreaBottom"/>
              <a:pathLst>
                <a:path w="6710" h="6711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3880" bIns="83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55" name="Google Shape;488;p9"/>
          <p:cNvGrpSpPr/>
          <p:nvPr/>
        </p:nvGrpSpPr>
        <p:grpSpPr>
          <a:xfrm>
            <a:off x="212760" y="4645800"/>
            <a:ext cx="174600" cy="174600"/>
            <a:chOff x="212760" y="4645800"/>
            <a:chExt cx="174600" cy="174600"/>
          </a:xfrm>
        </p:grpSpPr>
        <p:sp>
          <p:nvSpPr>
            <p:cNvPr id="356" name="Google Shape;489;p9"/>
            <p:cNvSpPr/>
            <p:nvPr/>
          </p:nvSpPr>
          <p:spPr>
            <a:xfrm rot="10800000">
              <a:off x="217440" y="4650120"/>
              <a:ext cx="165600" cy="165240"/>
            </a:xfrm>
            <a:custGeom>
              <a:avLst/>
              <a:gdLst>
                <a:gd name="textAreaLeft" fmla="*/ 0 w 165600"/>
                <a:gd name="textAreaRight" fmla="*/ 165960 w 165600"/>
                <a:gd name="textAreaTop" fmla="*/ 0 h 165240"/>
                <a:gd name="textAreaBottom" fmla="*/ 165600 h 165240"/>
              </a:gdLst>
              <a:ahLst/>
              <a:rect l="textAreaLeft" t="textAreaTop" r="textAreaRight" b="textAreaBottom"/>
              <a:pathLst>
                <a:path w="6644" h="6621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2800" bIns="828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57" name="Google Shape;490;p9"/>
            <p:cNvSpPr/>
            <p:nvPr/>
          </p:nvSpPr>
          <p:spPr>
            <a:xfrm rot="10800000">
              <a:off x="212760" y="4645800"/>
              <a:ext cx="174600" cy="174600"/>
            </a:xfrm>
            <a:custGeom>
              <a:avLst/>
              <a:gdLst>
                <a:gd name="textAreaLeft" fmla="*/ 0 w 174600"/>
                <a:gd name="textAreaRight" fmla="*/ 174960 w 174600"/>
                <a:gd name="textAreaTop" fmla="*/ 0 h 174600"/>
                <a:gd name="textAreaBottom" fmla="*/ 174960 h 174600"/>
              </a:gdLst>
              <a:ahLst/>
              <a:rect l="textAreaLeft" t="textAreaTop" r="textAreaRight" b="textAreaBottom"/>
              <a:pathLst>
                <a:path w="7000" h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7480" bIns="874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58" name="Google Shape;491;p9"/>
            <p:cNvSpPr/>
            <p:nvPr/>
          </p:nvSpPr>
          <p:spPr>
            <a:xfrm rot="10800000">
              <a:off x="254160" y="4686480"/>
              <a:ext cx="92160" cy="92880"/>
            </a:xfrm>
            <a:custGeom>
              <a:avLst/>
              <a:gdLst>
                <a:gd name="textAreaLeft" fmla="*/ 0 w 92160"/>
                <a:gd name="textAreaRight" fmla="*/ 92520 w 92160"/>
                <a:gd name="textAreaTop" fmla="*/ 0 h 92880"/>
                <a:gd name="textAreaBottom" fmla="*/ 93240 h 92880"/>
              </a:gdLst>
              <a:ahLst/>
              <a:rect l="textAreaLeft" t="textAreaTop" r="textAreaRight" b="textAreaBottom"/>
              <a:pathLst>
                <a:path w="3702" h="3723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440" bIns="46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59" name="Google Shape;492;p9"/>
            <p:cNvSpPr/>
            <p:nvPr/>
          </p:nvSpPr>
          <p:spPr>
            <a:xfrm rot="10800000">
              <a:off x="249120" y="4682160"/>
              <a:ext cx="102240" cy="1015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01520"/>
                <a:gd name="textAreaBottom" fmla="*/ 101880 h 101520"/>
              </a:gdLst>
              <a:ahLst/>
              <a:rect l="textAreaLeft" t="textAreaTop" r="textAreaRight" b="textAreaBottom"/>
              <a:pathLst>
                <a:path w="4102" h="408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0760" bIns="50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60" name="Google Shape;493;p9"/>
          <p:cNvGrpSpPr/>
          <p:nvPr/>
        </p:nvGrpSpPr>
        <p:grpSpPr>
          <a:xfrm>
            <a:off x="480600" y="4852800"/>
            <a:ext cx="174960" cy="26640"/>
            <a:chOff x="480600" y="4852800"/>
            <a:chExt cx="174960" cy="26640"/>
          </a:xfrm>
        </p:grpSpPr>
        <p:sp>
          <p:nvSpPr>
            <p:cNvPr id="361" name="Google Shape;494;p9"/>
            <p:cNvSpPr/>
            <p:nvPr/>
          </p:nvSpPr>
          <p:spPr>
            <a:xfrm rot="10800000">
              <a:off x="628920" y="485280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62" name="Google Shape;495;p9"/>
            <p:cNvSpPr/>
            <p:nvPr/>
          </p:nvSpPr>
          <p:spPr>
            <a:xfrm rot="10800000">
              <a:off x="554760" y="485280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63" name="Google Shape;496;p9"/>
            <p:cNvSpPr/>
            <p:nvPr/>
          </p:nvSpPr>
          <p:spPr>
            <a:xfrm rot="10800000">
              <a:off x="480600" y="485280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64" name="Google Shape;497;p9"/>
          <p:cNvGrpSpPr/>
          <p:nvPr/>
        </p:nvGrpSpPr>
        <p:grpSpPr>
          <a:xfrm>
            <a:off x="1054440" y="3898800"/>
            <a:ext cx="174600" cy="26640"/>
            <a:chOff x="1054440" y="3898800"/>
            <a:chExt cx="174600" cy="26640"/>
          </a:xfrm>
        </p:grpSpPr>
        <p:sp>
          <p:nvSpPr>
            <p:cNvPr id="365" name="Google Shape;498;p9"/>
            <p:cNvSpPr/>
            <p:nvPr/>
          </p:nvSpPr>
          <p:spPr>
            <a:xfrm rot="10800000">
              <a:off x="1202400" y="389880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66" name="Google Shape;499;p9"/>
            <p:cNvSpPr/>
            <p:nvPr/>
          </p:nvSpPr>
          <p:spPr>
            <a:xfrm rot="10800000">
              <a:off x="1128600" y="389880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367" name="Google Shape;500;p9"/>
            <p:cNvSpPr/>
            <p:nvPr/>
          </p:nvSpPr>
          <p:spPr>
            <a:xfrm rot="10800000">
              <a:off x="1054440" y="3898800"/>
              <a:ext cx="26640" cy="266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5906880" y="356760"/>
            <a:ext cx="2614680" cy="57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 type="title"/>
          </p:nvPr>
        </p:nvSpPr>
        <p:spPr>
          <a:xfrm>
            <a:off x="813960" y="722520"/>
            <a:ext cx="45684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ru-RU" sz="2000" strike="noStrike" u="none">
                <a:solidFill>
                  <a:schemeClr val="lt1"/>
                </a:solidFill>
                <a:uFillTx/>
                <a:latin typeface="Fjalla One"/>
                <a:ea typeface="Fjalla One"/>
              </a:rPr>
              <a:t>xx%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title"/>
          </p:nvPr>
        </p:nvSpPr>
        <p:spPr>
          <a:xfrm>
            <a:off x="813960" y="1801440"/>
            <a:ext cx="45684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ru-RU" sz="2000" strike="noStrike" u="none">
                <a:solidFill>
                  <a:schemeClr val="lt1"/>
                </a:solidFill>
                <a:uFillTx/>
                <a:latin typeface="Fjalla One"/>
                <a:ea typeface="Fjalla One"/>
              </a:rPr>
              <a:t>xx%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1" name="PlaceHolder 4"/>
          <p:cNvSpPr>
            <a:spLocks noGrp="1"/>
          </p:cNvSpPr>
          <p:nvPr>
            <p:ph type="title"/>
          </p:nvPr>
        </p:nvSpPr>
        <p:spPr>
          <a:xfrm>
            <a:off x="813960" y="2880360"/>
            <a:ext cx="45684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ru-RU" sz="2000" strike="noStrike" u="none">
                <a:solidFill>
                  <a:schemeClr val="lt1"/>
                </a:solidFill>
                <a:uFillTx/>
                <a:latin typeface="Fjalla One"/>
                <a:ea typeface="Fjalla One"/>
              </a:rPr>
              <a:t>xx%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2" name="PlaceHolder 5"/>
          <p:cNvSpPr>
            <a:spLocks noGrp="1"/>
          </p:cNvSpPr>
          <p:nvPr>
            <p:ph type="title"/>
          </p:nvPr>
        </p:nvSpPr>
        <p:spPr>
          <a:xfrm>
            <a:off x="813960" y="3959280"/>
            <a:ext cx="45684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ru-RU" sz="2000" strike="noStrike" u="none">
                <a:solidFill>
                  <a:schemeClr val="lt1"/>
                </a:solidFill>
                <a:uFillTx/>
                <a:latin typeface="Fjalla One"/>
                <a:ea typeface="Fjalla One"/>
              </a:rPr>
              <a:t>xx%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3" name="PlaceHolder 6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2962800" y="338400"/>
            <a:ext cx="321840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375" name="Google Shape;1064;p21"/>
          <p:cNvGrpSpPr/>
          <p:nvPr/>
        </p:nvGrpSpPr>
        <p:grpSpPr>
          <a:xfrm>
            <a:off x="262080" y="-1080"/>
            <a:ext cx="8550000" cy="3981240"/>
            <a:chOff x="262080" y="-1080"/>
            <a:chExt cx="8550000" cy="3981240"/>
          </a:xfrm>
        </p:grpSpPr>
        <p:cxnSp>
          <p:nvCxnSpPr>
            <p:cNvPr id="376" name="Google Shape;1065;p21"/>
            <p:cNvCxnSpPr/>
            <p:nvPr/>
          </p:nvCxnSpPr>
          <p:spPr>
            <a:xfrm>
              <a:off x="515880" y="-1080"/>
              <a:ext cx="360" cy="398160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cxnSp>
          <p:nvCxnSpPr>
            <p:cNvPr id="377" name="Google Shape;1066;p21"/>
            <p:cNvCxnSpPr/>
            <p:nvPr/>
          </p:nvCxnSpPr>
          <p:spPr>
            <a:xfrm>
              <a:off x="8665920" y="-1080"/>
              <a:ext cx="360" cy="1902240"/>
            </a:xfrm>
            <a:prstGeom prst="straightConnector1">
              <a:avLst/>
            </a:prstGeom>
            <a:ln w="9525">
              <a:solidFill>
                <a:srgbClr val="494949"/>
              </a:solidFill>
              <a:round/>
            </a:ln>
          </p:spPr>
        </p:cxnSp>
        <p:grpSp>
          <p:nvGrpSpPr>
            <p:cNvPr id="378" name="Google Shape;1067;p21"/>
            <p:cNvGrpSpPr/>
            <p:nvPr/>
          </p:nvGrpSpPr>
          <p:grpSpPr>
            <a:xfrm>
              <a:off x="343440" y="3301200"/>
              <a:ext cx="344520" cy="344880"/>
              <a:chOff x="343440" y="3301200"/>
              <a:chExt cx="344520" cy="344880"/>
            </a:xfrm>
          </p:grpSpPr>
          <p:sp>
            <p:nvSpPr>
              <p:cNvPr id="379" name="Google Shape;1068;p21"/>
              <p:cNvSpPr/>
              <p:nvPr/>
            </p:nvSpPr>
            <p:spPr>
              <a:xfrm rot="10800000">
                <a:off x="348840" y="3306960"/>
                <a:ext cx="333360" cy="333360"/>
              </a:xfrm>
              <a:custGeom>
                <a:avLst/>
                <a:gdLst>
                  <a:gd name="textAreaLeft" fmla="*/ 0 w 333360"/>
                  <a:gd name="textAreaRight" fmla="*/ 333720 w 333360"/>
                  <a:gd name="textAreaTop" fmla="*/ 0 h 333360"/>
                  <a:gd name="textAreaBottom" fmla="*/ 333720 h 33336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80" name="Google Shape;1069;p21"/>
              <p:cNvSpPr/>
              <p:nvPr/>
            </p:nvSpPr>
            <p:spPr>
              <a:xfrm rot="10800000">
                <a:off x="343440" y="3301200"/>
                <a:ext cx="344520" cy="344880"/>
              </a:xfrm>
              <a:custGeom>
                <a:avLst/>
                <a:gdLst>
                  <a:gd name="textAreaLeft" fmla="*/ 0 w 344520"/>
                  <a:gd name="textAreaRight" fmla="*/ 344880 w 344520"/>
                  <a:gd name="textAreaTop" fmla="*/ 0 h 344880"/>
                  <a:gd name="textAreaBottom" fmla="*/ 345240 h 34488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81" name="Google Shape;1070;p21"/>
              <p:cNvSpPr/>
              <p:nvPr/>
            </p:nvSpPr>
            <p:spPr>
              <a:xfrm rot="10800000">
                <a:off x="422640" y="3380760"/>
                <a:ext cx="186480" cy="186480"/>
              </a:xfrm>
              <a:custGeom>
                <a:avLst/>
                <a:gdLst>
                  <a:gd name="textAreaLeft" fmla="*/ 0 w 186480"/>
                  <a:gd name="textAreaRight" fmla="*/ 186840 w 186480"/>
                  <a:gd name="textAreaTop" fmla="*/ 0 h 186480"/>
                  <a:gd name="textAreaBottom" fmla="*/ 186840 h 18648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82" name="Google Shape;1071;p21"/>
              <p:cNvSpPr/>
              <p:nvPr/>
            </p:nvSpPr>
            <p:spPr>
              <a:xfrm rot="10800000">
                <a:off x="416520" y="3375000"/>
                <a:ext cx="197640" cy="197640"/>
              </a:xfrm>
              <a:custGeom>
                <a:avLst/>
                <a:gdLst>
                  <a:gd name="textAreaLeft" fmla="*/ 0 w 197640"/>
                  <a:gd name="textAreaRight" fmla="*/ 198000 w 197640"/>
                  <a:gd name="textAreaTop" fmla="*/ 0 h 197640"/>
                  <a:gd name="textAreaBottom" fmla="*/ 198000 h 19764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383" name="Google Shape;1072;p21"/>
            <p:cNvGrpSpPr/>
            <p:nvPr/>
          </p:nvGrpSpPr>
          <p:grpSpPr>
            <a:xfrm>
              <a:off x="8520480" y="714960"/>
              <a:ext cx="291600" cy="292320"/>
              <a:chOff x="8520480" y="714960"/>
              <a:chExt cx="291600" cy="292320"/>
            </a:xfrm>
          </p:grpSpPr>
          <p:sp>
            <p:nvSpPr>
              <p:cNvPr id="384" name="Google Shape;1073;p21"/>
              <p:cNvSpPr/>
              <p:nvPr/>
            </p:nvSpPr>
            <p:spPr>
              <a:xfrm rot="10800000">
                <a:off x="8524800" y="72000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85" name="Google Shape;1074;p21"/>
              <p:cNvSpPr/>
              <p:nvPr/>
            </p:nvSpPr>
            <p:spPr>
              <a:xfrm rot="10800000">
                <a:off x="8520480" y="71496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86" name="Google Shape;1075;p21"/>
              <p:cNvSpPr/>
              <p:nvPr/>
            </p:nvSpPr>
            <p:spPr>
              <a:xfrm rot="10800000">
                <a:off x="8587080" y="78228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87" name="Google Shape;1076;p21"/>
              <p:cNvSpPr/>
              <p:nvPr/>
            </p:nvSpPr>
            <p:spPr>
              <a:xfrm rot="10800000">
                <a:off x="8582040" y="77760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388" name="Google Shape;1077;p21"/>
            <p:cNvGrpSpPr/>
            <p:nvPr/>
          </p:nvGrpSpPr>
          <p:grpSpPr>
            <a:xfrm>
              <a:off x="262080" y="465480"/>
              <a:ext cx="507240" cy="507600"/>
              <a:chOff x="262080" y="465480"/>
              <a:chExt cx="507240" cy="507600"/>
            </a:xfrm>
          </p:grpSpPr>
          <p:sp>
            <p:nvSpPr>
              <p:cNvPr id="389" name="Google Shape;1078;p21"/>
              <p:cNvSpPr/>
              <p:nvPr/>
            </p:nvSpPr>
            <p:spPr>
              <a:xfrm rot="10800000">
                <a:off x="266040" y="469800"/>
                <a:ext cx="499320" cy="498960"/>
              </a:xfrm>
              <a:custGeom>
                <a:avLst/>
                <a:gdLst>
                  <a:gd name="textAreaLeft" fmla="*/ 0 w 499320"/>
                  <a:gd name="textAreaRight" fmla="*/ 499680 w 499320"/>
                  <a:gd name="textAreaTop" fmla="*/ 0 h 498960"/>
                  <a:gd name="textAreaBottom" fmla="*/ 499320 h 49896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90" name="Google Shape;1079;p21"/>
              <p:cNvSpPr/>
              <p:nvPr/>
            </p:nvSpPr>
            <p:spPr>
              <a:xfrm rot="10800000">
                <a:off x="262080" y="465480"/>
                <a:ext cx="507240" cy="507600"/>
              </a:xfrm>
              <a:custGeom>
                <a:avLst/>
                <a:gdLst>
                  <a:gd name="textAreaLeft" fmla="*/ 0 w 507240"/>
                  <a:gd name="textAreaRight" fmla="*/ 507600 w 507240"/>
                  <a:gd name="textAreaTop" fmla="*/ 0 h 507600"/>
                  <a:gd name="textAreaBottom" fmla="*/ 507960 h 50760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91" name="Google Shape;1080;p21"/>
              <p:cNvSpPr/>
              <p:nvPr/>
            </p:nvSpPr>
            <p:spPr>
              <a:xfrm rot="10800000">
                <a:off x="329400" y="532800"/>
                <a:ext cx="372960" cy="372600"/>
              </a:xfrm>
              <a:custGeom>
                <a:avLst/>
                <a:gdLst>
                  <a:gd name="textAreaLeft" fmla="*/ 0 w 372960"/>
                  <a:gd name="textAreaRight" fmla="*/ 373320 w 372960"/>
                  <a:gd name="textAreaTop" fmla="*/ 0 h 372600"/>
                  <a:gd name="textAreaBottom" fmla="*/ 372960 h 37260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92" name="Google Shape;1081;p21"/>
              <p:cNvSpPr/>
              <p:nvPr/>
            </p:nvSpPr>
            <p:spPr>
              <a:xfrm rot="10800000">
                <a:off x="325080" y="528480"/>
                <a:ext cx="380880" cy="381240"/>
              </a:xfrm>
              <a:custGeom>
                <a:avLst/>
                <a:gdLst>
                  <a:gd name="textAreaLeft" fmla="*/ 0 w 380880"/>
                  <a:gd name="textAreaRight" fmla="*/ 381240 w 380880"/>
                  <a:gd name="textAreaTop" fmla="*/ 0 h 381240"/>
                  <a:gd name="textAreaBottom" fmla="*/ 381600 h 3812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93" name="Google Shape;1082;p21"/>
              <p:cNvSpPr/>
              <p:nvPr/>
            </p:nvSpPr>
            <p:spPr>
              <a:xfrm rot="10800000">
                <a:off x="398160" y="601560"/>
                <a:ext cx="235440" cy="235440"/>
              </a:xfrm>
              <a:custGeom>
                <a:avLst/>
                <a:gdLst>
                  <a:gd name="textAreaLeft" fmla="*/ 0 w 235440"/>
                  <a:gd name="textAreaRight" fmla="*/ 235800 w 235440"/>
                  <a:gd name="textAreaTop" fmla="*/ 0 h 235440"/>
                  <a:gd name="textAreaBottom" fmla="*/ 235800 h 23544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394" name="Google Shape;1083;p21"/>
              <p:cNvSpPr/>
              <p:nvPr/>
            </p:nvSpPr>
            <p:spPr>
              <a:xfrm rot="10800000">
                <a:off x="393840" y="597600"/>
                <a:ext cx="243720" cy="243360"/>
              </a:xfrm>
              <a:custGeom>
                <a:avLst/>
                <a:gdLst>
                  <a:gd name="textAreaLeft" fmla="*/ 0 w 243720"/>
                  <a:gd name="textAreaRight" fmla="*/ 244080 w 243720"/>
                  <a:gd name="textAreaTop" fmla="*/ 0 h 243360"/>
                  <a:gd name="textAreaBottom" fmla="*/ 243720 h 24336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</p:grp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6" name="Google Shape;1327;p27"/>
          <p:cNvCxnSpPr/>
          <p:nvPr/>
        </p:nvCxnSpPr>
        <p:spPr>
          <a:xfrm flipH="1">
            <a:off x="7682760" y="2910960"/>
            <a:ext cx="306720" cy="1133640"/>
          </a:xfrm>
          <a:prstGeom prst="straightConnector1">
            <a:avLst/>
          </a:prstGeom>
          <a:ln w="9525">
            <a:solidFill>
              <a:srgbClr val="1a2e35"/>
            </a:solidFill>
            <a:round/>
          </a:ln>
        </p:spPr>
      </p:cxnSp>
      <p:cxnSp>
        <p:nvCxnSpPr>
          <p:cNvPr id="397" name="Google Shape;1328;p27"/>
          <p:cNvCxnSpPr/>
          <p:nvPr/>
        </p:nvCxnSpPr>
        <p:spPr>
          <a:xfrm>
            <a:off x="7694640" y="1568880"/>
            <a:ext cx="315720" cy="1342440"/>
          </a:xfrm>
          <a:prstGeom prst="straightConnector1">
            <a:avLst/>
          </a:prstGeom>
          <a:ln w="9525">
            <a:solidFill>
              <a:srgbClr val="1a2e35"/>
            </a:solidFill>
            <a:round/>
          </a:ln>
        </p:spPr>
      </p:cxnSp>
      <p:cxnSp>
        <p:nvCxnSpPr>
          <p:cNvPr id="398" name="Google Shape;1329;p27"/>
          <p:cNvCxnSpPr/>
          <p:nvPr/>
        </p:nvCxnSpPr>
        <p:spPr>
          <a:xfrm flipH="1">
            <a:off x="7702200" y="266400"/>
            <a:ext cx="392400" cy="1332360"/>
          </a:xfrm>
          <a:prstGeom prst="straightConnector1">
            <a:avLst/>
          </a:prstGeom>
          <a:ln w="9525">
            <a:solidFill>
              <a:srgbClr val="1a2e35"/>
            </a:solidFill>
            <a:round/>
          </a:ln>
        </p:spPr>
      </p:cxnSp>
      <p:cxnSp>
        <p:nvCxnSpPr>
          <p:cNvPr id="399" name="Google Shape;1330;p27"/>
          <p:cNvCxnSpPr/>
          <p:nvPr/>
        </p:nvCxnSpPr>
        <p:spPr>
          <a:xfrm flipH="1">
            <a:off x="8101800" y="0"/>
            <a:ext cx="407160" cy="273960"/>
          </a:xfrm>
          <a:prstGeom prst="straightConnector1">
            <a:avLst/>
          </a:prstGeom>
          <a:ln w="9525">
            <a:solidFill>
              <a:srgbClr val="1a2e35"/>
            </a:solidFill>
            <a:round/>
          </a:ln>
        </p:spPr>
      </p:cxnSp>
      <p:grpSp>
        <p:nvGrpSpPr>
          <p:cNvPr id="400" name="Google Shape;1331;p27"/>
          <p:cNvGrpSpPr/>
          <p:nvPr/>
        </p:nvGrpSpPr>
        <p:grpSpPr>
          <a:xfrm>
            <a:off x="7407360" y="1284840"/>
            <a:ext cx="582120" cy="581400"/>
            <a:chOff x="7407360" y="1284840"/>
            <a:chExt cx="582120" cy="581400"/>
          </a:xfrm>
        </p:grpSpPr>
        <p:sp>
          <p:nvSpPr>
            <p:cNvPr id="401" name="Google Shape;1332;p27"/>
            <p:cNvSpPr/>
            <p:nvPr/>
          </p:nvSpPr>
          <p:spPr>
            <a:xfrm flipV="1" rot="16200000">
              <a:off x="7412040" y="1289520"/>
              <a:ext cx="572400" cy="572040"/>
            </a:xfrm>
            <a:custGeom>
              <a:avLst/>
              <a:gdLst>
                <a:gd name="textAreaLeft" fmla="*/ 0 w 572400"/>
                <a:gd name="textAreaRight" fmla="*/ 572760 w 572400"/>
                <a:gd name="textAreaTop" fmla="*/ -360 h 572040"/>
                <a:gd name="textAreaBottom" fmla="*/ 572040 h 57204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02" name="Google Shape;1333;p27"/>
            <p:cNvSpPr/>
            <p:nvPr/>
          </p:nvSpPr>
          <p:spPr>
            <a:xfrm flipV="1" rot="16200000">
              <a:off x="7407720" y="1284120"/>
              <a:ext cx="581400" cy="582120"/>
            </a:xfrm>
            <a:custGeom>
              <a:avLst/>
              <a:gdLst>
                <a:gd name="textAreaLeft" fmla="*/ 0 w 581400"/>
                <a:gd name="textAreaRight" fmla="*/ 581760 w 581400"/>
                <a:gd name="textAreaTop" fmla="*/ -360 h 582120"/>
                <a:gd name="textAreaBottom" fmla="*/ 582120 h 58212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03" name="Google Shape;1334;p27"/>
            <p:cNvSpPr/>
            <p:nvPr/>
          </p:nvSpPr>
          <p:spPr>
            <a:xfrm flipV="1" rot="16200000">
              <a:off x="7484760" y="1362600"/>
              <a:ext cx="427680" cy="42696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360 h 426960"/>
                <a:gd name="textAreaBottom" fmla="*/ 427680 h 42696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04" name="Google Shape;1335;p27"/>
            <p:cNvSpPr/>
            <p:nvPr/>
          </p:nvSpPr>
          <p:spPr>
            <a:xfrm flipV="1" rot="16200000">
              <a:off x="7480080" y="1356480"/>
              <a:ext cx="436680" cy="437040"/>
            </a:xfrm>
            <a:custGeom>
              <a:avLst/>
              <a:gdLst>
                <a:gd name="textAreaLeft" fmla="*/ 0 w 436680"/>
                <a:gd name="textAreaRight" fmla="*/ 437040 w 436680"/>
                <a:gd name="textAreaTop" fmla="*/ 360 h 437040"/>
                <a:gd name="textAreaBottom" fmla="*/ 437760 h 43704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05" name="Google Shape;1336;p27"/>
            <p:cNvSpPr/>
            <p:nvPr/>
          </p:nvSpPr>
          <p:spPr>
            <a:xfrm flipV="1" rot="16200000">
              <a:off x="7563240" y="1441080"/>
              <a:ext cx="270000" cy="270000"/>
            </a:xfrm>
            <a:custGeom>
              <a:avLst/>
              <a:gdLst>
                <a:gd name="textAreaLeft" fmla="*/ 0 w 270000"/>
                <a:gd name="textAreaRight" fmla="*/ 270360 w 270000"/>
                <a:gd name="textAreaTop" fmla="*/ 360 h 270000"/>
                <a:gd name="textAreaBottom" fmla="*/ 270720 h 27000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06" name="Google Shape;1337;p27"/>
            <p:cNvSpPr/>
            <p:nvPr/>
          </p:nvSpPr>
          <p:spPr>
            <a:xfrm flipV="1" rot="16200000">
              <a:off x="7558560" y="1436040"/>
              <a:ext cx="279360" cy="279000"/>
            </a:xfrm>
            <a:custGeom>
              <a:avLst/>
              <a:gdLst>
                <a:gd name="textAreaLeft" fmla="*/ 0 w 279360"/>
                <a:gd name="textAreaRight" fmla="*/ 279720 w 279360"/>
                <a:gd name="textAreaTop" fmla="*/ -360 h 279000"/>
                <a:gd name="textAreaBottom" fmla="*/ 279000 h 2790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07" name="Google Shape;1338;p27"/>
          <p:cNvGrpSpPr/>
          <p:nvPr/>
        </p:nvGrpSpPr>
        <p:grpSpPr>
          <a:xfrm>
            <a:off x="7869600" y="2754360"/>
            <a:ext cx="292320" cy="291600"/>
            <a:chOff x="7869600" y="2754360"/>
            <a:chExt cx="292320" cy="291600"/>
          </a:xfrm>
        </p:grpSpPr>
        <p:sp>
          <p:nvSpPr>
            <p:cNvPr id="408" name="Google Shape;1339;p27"/>
            <p:cNvSpPr/>
            <p:nvPr/>
          </p:nvSpPr>
          <p:spPr>
            <a:xfrm flipV="1" rot="16200000">
              <a:off x="7874640" y="2759040"/>
              <a:ext cx="282240" cy="28224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360 h 282240"/>
                <a:gd name="textAreaBottom" fmla="*/ 282960 h 282240"/>
              </a:gdLst>
              <a:ahLst/>
              <a:rect l="textAreaLeft" t="textAreaTop" r="textAreaRight" b="textAreaBottom"/>
              <a:pathLst>
                <a:path w="11302" h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09" name="Google Shape;1340;p27"/>
            <p:cNvSpPr/>
            <p:nvPr/>
          </p:nvSpPr>
          <p:spPr>
            <a:xfrm flipV="1" rot="16200000">
              <a:off x="7869960" y="2754000"/>
              <a:ext cx="291600" cy="292320"/>
            </a:xfrm>
            <a:custGeom>
              <a:avLst/>
              <a:gdLst>
                <a:gd name="textAreaLeft" fmla="*/ 0 w 291600"/>
                <a:gd name="textAreaRight" fmla="*/ 291960 w 291600"/>
                <a:gd name="textAreaTop" fmla="*/ 360 h 292320"/>
                <a:gd name="textAreaBottom" fmla="*/ 293040 h 292320"/>
              </a:gdLst>
              <a:ahLst/>
              <a:rect l="textAreaLeft" t="textAreaTop" r="textAreaRight" b="textAreaBottom"/>
              <a:pathLst>
                <a:path w="11681" h="11703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10" name="Google Shape;1341;p27"/>
            <p:cNvSpPr/>
            <p:nvPr/>
          </p:nvSpPr>
          <p:spPr>
            <a:xfrm flipV="1" rot="16200000">
              <a:off x="7937280" y="2820600"/>
              <a:ext cx="158040" cy="158040"/>
            </a:xfrm>
            <a:custGeom>
              <a:avLst/>
              <a:gdLst>
                <a:gd name="textAreaLeft" fmla="*/ 0 w 158040"/>
                <a:gd name="textAreaRight" fmla="*/ 158400 w 158040"/>
                <a:gd name="textAreaTop" fmla="*/ -360 h 158040"/>
                <a:gd name="textAreaBottom" fmla="*/ 158040 h 158040"/>
              </a:gdLst>
              <a:ahLst/>
              <a:rect l="textAreaLeft" t="textAreaTop" r="textAreaRight" b="textAreaBottom"/>
              <a:pathLst>
                <a:path w="6331" h="6332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9200" bIns="79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11" name="Google Shape;1342;p27"/>
            <p:cNvSpPr/>
            <p:nvPr/>
          </p:nvSpPr>
          <p:spPr>
            <a:xfrm flipV="1" rot="16200000">
              <a:off x="7932240" y="2815560"/>
              <a:ext cx="167400" cy="16740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-360 h 167400"/>
                <a:gd name="textAreaBottom" fmla="*/ 167400 h 167400"/>
              </a:gdLst>
              <a:ahLst/>
              <a:rect l="textAreaLeft" t="textAreaTop" r="textAreaRight" b="textAreaBottom"/>
              <a:pathLst>
                <a:path w="6710" h="6711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3880" bIns="83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12" name="Google Shape;1343;p27"/>
          <p:cNvGrpSpPr/>
          <p:nvPr/>
        </p:nvGrpSpPr>
        <p:grpSpPr>
          <a:xfrm>
            <a:off x="8012880" y="177840"/>
            <a:ext cx="174600" cy="174600"/>
            <a:chOff x="8012880" y="177840"/>
            <a:chExt cx="174600" cy="174600"/>
          </a:xfrm>
        </p:grpSpPr>
        <p:sp>
          <p:nvSpPr>
            <p:cNvPr id="413" name="Google Shape;1344;p27"/>
            <p:cNvSpPr/>
            <p:nvPr/>
          </p:nvSpPr>
          <p:spPr>
            <a:xfrm flipV="1" rot="16200000">
              <a:off x="8016840" y="182520"/>
              <a:ext cx="165600" cy="165240"/>
            </a:xfrm>
            <a:custGeom>
              <a:avLst/>
              <a:gdLst>
                <a:gd name="textAreaLeft" fmla="*/ 0 w 165600"/>
                <a:gd name="textAreaRight" fmla="*/ 165960 w 165600"/>
                <a:gd name="textAreaTop" fmla="*/ -360 h 165240"/>
                <a:gd name="textAreaBottom" fmla="*/ 165240 h 165240"/>
              </a:gdLst>
              <a:ahLst/>
              <a:rect l="textAreaLeft" t="textAreaTop" r="textAreaRight" b="textAreaBottom"/>
              <a:pathLst>
                <a:path w="6644" h="6621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2800" bIns="828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14" name="Google Shape;1345;p27"/>
            <p:cNvSpPr/>
            <p:nvPr/>
          </p:nvSpPr>
          <p:spPr>
            <a:xfrm flipV="1" rot="16200000">
              <a:off x="8012880" y="177480"/>
              <a:ext cx="174600" cy="174600"/>
            </a:xfrm>
            <a:custGeom>
              <a:avLst/>
              <a:gdLst>
                <a:gd name="textAreaLeft" fmla="*/ 0 w 174600"/>
                <a:gd name="textAreaRight" fmla="*/ 174960 w 174600"/>
                <a:gd name="textAreaTop" fmla="*/ -360 h 174600"/>
                <a:gd name="textAreaBottom" fmla="*/ 174600 h 174600"/>
              </a:gdLst>
              <a:ahLst/>
              <a:rect l="textAreaLeft" t="textAreaTop" r="textAreaRight" b="textAreaBottom"/>
              <a:pathLst>
                <a:path w="7000" h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7480" bIns="874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15" name="Google Shape;1346;p27"/>
            <p:cNvSpPr/>
            <p:nvPr/>
          </p:nvSpPr>
          <p:spPr>
            <a:xfrm flipV="1" rot="16200000">
              <a:off x="8053560" y="218880"/>
              <a:ext cx="92160" cy="92880"/>
            </a:xfrm>
            <a:custGeom>
              <a:avLst/>
              <a:gdLst>
                <a:gd name="textAreaLeft" fmla="*/ 0 w 92160"/>
                <a:gd name="textAreaRight" fmla="*/ 92520 w 92160"/>
                <a:gd name="textAreaTop" fmla="*/ 360 h 92880"/>
                <a:gd name="textAreaBottom" fmla="*/ 93600 h 92880"/>
              </a:gdLst>
              <a:ahLst/>
              <a:rect l="textAreaLeft" t="textAreaTop" r="textAreaRight" b="textAreaBottom"/>
              <a:pathLst>
                <a:path w="3702" h="3723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440" bIns="46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16" name="Google Shape;1347;p27"/>
            <p:cNvSpPr/>
            <p:nvPr/>
          </p:nvSpPr>
          <p:spPr>
            <a:xfrm flipV="1" rot="16200000">
              <a:off x="8048880" y="214920"/>
              <a:ext cx="102240" cy="1015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360 h 101520"/>
                <a:gd name="textAreaBottom" fmla="*/ 102240 h 101520"/>
              </a:gdLst>
              <a:ahLst/>
              <a:rect l="textAreaLeft" t="textAreaTop" r="textAreaRight" b="textAreaBottom"/>
              <a:pathLst>
                <a:path w="4102" h="408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0760" bIns="50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17" name="Google Shape;1348;p27"/>
          <p:cNvGrpSpPr/>
          <p:nvPr/>
        </p:nvGrpSpPr>
        <p:grpSpPr>
          <a:xfrm>
            <a:off x="7551720" y="3880440"/>
            <a:ext cx="293040" cy="292680"/>
            <a:chOff x="7551720" y="3880440"/>
            <a:chExt cx="293040" cy="292680"/>
          </a:xfrm>
        </p:grpSpPr>
        <p:sp>
          <p:nvSpPr>
            <p:cNvPr id="418" name="Google Shape;1349;p27"/>
            <p:cNvSpPr/>
            <p:nvPr/>
          </p:nvSpPr>
          <p:spPr>
            <a:xfrm flipH="1" rot="5400000">
              <a:off x="7553880" y="3882600"/>
              <a:ext cx="288360" cy="288000"/>
            </a:xfrm>
            <a:custGeom>
              <a:avLst/>
              <a:gdLst>
                <a:gd name="textAreaLeft" fmla="*/ -360 w 288360"/>
                <a:gd name="textAreaRight" fmla="*/ 288360 w 288360"/>
                <a:gd name="textAreaTop" fmla="*/ 0 h 288000"/>
                <a:gd name="textAreaBottom" fmla="*/ 288360 h 28800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19" name="Google Shape;1350;p27"/>
            <p:cNvSpPr/>
            <p:nvPr/>
          </p:nvSpPr>
          <p:spPr>
            <a:xfrm flipH="1" rot="5400000">
              <a:off x="7551720" y="3880080"/>
              <a:ext cx="292680" cy="293040"/>
            </a:xfrm>
            <a:custGeom>
              <a:avLst/>
              <a:gdLst>
                <a:gd name="textAreaLeft" fmla="*/ -360 w 292680"/>
                <a:gd name="textAreaRight" fmla="*/ 292680 w 292680"/>
                <a:gd name="textAreaTop" fmla="*/ 0 h 293040"/>
                <a:gd name="textAreaBottom" fmla="*/ 293400 h 29304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20" name="Google Shape;1351;p27"/>
            <p:cNvSpPr/>
            <p:nvPr/>
          </p:nvSpPr>
          <p:spPr>
            <a:xfrm flipH="1" rot="5400000">
              <a:off x="7589520" y="3919320"/>
              <a:ext cx="215280" cy="214920"/>
            </a:xfrm>
            <a:custGeom>
              <a:avLst/>
              <a:gdLst>
                <a:gd name="textAreaLeft" fmla="*/ 360 w 215280"/>
                <a:gd name="textAreaRight" fmla="*/ 216000 w 215280"/>
                <a:gd name="textAreaTop" fmla="*/ 0 h 214920"/>
                <a:gd name="textAreaBottom" fmla="*/ 215280 h 21492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21" name="Google Shape;1352;p27"/>
            <p:cNvSpPr/>
            <p:nvPr/>
          </p:nvSpPr>
          <p:spPr>
            <a:xfrm flipH="1" rot="5400000">
              <a:off x="7587360" y="3916800"/>
              <a:ext cx="219600" cy="219960"/>
            </a:xfrm>
            <a:custGeom>
              <a:avLst/>
              <a:gdLst>
                <a:gd name="textAreaLeft" fmla="*/ 360 w 219600"/>
                <a:gd name="textAreaRight" fmla="*/ 220320 w 219600"/>
                <a:gd name="textAreaTop" fmla="*/ 0 h 219960"/>
                <a:gd name="textAreaBottom" fmla="*/ 220320 h 21996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22" name="Google Shape;1353;p27"/>
            <p:cNvSpPr/>
            <p:nvPr/>
          </p:nvSpPr>
          <p:spPr>
            <a:xfrm flipH="1" rot="5400000">
              <a:off x="7629480" y="3959280"/>
              <a:ext cx="135720" cy="135720"/>
            </a:xfrm>
            <a:custGeom>
              <a:avLst/>
              <a:gdLst>
                <a:gd name="textAreaLeft" fmla="*/ -360 w 135720"/>
                <a:gd name="textAreaRight" fmla="*/ 135720 w 135720"/>
                <a:gd name="textAreaTop" fmla="*/ 0 h 135720"/>
                <a:gd name="textAreaBottom" fmla="*/ 136080 h 13572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8040" bIns="68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23" name="Google Shape;1354;p27"/>
            <p:cNvSpPr/>
            <p:nvPr/>
          </p:nvSpPr>
          <p:spPr>
            <a:xfrm flipH="1" rot="5400000">
              <a:off x="7627680" y="3956400"/>
              <a:ext cx="140760" cy="140400"/>
            </a:xfrm>
            <a:custGeom>
              <a:avLst/>
              <a:gdLst>
                <a:gd name="textAreaLeft" fmla="*/ -360 w 140760"/>
                <a:gd name="textAreaRight" fmla="*/ 140760 w 140760"/>
                <a:gd name="textAreaTop" fmla="*/ 0 h 140400"/>
                <a:gd name="textAreaBottom" fmla="*/ 140760 h 1404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200" bIns="70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24" name="Google Shape;1355;p27"/>
          <p:cNvGrpSpPr/>
          <p:nvPr/>
        </p:nvGrpSpPr>
        <p:grpSpPr>
          <a:xfrm>
            <a:off x="8333280" y="249120"/>
            <a:ext cx="26640" cy="174600"/>
            <a:chOff x="8333280" y="249120"/>
            <a:chExt cx="26640" cy="174600"/>
          </a:xfrm>
        </p:grpSpPr>
        <p:sp>
          <p:nvSpPr>
            <p:cNvPr id="425" name="Google Shape;1356;p27"/>
            <p:cNvSpPr/>
            <p:nvPr/>
          </p:nvSpPr>
          <p:spPr>
            <a:xfrm flipV="1" rot="16200000">
              <a:off x="8333280" y="39708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26" name="Google Shape;1357;p27"/>
            <p:cNvSpPr/>
            <p:nvPr/>
          </p:nvSpPr>
          <p:spPr>
            <a:xfrm flipV="1" rot="16200000">
              <a:off x="8333280" y="32328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27" name="Google Shape;1358;p27"/>
            <p:cNvSpPr/>
            <p:nvPr/>
          </p:nvSpPr>
          <p:spPr>
            <a:xfrm flipV="1" rot="16200000">
              <a:off x="8333280" y="24912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cxnSp>
        <p:nvCxnSpPr>
          <p:cNvPr id="428" name="Google Shape;1359;p27"/>
          <p:cNvCxnSpPr/>
          <p:nvPr/>
        </p:nvCxnSpPr>
        <p:spPr>
          <a:xfrm flipH="1" flipV="1">
            <a:off x="1513800" y="1824840"/>
            <a:ext cx="126360" cy="1672920"/>
          </a:xfrm>
          <a:prstGeom prst="straightConnector1">
            <a:avLst/>
          </a:prstGeom>
          <a:ln w="9525">
            <a:solidFill>
              <a:srgbClr val="1a2e35"/>
            </a:solidFill>
            <a:round/>
          </a:ln>
        </p:spPr>
      </p:cxnSp>
      <p:cxnSp>
        <p:nvCxnSpPr>
          <p:cNvPr id="429" name="Google Shape;1360;p27"/>
          <p:cNvCxnSpPr/>
          <p:nvPr/>
        </p:nvCxnSpPr>
        <p:spPr>
          <a:xfrm flipV="1">
            <a:off x="889920" y="3510720"/>
            <a:ext cx="743760" cy="829800"/>
          </a:xfrm>
          <a:prstGeom prst="straightConnector1">
            <a:avLst/>
          </a:prstGeom>
          <a:ln w="9525">
            <a:solidFill>
              <a:srgbClr val="1a2e35"/>
            </a:solidFill>
            <a:round/>
          </a:ln>
        </p:spPr>
      </p:cxnSp>
      <p:cxnSp>
        <p:nvCxnSpPr>
          <p:cNvPr id="430" name="Google Shape;1361;p27"/>
          <p:cNvCxnSpPr/>
          <p:nvPr/>
        </p:nvCxnSpPr>
        <p:spPr>
          <a:xfrm flipH="1" flipV="1">
            <a:off x="909720" y="4347000"/>
            <a:ext cx="1188360" cy="796680"/>
          </a:xfrm>
          <a:prstGeom prst="straightConnector1">
            <a:avLst/>
          </a:prstGeom>
          <a:ln w="9525">
            <a:solidFill>
              <a:srgbClr val="1a2e35"/>
            </a:solidFill>
            <a:round/>
          </a:ln>
        </p:spPr>
      </p:cxnSp>
      <p:grpSp>
        <p:nvGrpSpPr>
          <p:cNvPr id="431" name="Google Shape;1362;p27"/>
          <p:cNvGrpSpPr/>
          <p:nvPr/>
        </p:nvGrpSpPr>
        <p:grpSpPr>
          <a:xfrm>
            <a:off x="621360" y="4062240"/>
            <a:ext cx="582120" cy="581400"/>
            <a:chOff x="621360" y="4062240"/>
            <a:chExt cx="582120" cy="581400"/>
          </a:xfrm>
        </p:grpSpPr>
        <p:sp>
          <p:nvSpPr>
            <p:cNvPr id="432" name="Google Shape;1363;p27"/>
            <p:cNvSpPr/>
            <p:nvPr/>
          </p:nvSpPr>
          <p:spPr>
            <a:xfrm rot="5400000">
              <a:off x="626040" y="4066920"/>
              <a:ext cx="572400" cy="572040"/>
            </a:xfrm>
            <a:custGeom>
              <a:avLst/>
              <a:gdLst>
                <a:gd name="textAreaLeft" fmla="*/ 0 w 572400"/>
                <a:gd name="textAreaRight" fmla="*/ 572760 w 572400"/>
                <a:gd name="textAreaTop" fmla="*/ 0 h 572040"/>
                <a:gd name="textAreaBottom" fmla="*/ 572400 h 572040"/>
              </a:gdLst>
              <a:ahLst/>
              <a:rect l="textAreaLeft" t="textAreaTop" r="textAreaRight" b="textAreaBottom"/>
              <a:pathLst>
                <a:path w="22915" h="22893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33" name="Google Shape;1364;p27"/>
            <p:cNvSpPr/>
            <p:nvPr/>
          </p:nvSpPr>
          <p:spPr>
            <a:xfrm rot="5400000">
              <a:off x="621360" y="4061880"/>
              <a:ext cx="581400" cy="582120"/>
            </a:xfrm>
            <a:custGeom>
              <a:avLst/>
              <a:gdLst>
                <a:gd name="textAreaLeft" fmla="*/ 0 w 581400"/>
                <a:gd name="textAreaRight" fmla="*/ 581760 w 581400"/>
                <a:gd name="textAreaTop" fmla="*/ 0 h 582120"/>
                <a:gd name="textAreaBottom" fmla="*/ 582480 h 582120"/>
              </a:gdLst>
              <a:ahLst/>
              <a:rect l="textAreaLeft" t="textAreaTop" r="textAreaRight" b="textAreaBottom"/>
              <a:pathLst>
                <a:path w="23272" h="23294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34" name="Google Shape;1365;p27"/>
            <p:cNvSpPr/>
            <p:nvPr/>
          </p:nvSpPr>
          <p:spPr>
            <a:xfrm rot="5400000">
              <a:off x="698760" y="4139640"/>
              <a:ext cx="427680" cy="426960"/>
            </a:xfrm>
            <a:custGeom>
              <a:avLst/>
              <a:gdLst>
                <a:gd name="textAreaLeft" fmla="*/ 0 w 427680"/>
                <a:gd name="textAreaRight" fmla="*/ 428040 w 427680"/>
                <a:gd name="textAreaTop" fmla="*/ 0 h 426960"/>
                <a:gd name="textAreaBottom" fmla="*/ 427320 h 426960"/>
              </a:gdLst>
              <a:ahLst/>
              <a:rect l="textAreaLeft" t="textAreaTop" r="textAreaRight" b="textAreaBottom"/>
              <a:pathLst>
                <a:path w="17120" h="17097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35" name="Google Shape;1366;p27"/>
            <p:cNvSpPr/>
            <p:nvPr/>
          </p:nvSpPr>
          <p:spPr>
            <a:xfrm rot="5400000">
              <a:off x="694080" y="4134240"/>
              <a:ext cx="436680" cy="437040"/>
            </a:xfrm>
            <a:custGeom>
              <a:avLst/>
              <a:gdLst>
                <a:gd name="textAreaLeft" fmla="*/ 0 w 436680"/>
                <a:gd name="textAreaRight" fmla="*/ 437040 w 436680"/>
                <a:gd name="textAreaTop" fmla="*/ 0 h 437040"/>
                <a:gd name="textAreaBottom" fmla="*/ 437400 h 437040"/>
              </a:gdLst>
              <a:ahLst/>
              <a:rect l="textAreaLeft" t="textAreaTop" r="textAreaRight" b="textAreaBottom"/>
              <a:pathLst>
                <a:path w="17477" h="17499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36" name="Google Shape;1367;p27"/>
            <p:cNvSpPr/>
            <p:nvPr/>
          </p:nvSpPr>
          <p:spPr>
            <a:xfrm rot="5400000">
              <a:off x="777600" y="4217760"/>
              <a:ext cx="270000" cy="270000"/>
            </a:xfrm>
            <a:custGeom>
              <a:avLst/>
              <a:gdLst>
                <a:gd name="textAreaLeft" fmla="*/ 0 w 270000"/>
                <a:gd name="textAreaRight" fmla="*/ 270360 w 270000"/>
                <a:gd name="textAreaTop" fmla="*/ 0 h 270000"/>
                <a:gd name="textAreaBottom" fmla="*/ 270360 h 270000"/>
              </a:gdLst>
              <a:ahLst/>
              <a:rect l="textAreaLeft" t="textAreaTop" r="textAreaRight" b="textAreaBottom"/>
              <a:pathLst>
                <a:path w="10812" h="10812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37" name="Google Shape;1368;p27"/>
            <p:cNvSpPr/>
            <p:nvPr/>
          </p:nvSpPr>
          <p:spPr>
            <a:xfrm rot="5400000">
              <a:off x="772560" y="4213440"/>
              <a:ext cx="279360" cy="279000"/>
            </a:xfrm>
            <a:custGeom>
              <a:avLst/>
              <a:gdLst>
                <a:gd name="textAreaLeft" fmla="*/ 0 w 279360"/>
                <a:gd name="textAreaRight" fmla="*/ 279720 w 279360"/>
                <a:gd name="textAreaTop" fmla="*/ 0 h 279000"/>
                <a:gd name="textAreaBottom" fmla="*/ 279360 h 279000"/>
              </a:gdLst>
              <a:ahLst/>
              <a:rect l="textAreaLeft" t="textAreaTop" r="textAreaRight" b="textAreaBottom"/>
              <a:pathLst>
                <a:path w="11191" h="11169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38" name="Google Shape;1369;p27"/>
          <p:cNvGrpSpPr/>
          <p:nvPr/>
        </p:nvGrpSpPr>
        <p:grpSpPr>
          <a:xfrm>
            <a:off x="1482840" y="3351240"/>
            <a:ext cx="292320" cy="291600"/>
            <a:chOff x="1482840" y="3351240"/>
            <a:chExt cx="292320" cy="291600"/>
          </a:xfrm>
        </p:grpSpPr>
        <p:sp>
          <p:nvSpPr>
            <p:cNvPr id="439" name="Google Shape;1370;p27"/>
            <p:cNvSpPr/>
            <p:nvPr/>
          </p:nvSpPr>
          <p:spPr>
            <a:xfrm rot="5400000">
              <a:off x="1487880" y="3356280"/>
              <a:ext cx="282240" cy="282240"/>
            </a:xfrm>
            <a:custGeom>
              <a:avLst/>
              <a:gdLst>
                <a:gd name="textAreaLeft" fmla="*/ 0 w 282240"/>
                <a:gd name="textAreaRight" fmla="*/ 282600 w 282240"/>
                <a:gd name="textAreaTop" fmla="*/ 0 h 282240"/>
                <a:gd name="textAreaBottom" fmla="*/ 282600 h 282240"/>
              </a:gdLst>
              <a:ahLst/>
              <a:rect l="textAreaLeft" t="textAreaTop" r="textAreaRight" b="textAreaBottom"/>
              <a:pathLst>
                <a:path w="11302" h="11302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40" name="Google Shape;1371;p27"/>
            <p:cNvSpPr/>
            <p:nvPr/>
          </p:nvSpPr>
          <p:spPr>
            <a:xfrm rot="5400000">
              <a:off x="1483200" y="3350880"/>
              <a:ext cx="291600" cy="292320"/>
            </a:xfrm>
            <a:custGeom>
              <a:avLst/>
              <a:gdLst>
                <a:gd name="textAreaLeft" fmla="*/ 0 w 291600"/>
                <a:gd name="textAreaRight" fmla="*/ 291960 w 291600"/>
                <a:gd name="textAreaTop" fmla="*/ 0 h 292320"/>
                <a:gd name="textAreaBottom" fmla="*/ 292680 h 292320"/>
              </a:gdLst>
              <a:ahLst/>
              <a:rect l="textAreaLeft" t="textAreaTop" r="textAreaRight" b="textAreaBottom"/>
              <a:pathLst>
                <a:path w="11681" h="11703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41" name="Google Shape;1372;p27"/>
            <p:cNvSpPr/>
            <p:nvPr/>
          </p:nvSpPr>
          <p:spPr>
            <a:xfrm rot="5400000">
              <a:off x="1550160" y="3417840"/>
              <a:ext cx="158040" cy="158040"/>
            </a:xfrm>
            <a:custGeom>
              <a:avLst/>
              <a:gdLst>
                <a:gd name="textAreaLeft" fmla="*/ 0 w 158040"/>
                <a:gd name="textAreaRight" fmla="*/ 158400 w 158040"/>
                <a:gd name="textAreaTop" fmla="*/ 0 h 158040"/>
                <a:gd name="textAreaBottom" fmla="*/ 158400 h 158040"/>
              </a:gdLst>
              <a:ahLst/>
              <a:rect l="textAreaLeft" t="textAreaTop" r="textAreaRight" b="textAreaBottom"/>
              <a:pathLst>
                <a:path w="6331" h="6332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9200" bIns="79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42" name="Google Shape;1373;p27"/>
            <p:cNvSpPr/>
            <p:nvPr/>
          </p:nvSpPr>
          <p:spPr>
            <a:xfrm rot="5400000">
              <a:off x="1545480" y="3413520"/>
              <a:ext cx="167400" cy="16740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0 h 167400"/>
                <a:gd name="textAreaBottom" fmla="*/ 167760 h 167400"/>
              </a:gdLst>
              <a:ahLst/>
              <a:rect l="textAreaLeft" t="textAreaTop" r="textAreaRight" b="textAreaBottom"/>
              <a:pathLst>
                <a:path w="6710" h="6711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3880" bIns="83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43" name="Google Shape;1374;p27"/>
          <p:cNvGrpSpPr/>
          <p:nvPr/>
        </p:nvGrpSpPr>
        <p:grpSpPr>
          <a:xfrm>
            <a:off x="1595520" y="4790160"/>
            <a:ext cx="174600" cy="174600"/>
            <a:chOff x="1595520" y="4790160"/>
            <a:chExt cx="174600" cy="174600"/>
          </a:xfrm>
        </p:grpSpPr>
        <p:sp>
          <p:nvSpPr>
            <p:cNvPr id="444" name="Google Shape;1375;p27"/>
            <p:cNvSpPr/>
            <p:nvPr/>
          </p:nvSpPr>
          <p:spPr>
            <a:xfrm rot="5400000">
              <a:off x="1599480" y="4794840"/>
              <a:ext cx="165600" cy="165240"/>
            </a:xfrm>
            <a:custGeom>
              <a:avLst/>
              <a:gdLst>
                <a:gd name="textAreaLeft" fmla="*/ 0 w 165600"/>
                <a:gd name="textAreaRight" fmla="*/ 165960 w 165600"/>
                <a:gd name="textAreaTop" fmla="*/ 0 h 165240"/>
                <a:gd name="textAreaBottom" fmla="*/ 165600 h 165240"/>
              </a:gdLst>
              <a:ahLst/>
              <a:rect l="textAreaLeft" t="textAreaTop" r="textAreaRight" b="textAreaBottom"/>
              <a:pathLst>
                <a:path w="6644" h="6621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2800" bIns="828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45" name="Google Shape;1376;p27"/>
            <p:cNvSpPr/>
            <p:nvPr/>
          </p:nvSpPr>
          <p:spPr>
            <a:xfrm rot="5400000">
              <a:off x="1595520" y="4790160"/>
              <a:ext cx="174600" cy="174600"/>
            </a:xfrm>
            <a:custGeom>
              <a:avLst/>
              <a:gdLst>
                <a:gd name="textAreaLeft" fmla="*/ 0 w 174600"/>
                <a:gd name="textAreaRight" fmla="*/ 174960 w 174600"/>
                <a:gd name="textAreaTop" fmla="*/ 0 h 174600"/>
                <a:gd name="textAreaBottom" fmla="*/ 174960 h 174600"/>
              </a:gdLst>
              <a:ahLst/>
              <a:rect l="textAreaLeft" t="textAreaTop" r="textAreaRight" b="textAreaBottom"/>
              <a:pathLst>
                <a:path w="7000" h="700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7480" bIns="874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46" name="Google Shape;1377;p27"/>
            <p:cNvSpPr/>
            <p:nvPr/>
          </p:nvSpPr>
          <p:spPr>
            <a:xfrm rot="5400000">
              <a:off x="1636200" y="4831200"/>
              <a:ext cx="92160" cy="92880"/>
            </a:xfrm>
            <a:custGeom>
              <a:avLst/>
              <a:gdLst>
                <a:gd name="textAreaLeft" fmla="*/ 0 w 92160"/>
                <a:gd name="textAreaRight" fmla="*/ 92520 w 92160"/>
                <a:gd name="textAreaTop" fmla="*/ 0 h 92880"/>
                <a:gd name="textAreaBottom" fmla="*/ 93240 h 92880"/>
              </a:gdLst>
              <a:ahLst/>
              <a:rect l="textAreaLeft" t="textAreaTop" r="textAreaRight" b="textAreaBottom"/>
              <a:pathLst>
                <a:path w="3702" h="3723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440" bIns="46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47" name="Google Shape;1378;p27"/>
            <p:cNvSpPr/>
            <p:nvPr/>
          </p:nvSpPr>
          <p:spPr>
            <a:xfrm rot="5400000">
              <a:off x="1631520" y="4826880"/>
              <a:ext cx="102240" cy="1015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01520"/>
                <a:gd name="textAreaBottom" fmla="*/ 101880 h 101520"/>
              </a:gdLst>
              <a:ahLst/>
              <a:rect l="textAreaLeft" t="textAreaTop" r="textAreaRight" b="textAreaBottom"/>
              <a:pathLst>
                <a:path w="4102" h="408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0760" bIns="50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448" name="Google Shape;1379;p27"/>
          <p:cNvSpPr/>
          <p:nvPr/>
        </p:nvSpPr>
        <p:spPr>
          <a:xfrm rot="5400000">
            <a:off x="1377360" y="1688760"/>
            <a:ext cx="288360" cy="288000"/>
          </a:xfrm>
          <a:custGeom>
            <a:avLst/>
            <a:gdLst>
              <a:gd name="textAreaLeft" fmla="*/ 0 w 288360"/>
              <a:gd name="textAreaRight" fmla="*/ 288720 w 288360"/>
              <a:gd name="textAreaTop" fmla="*/ 0 h 288000"/>
              <a:gd name="textAreaBottom" fmla="*/ 288360 h 288000"/>
            </a:gdLst>
            <a:ahLst/>
            <a:rect l="textAreaLeft" t="textAreaTop" r="textAreaRight" b="textAreaBottom"/>
            <a:pathLst>
              <a:path w="22915" h="22893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49" name="Google Shape;1380;p27"/>
          <p:cNvSpPr/>
          <p:nvPr/>
        </p:nvSpPr>
        <p:spPr>
          <a:xfrm rot="5400000">
            <a:off x="1375200" y="1685880"/>
            <a:ext cx="292680" cy="293040"/>
          </a:xfrm>
          <a:custGeom>
            <a:avLst/>
            <a:gdLst>
              <a:gd name="textAreaLeft" fmla="*/ 0 w 292680"/>
              <a:gd name="textAreaRight" fmla="*/ 293040 w 292680"/>
              <a:gd name="textAreaTop" fmla="*/ 0 h 293040"/>
              <a:gd name="textAreaBottom" fmla="*/ 293400 h 293040"/>
            </a:gdLst>
            <a:ahLst/>
            <a:rect l="textAreaLeft" t="textAreaTop" r="textAreaRight" b="textAreaBottom"/>
            <a:pathLst>
              <a:path w="23272" h="23294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0" name="Google Shape;1381;p27"/>
          <p:cNvSpPr/>
          <p:nvPr/>
        </p:nvSpPr>
        <p:spPr>
          <a:xfrm rot="5400000">
            <a:off x="1413720" y="1725120"/>
            <a:ext cx="215280" cy="214920"/>
          </a:xfrm>
          <a:custGeom>
            <a:avLst/>
            <a:gdLst>
              <a:gd name="textAreaLeft" fmla="*/ 0 w 215280"/>
              <a:gd name="textAreaRight" fmla="*/ 215640 w 215280"/>
              <a:gd name="textAreaTop" fmla="*/ 0 h 214920"/>
              <a:gd name="textAreaBottom" fmla="*/ 215280 h 214920"/>
            </a:gdLst>
            <a:ahLst/>
            <a:rect l="textAreaLeft" t="textAreaTop" r="textAreaRight" b="textAreaBottom"/>
            <a:pathLst>
              <a:path w="17120" h="17097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1" name="Google Shape;1382;p27"/>
          <p:cNvSpPr/>
          <p:nvPr/>
        </p:nvSpPr>
        <p:spPr>
          <a:xfrm rot="5400000">
            <a:off x="1411560" y="1722600"/>
            <a:ext cx="219600" cy="219960"/>
          </a:xfrm>
          <a:custGeom>
            <a:avLst/>
            <a:gdLst>
              <a:gd name="textAreaLeft" fmla="*/ 0 w 219600"/>
              <a:gd name="textAreaRight" fmla="*/ 219960 w 219600"/>
              <a:gd name="textAreaTop" fmla="*/ 0 h 219960"/>
              <a:gd name="textAreaBottom" fmla="*/ 220320 h 219960"/>
            </a:gdLst>
            <a:ahLst/>
            <a:rect l="textAreaLeft" t="textAreaTop" r="textAreaRight" b="textAreaBottom"/>
            <a:pathLst>
              <a:path w="17477" h="17499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2" name="Google Shape;1383;p27"/>
          <p:cNvSpPr/>
          <p:nvPr/>
        </p:nvSpPr>
        <p:spPr>
          <a:xfrm rot="5400000">
            <a:off x="1453680" y="1764720"/>
            <a:ext cx="135720" cy="135720"/>
          </a:xfrm>
          <a:custGeom>
            <a:avLst/>
            <a:gdLst>
              <a:gd name="textAreaLeft" fmla="*/ 0 w 135720"/>
              <a:gd name="textAreaRight" fmla="*/ 136080 w 135720"/>
              <a:gd name="textAreaTop" fmla="*/ 0 h 135720"/>
              <a:gd name="textAreaBottom" fmla="*/ 136080 h 135720"/>
            </a:gdLst>
            <a:ahLst/>
            <a:rect l="textAreaLeft" t="textAreaTop" r="textAreaRight" b="textAreaBottom"/>
            <a:pathLst>
              <a:path w="10812" h="10812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68040" bIns="680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3" name="Google Shape;1384;p27"/>
          <p:cNvSpPr/>
          <p:nvPr/>
        </p:nvSpPr>
        <p:spPr>
          <a:xfrm rot="5400000">
            <a:off x="1451160" y="1762560"/>
            <a:ext cx="140760" cy="140400"/>
          </a:xfrm>
          <a:custGeom>
            <a:avLst/>
            <a:gdLst>
              <a:gd name="textAreaLeft" fmla="*/ 0 w 140760"/>
              <a:gd name="textAreaRight" fmla="*/ 141120 w 140760"/>
              <a:gd name="textAreaTop" fmla="*/ 0 h 140400"/>
              <a:gd name="textAreaBottom" fmla="*/ 140760 h 140400"/>
            </a:gdLst>
            <a:ahLst/>
            <a:rect l="textAreaLeft" t="textAreaTop" r="textAreaRight" b="textAreaBottom"/>
            <a:pathLst>
              <a:path w="11191" h="11169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0200" bIns="702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grpSp>
        <p:nvGrpSpPr>
          <p:cNvPr id="454" name="Google Shape;1385;p27"/>
          <p:cNvGrpSpPr/>
          <p:nvPr/>
        </p:nvGrpSpPr>
        <p:grpSpPr>
          <a:xfrm>
            <a:off x="1775520" y="1441440"/>
            <a:ext cx="26640" cy="174600"/>
            <a:chOff x="1775520" y="1441440"/>
            <a:chExt cx="26640" cy="174600"/>
          </a:xfrm>
        </p:grpSpPr>
        <p:sp>
          <p:nvSpPr>
            <p:cNvPr id="455" name="Google Shape;1386;p27"/>
            <p:cNvSpPr/>
            <p:nvPr/>
          </p:nvSpPr>
          <p:spPr>
            <a:xfrm rot="5400000">
              <a:off x="1775520" y="144144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56" name="Google Shape;1387;p27"/>
            <p:cNvSpPr/>
            <p:nvPr/>
          </p:nvSpPr>
          <p:spPr>
            <a:xfrm rot="5400000">
              <a:off x="1775520" y="151524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57" name="Google Shape;1388;p27"/>
            <p:cNvSpPr/>
            <p:nvPr/>
          </p:nvSpPr>
          <p:spPr>
            <a:xfrm rot="5400000">
              <a:off x="1775520" y="158940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58" name="Google Shape;1389;p27"/>
          <p:cNvGrpSpPr/>
          <p:nvPr/>
        </p:nvGrpSpPr>
        <p:grpSpPr>
          <a:xfrm>
            <a:off x="1893960" y="4488120"/>
            <a:ext cx="26640" cy="174600"/>
            <a:chOff x="1893960" y="4488120"/>
            <a:chExt cx="26640" cy="174600"/>
          </a:xfrm>
        </p:grpSpPr>
        <p:sp>
          <p:nvSpPr>
            <p:cNvPr id="459" name="Google Shape;1390;p27"/>
            <p:cNvSpPr/>
            <p:nvPr/>
          </p:nvSpPr>
          <p:spPr>
            <a:xfrm rot="5400000">
              <a:off x="1893960" y="448812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60" name="Google Shape;1391;p27"/>
            <p:cNvSpPr/>
            <p:nvPr/>
          </p:nvSpPr>
          <p:spPr>
            <a:xfrm rot="5400000">
              <a:off x="1893960" y="456192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61" name="Google Shape;1392;p27"/>
            <p:cNvSpPr/>
            <p:nvPr/>
          </p:nvSpPr>
          <p:spPr>
            <a:xfrm rot="5400000">
              <a:off x="1893960" y="463608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62" name="Google Shape;1393;p27"/>
          <p:cNvGrpSpPr/>
          <p:nvPr/>
        </p:nvGrpSpPr>
        <p:grpSpPr>
          <a:xfrm>
            <a:off x="483120" y="4066920"/>
            <a:ext cx="26640" cy="174600"/>
            <a:chOff x="483120" y="4066920"/>
            <a:chExt cx="26640" cy="174600"/>
          </a:xfrm>
        </p:grpSpPr>
        <p:sp>
          <p:nvSpPr>
            <p:cNvPr id="463" name="Google Shape;1394;p27"/>
            <p:cNvSpPr/>
            <p:nvPr/>
          </p:nvSpPr>
          <p:spPr>
            <a:xfrm rot="5400000">
              <a:off x="483120" y="406692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64" name="Google Shape;1395;p27"/>
            <p:cNvSpPr/>
            <p:nvPr/>
          </p:nvSpPr>
          <p:spPr>
            <a:xfrm rot="5400000">
              <a:off x="483120" y="414072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65" name="Google Shape;1396;p27"/>
            <p:cNvSpPr/>
            <p:nvPr/>
          </p:nvSpPr>
          <p:spPr>
            <a:xfrm rot="5400000">
              <a:off x="483120" y="4214880"/>
              <a:ext cx="26640" cy="26640"/>
            </a:xfrm>
            <a:prstGeom prst="ellipse">
              <a:avLst/>
            </a:prstGeom>
            <a:solidFill>
              <a:srgbClr val="59595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720" bIns="9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6" name="Google Shape;1398;p28"/>
          <p:cNvGrpSpPr/>
          <p:nvPr/>
        </p:nvGrpSpPr>
        <p:grpSpPr>
          <a:xfrm>
            <a:off x="262080" y="-1080"/>
            <a:ext cx="8550000" cy="3981240"/>
            <a:chOff x="262080" y="-1080"/>
            <a:chExt cx="8550000" cy="3981240"/>
          </a:xfrm>
        </p:grpSpPr>
        <p:cxnSp>
          <p:nvCxnSpPr>
            <p:cNvPr id="467" name="Google Shape;1399;p28"/>
            <p:cNvCxnSpPr/>
            <p:nvPr/>
          </p:nvCxnSpPr>
          <p:spPr>
            <a:xfrm>
              <a:off x="515880" y="-1080"/>
              <a:ext cx="360" cy="3981600"/>
            </a:xfrm>
            <a:prstGeom prst="straightConnector1">
              <a:avLst/>
            </a:prstGeom>
            <a:ln w="9525">
              <a:solidFill>
                <a:srgbClr val="595959"/>
              </a:solidFill>
              <a:round/>
            </a:ln>
          </p:spPr>
        </p:cxnSp>
        <p:cxnSp>
          <p:nvCxnSpPr>
            <p:cNvPr id="468" name="Google Shape;1400;p28"/>
            <p:cNvCxnSpPr/>
            <p:nvPr/>
          </p:nvCxnSpPr>
          <p:spPr>
            <a:xfrm>
              <a:off x="8665920" y="-1080"/>
              <a:ext cx="360" cy="1902240"/>
            </a:xfrm>
            <a:prstGeom prst="straightConnector1">
              <a:avLst/>
            </a:prstGeom>
            <a:ln w="9525">
              <a:solidFill>
                <a:srgbClr val="595959"/>
              </a:solidFill>
              <a:round/>
            </a:ln>
          </p:spPr>
        </p:cxnSp>
        <p:grpSp>
          <p:nvGrpSpPr>
            <p:cNvPr id="469" name="Google Shape;1401;p28"/>
            <p:cNvGrpSpPr/>
            <p:nvPr/>
          </p:nvGrpSpPr>
          <p:grpSpPr>
            <a:xfrm>
              <a:off x="343440" y="3301200"/>
              <a:ext cx="344520" cy="344880"/>
              <a:chOff x="343440" y="3301200"/>
              <a:chExt cx="344520" cy="344880"/>
            </a:xfrm>
          </p:grpSpPr>
          <p:sp>
            <p:nvSpPr>
              <p:cNvPr id="470" name="Google Shape;1402;p28"/>
              <p:cNvSpPr/>
              <p:nvPr/>
            </p:nvSpPr>
            <p:spPr>
              <a:xfrm rot="10800000">
                <a:off x="348840" y="3306960"/>
                <a:ext cx="333360" cy="333360"/>
              </a:xfrm>
              <a:custGeom>
                <a:avLst/>
                <a:gdLst>
                  <a:gd name="textAreaLeft" fmla="*/ 0 w 333360"/>
                  <a:gd name="textAreaRight" fmla="*/ 333720 w 333360"/>
                  <a:gd name="textAreaTop" fmla="*/ 0 h 333360"/>
                  <a:gd name="textAreaBottom" fmla="*/ 333720 h 33336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71" name="Google Shape;1403;p28"/>
              <p:cNvSpPr/>
              <p:nvPr/>
            </p:nvSpPr>
            <p:spPr>
              <a:xfrm rot="10800000">
                <a:off x="343440" y="3301200"/>
                <a:ext cx="344520" cy="344880"/>
              </a:xfrm>
              <a:custGeom>
                <a:avLst/>
                <a:gdLst>
                  <a:gd name="textAreaLeft" fmla="*/ 0 w 344520"/>
                  <a:gd name="textAreaRight" fmla="*/ 344880 w 344520"/>
                  <a:gd name="textAreaTop" fmla="*/ 0 h 344880"/>
                  <a:gd name="textAreaBottom" fmla="*/ 345240 h 34488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72" name="Google Shape;1404;p28"/>
              <p:cNvSpPr/>
              <p:nvPr/>
            </p:nvSpPr>
            <p:spPr>
              <a:xfrm rot="10800000">
                <a:off x="422640" y="3380760"/>
                <a:ext cx="186480" cy="186480"/>
              </a:xfrm>
              <a:custGeom>
                <a:avLst/>
                <a:gdLst>
                  <a:gd name="textAreaLeft" fmla="*/ 0 w 186480"/>
                  <a:gd name="textAreaRight" fmla="*/ 186840 w 186480"/>
                  <a:gd name="textAreaTop" fmla="*/ 0 h 186480"/>
                  <a:gd name="textAreaBottom" fmla="*/ 186840 h 18648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73" name="Google Shape;1405;p28"/>
              <p:cNvSpPr/>
              <p:nvPr/>
            </p:nvSpPr>
            <p:spPr>
              <a:xfrm rot="10800000">
                <a:off x="416520" y="3375000"/>
                <a:ext cx="197640" cy="197640"/>
              </a:xfrm>
              <a:custGeom>
                <a:avLst/>
                <a:gdLst>
                  <a:gd name="textAreaLeft" fmla="*/ 0 w 197640"/>
                  <a:gd name="textAreaRight" fmla="*/ 198000 w 197640"/>
                  <a:gd name="textAreaTop" fmla="*/ 0 h 197640"/>
                  <a:gd name="textAreaBottom" fmla="*/ 198000 h 19764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474" name="Google Shape;1406;p28"/>
            <p:cNvGrpSpPr/>
            <p:nvPr/>
          </p:nvGrpSpPr>
          <p:grpSpPr>
            <a:xfrm>
              <a:off x="8520480" y="714960"/>
              <a:ext cx="291600" cy="292320"/>
              <a:chOff x="8520480" y="714960"/>
              <a:chExt cx="291600" cy="292320"/>
            </a:xfrm>
          </p:grpSpPr>
          <p:sp>
            <p:nvSpPr>
              <p:cNvPr id="475" name="Google Shape;1407;p28"/>
              <p:cNvSpPr/>
              <p:nvPr/>
            </p:nvSpPr>
            <p:spPr>
              <a:xfrm rot="10800000">
                <a:off x="8524800" y="720000"/>
                <a:ext cx="282240" cy="282240"/>
              </a:xfrm>
              <a:custGeom>
                <a:avLst/>
                <a:gdLst>
                  <a:gd name="textAreaLeft" fmla="*/ 0 w 282240"/>
                  <a:gd name="textAreaRight" fmla="*/ 282600 w 282240"/>
                  <a:gd name="textAreaTop" fmla="*/ 0 h 282240"/>
                  <a:gd name="textAreaBottom" fmla="*/ 282600 h 282240"/>
                </a:gdLst>
                <a:ahLst/>
                <a:rect l="textAreaLeft" t="textAreaTop" r="textAreaRight" b="textAreaBottom"/>
                <a:pathLst>
                  <a:path w="11302" h="11302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76" name="Google Shape;1408;p28"/>
              <p:cNvSpPr/>
              <p:nvPr/>
            </p:nvSpPr>
            <p:spPr>
              <a:xfrm rot="10800000">
                <a:off x="8520480" y="714960"/>
                <a:ext cx="291600" cy="292320"/>
              </a:xfrm>
              <a:custGeom>
                <a:avLst/>
                <a:gdLst>
                  <a:gd name="textAreaLeft" fmla="*/ 0 w 291600"/>
                  <a:gd name="textAreaRight" fmla="*/ 291960 w 291600"/>
                  <a:gd name="textAreaTop" fmla="*/ 0 h 292320"/>
                  <a:gd name="textAreaBottom" fmla="*/ 292680 h 292320"/>
                </a:gdLst>
                <a:ahLst/>
                <a:rect l="textAreaLeft" t="textAreaTop" r="textAreaRight" b="textAreaBottom"/>
                <a:pathLst>
                  <a:path w="11681" h="11703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77" name="Google Shape;1409;p28"/>
              <p:cNvSpPr/>
              <p:nvPr/>
            </p:nvSpPr>
            <p:spPr>
              <a:xfrm rot="10800000">
                <a:off x="8587080" y="782280"/>
                <a:ext cx="158040" cy="158040"/>
              </a:xfrm>
              <a:custGeom>
                <a:avLst/>
                <a:gdLst>
                  <a:gd name="textAreaLeft" fmla="*/ 0 w 158040"/>
                  <a:gd name="textAreaRight" fmla="*/ 158400 w 158040"/>
                  <a:gd name="textAreaTop" fmla="*/ 0 h 158040"/>
                  <a:gd name="textAreaBottom" fmla="*/ 158400 h 158040"/>
                </a:gdLst>
                <a:ahLst/>
                <a:rect l="textAreaLeft" t="textAreaTop" r="textAreaRight" b="textAreaBottom"/>
                <a:pathLst>
                  <a:path w="6331" h="6332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9200" bIns="79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78" name="Google Shape;1410;p28"/>
              <p:cNvSpPr/>
              <p:nvPr/>
            </p:nvSpPr>
            <p:spPr>
              <a:xfrm rot="10800000">
                <a:off x="8582040" y="777600"/>
                <a:ext cx="167400" cy="167400"/>
              </a:xfrm>
              <a:custGeom>
                <a:avLst/>
                <a:gdLst>
                  <a:gd name="textAreaLeft" fmla="*/ 0 w 167400"/>
                  <a:gd name="textAreaRight" fmla="*/ 167760 w 167400"/>
                  <a:gd name="textAreaTop" fmla="*/ 0 h 167400"/>
                  <a:gd name="textAreaBottom" fmla="*/ 167760 h 167400"/>
                </a:gdLst>
                <a:ahLst/>
                <a:rect l="textAreaLeft" t="textAreaTop" r="textAreaRight" b="textAreaBottom"/>
                <a:pathLst>
                  <a:path w="6710" h="6711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83880" bIns="83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479" name="Google Shape;1411;p28"/>
            <p:cNvGrpSpPr/>
            <p:nvPr/>
          </p:nvGrpSpPr>
          <p:grpSpPr>
            <a:xfrm>
              <a:off x="262080" y="465480"/>
              <a:ext cx="507240" cy="507600"/>
              <a:chOff x="262080" y="465480"/>
              <a:chExt cx="507240" cy="507600"/>
            </a:xfrm>
          </p:grpSpPr>
          <p:sp>
            <p:nvSpPr>
              <p:cNvPr id="480" name="Google Shape;1412;p28"/>
              <p:cNvSpPr/>
              <p:nvPr/>
            </p:nvSpPr>
            <p:spPr>
              <a:xfrm rot="10800000">
                <a:off x="266040" y="469800"/>
                <a:ext cx="499320" cy="498960"/>
              </a:xfrm>
              <a:custGeom>
                <a:avLst/>
                <a:gdLst>
                  <a:gd name="textAreaLeft" fmla="*/ 0 w 499320"/>
                  <a:gd name="textAreaRight" fmla="*/ 499680 w 499320"/>
                  <a:gd name="textAreaTop" fmla="*/ 0 h 498960"/>
                  <a:gd name="textAreaBottom" fmla="*/ 499320 h 498960"/>
                </a:gdLst>
                <a:ahLst/>
                <a:rect l="textAreaLeft" t="textAreaTop" r="textAreaRight" b="textAreaBottom"/>
                <a:pathLst>
                  <a:path w="22915" h="22893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81" name="Google Shape;1413;p28"/>
              <p:cNvSpPr/>
              <p:nvPr/>
            </p:nvSpPr>
            <p:spPr>
              <a:xfrm rot="10800000">
                <a:off x="262080" y="465480"/>
                <a:ext cx="507240" cy="507600"/>
              </a:xfrm>
              <a:custGeom>
                <a:avLst/>
                <a:gdLst>
                  <a:gd name="textAreaLeft" fmla="*/ 0 w 507240"/>
                  <a:gd name="textAreaRight" fmla="*/ 507600 w 507240"/>
                  <a:gd name="textAreaTop" fmla="*/ 0 h 507600"/>
                  <a:gd name="textAreaBottom" fmla="*/ 507960 h 507600"/>
                </a:gdLst>
                <a:ahLst/>
                <a:rect l="textAreaLeft" t="textAreaTop" r="textAreaRight" b="textAreaBottom"/>
                <a:pathLst>
                  <a:path w="23272" h="23294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82" name="Google Shape;1414;p28"/>
              <p:cNvSpPr/>
              <p:nvPr/>
            </p:nvSpPr>
            <p:spPr>
              <a:xfrm rot="10800000">
                <a:off x="329400" y="532800"/>
                <a:ext cx="372960" cy="372600"/>
              </a:xfrm>
              <a:custGeom>
                <a:avLst/>
                <a:gdLst>
                  <a:gd name="textAreaLeft" fmla="*/ 0 w 372960"/>
                  <a:gd name="textAreaRight" fmla="*/ 373320 w 372960"/>
                  <a:gd name="textAreaTop" fmla="*/ 0 h 372600"/>
                  <a:gd name="textAreaBottom" fmla="*/ 372960 h 372600"/>
                </a:gdLst>
                <a:ahLst/>
                <a:rect l="textAreaLeft" t="textAreaTop" r="textAreaRight" b="textAreaBottom"/>
                <a:pathLst>
                  <a:path w="17120" h="17097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83" name="Google Shape;1415;p28"/>
              <p:cNvSpPr/>
              <p:nvPr/>
            </p:nvSpPr>
            <p:spPr>
              <a:xfrm rot="10800000">
                <a:off x="325080" y="528480"/>
                <a:ext cx="380880" cy="381240"/>
              </a:xfrm>
              <a:custGeom>
                <a:avLst/>
                <a:gdLst>
                  <a:gd name="textAreaLeft" fmla="*/ 0 w 380880"/>
                  <a:gd name="textAreaRight" fmla="*/ 381240 w 380880"/>
                  <a:gd name="textAreaTop" fmla="*/ 0 h 381240"/>
                  <a:gd name="textAreaBottom" fmla="*/ 381600 h 381240"/>
                </a:gdLst>
                <a:ahLst/>
                <a:rect l="textAreaLeft" t="textAreaTop" r="textAreaRight" b="textAreaBottom"/>
                <a:pathLst>
                  <a:path w="17477" h="17499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84" name="Google Shape;1416;p28"/>
              <p:cNvSpPr/>
              <p:nvPr/>
            </p:nvSpPr>
            <p:spPr>
              <a:xfrm rot="10800000">
                <a:off x="398160" y="601560"/>
                <a:ext cx="235440" cy="235440"/>
              </a:xfrm>
              <a:custGeom>
                <a:avLst/>
                <a:gdLst>
                  <a:gd name="textAreaLeft" fmla="*/ 0 w 235440"/>
                  <a:gd name="textAreaRight" fmla="*/ 235800 w 235440"/>
                  <a:gd name="textAreaTop" fmla="*/ 0 h 235440"/>
                  <a:gd name="textAreaBottom" fmla="*/ 235800 h 235440"/>
                </a:gdLst>
                <a:ahLst/>
                <a:rect l="textAreaLeft" t="textAreaTop" r="textAreaRight" b="textAreaBottom"/>
                <a:pathLst>
                  <a:path w="10812" h="10812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485" name="Google Shape;1417;p28"/>
              <p:cNvSpPr/>
              <p:nvPr/>
            </p:nvSpPr>
            <p:spPr>
              <a:xfrm rot="10800000">
                <a:off x="393840" y="597600"/>
                <a:ext cx="243720" cy="243360"/>
              </a:xfrm>
              <a:custGeom>
                <a:avLst/>
                <a:gdLst>
                  <a:gd name="textAreaLeft" fmla="*/ 0 w 243720"/>
                  <a:gd name="textAreaRight" fmla="*/ 244080 w 243720"/>
                  <a:gd name="textAreaTop" fmla="*/ 0 h 243360"/>
                  <a:gd name="textAreaBottom" fmla="*/ 243720 h 243360"/>
                </a:gdLst>
                <a:ahLst/>
                <a:rect l="textAreaLeft" t="textAreaTop" r="textAreaRight" b="textAreaBottom"/>
                <a:pathLst>
                  <a:path w="11191" h="11169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6" name="Google Shape;1690;p35"/>
          <p:cNvGrpSpPr/>
          <p:nvPr/>
        </p:nvGrpSpPr>
        <p:grpSpPr>
          <a:xfrm>
            <a:off x="303120" y="959760"/>
            <a:ext cx="5343480" cy="4183560"/>
            <a:chOff x="303120" y="959760"/>
            <a:chExt cx="5343480" cy="4183560"/>
          </a:xfrm>
        </p:grpSpPr>
        <p:sp>
          <p:nvSpPr>
            <p:cNvPr id="487" name="Google Shape;1691;p35"/>
            <p:cNvSpPr/>
            <p:nvPr/>
          </p:nvSpPr>
          <p:spPr>
            <a:xfrm>
              <a:off x="592200" y="959760"/>
              <a:ext cx="4800960" cy="4087080"/>
            </a:xfrm>
            <a:custGeom>
              <a:avLst/>
              <a:gdLst>
                <a:gd name="textAreaLeft" fmla="*/ 0 w 4800960"/>
                <a:gd name="textAreaRight" fmla="*/ 4801320 w 4800960"/>
                <a:gd name="textAreaTop" fmla="*/ 0 h 4087080"/>
                <a:gd name="textAreaBottom" fmla="*/ 4087440 h 4087080"/>
              </a:gdLst>
              <a:ahLst/>
              <a:rect l="textAreaLeft" t="textAreaTop" r="textAreaRight" b="textAreaBottom"/>
              <a:pathLst>
                <a:path w="240073" h="204367">
                  <a:moveTo>
                    <a:pt x="98444" y="0"/>
                  </a:moveTo>
                  <a:cubicBezTo>
                    <a:pt x="66611" y="0"/>
                    <a:pt x="32985" y="23173"/>
                    <a:pt x="18273" y="58560"/>
                  </a:cubicBezTo>
                  <a:cubicBezTo>
                    <a:pt x="0" y="102473"/>
                    <a:pt x="9686" y="134990"/>
                    <a:pt x="9686" y="134990"/>
                  </a:cubicBezTo>
                  <a:cubicBezTo>
                    <a:pt x="9686" y="134990"/>
                    <a:pt x="19372" y="174100"/>
                    <a:pt x="57750" y="192861"/>
                  </a:cubicBezTo>
                  <a:cubicBezTo>
                    <a:pt x="75386" y="201502"/>
                    <a:pt x="94579" y="204367"/>
                    <a:pt x="113787" y="204367"/>
                  </a:cubicBezTo>
                  <a:cubicBezTo>
                    <a:pt x="136375" y="204367"/>
                    <a:pt x="158984" y="200405"/>
                    <a:pt x="179108" y="197216"/>
                  </a:cubicBezTo>
                  <a:cubicBezTo>
                    <a:pt x="216346" y="191315"/>
                    <a:pt x="240073" y="163925"/>
                    <a:pt x="237549" y="131408"/>
                  </a:cubicBezTo>
                  <a:cubicBezTo>
                    <a:pt x="235026" y="98851"/>
                    <a:pt x="204951" y="96002"/>
                    <a:pt x="182038" y="63525"/>
                  </a:cubicBezTo>
                  <a:cubicBezTo>
                    <a:pt x="159085" y="31090"/>
                    <a:pt x="157905" y="18962"/>
                    <a:pt x="120952" y="4230"/>
                  </a:cubicBezTo>
                  <a:cubicBezTo>
                    <a:pt x="113750" y="1358"/>
                    <a:pt x="106150" y="0"/>
                    <a:pt x="9844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88" name="Google Shape;1692;p35"/>
            <p:cNvSpPr/>
            <p:nvPr/>
          </p:nvSpPr>
          <p:spPr>
            <a:xfrm>
              <a:off x="734760" y="959760"/>
              <a:ext cx="4611600" cy="4081680"/>
            </a:xfrm>
            <a:custGeom>
              <a:avLst/>
              <a:gdLst>
                <a:gd name="textAreaLeft" fmla="*/ 0 w 4611600"/>
                <a:gd name="textAreaRight" fmla="*/ 4611960 w 4611600"/>
                <a:gd name="textAreaTop" fmla="*/ 0 h 4081680"/>
                <a:gd name="textAreaBottom" fmla="*/ 4082040 h 4081680"/>
              </a:gdLst>
              <a:ahLst/>
              <a:rect l="textAreaLeft" t="textAreaTop" r="textAreaRight" b="textAreaBottom"/>
              <a:pathLst>
                <a:path w="230591" h="204097">
                  <a:moveTo>
                    <a:pt x="87011" y="99545"/>
                  </a:moveTo>
                  <a:cubicBezTo>
                    <a:pt x="86604" y="100766"/>
                    <a:pt x="86115" y="101947"/>
                    <a:pt x="85708" y="103005"/>
                  </a:cubicBezTo>
                  <a:lnTo>
                    <a:pt x="120749" y="103005"/>
                  </a:lnTo>
                  <a:cubicBezTo>
                    <a:pt x="120830" y="103005"/>
                    <a:pt x="120911" y="103045"/>
                    <a:pt x="120993" y="103086"/>
                  </a:cubicBezTo>
                  <a:cubicBezTo>
                    <a:pt x="121034" y="103167"/>
                    <a:pt x="121074" y="103249"/>
                    <a:pt x="121074" y="103330"/>
                  </a:cubicBezTo>
                  <a:lnTo>
                    <a:pt x="121074" y="156766"/>
                  </a:lnTo>
                  <a:cubicBezTo>
                    <a:pt x="121074" y="156847"/>
                    <a:pt x="121034" y="156928"/>
                    <a:pt x="120993" y="157010"/>
                  </a:cubicBezTo>
                  <a:cubicBezTo>
                    <a:pt x="120911" y="157051"/>
                    <a:pt x="120830" y="157091"/>
                    <a:pt x="120749" y="157091"/>
                  </a:cubicBezTo>
                  <a:lnTo>
                    <a:pt x="89697" y="157091"/>
                  </a:lnTo>
                  <a:cubicBezTo>
                    <a:pt x="90470" y="159940"/>
                    <a:pt x="91284" y="162870"/>
                    <a:pt x="92057" y="165556"/>
                  </a:cubicBezTo>
                  <a:cubicBezTo>
                    <a:pt x="92993" y="165068"/>
                    <a:pt x="93807" y="164783"/>
                    <a:pt x="94580" y="164254"/>
                  </a:cubicBezTo>
                  <a:cubicBezTo>
                    <a:pt x="95110" y="163888"/>
                    <a:pt x="95598" y="163806"/>
                    <a:pt x="96046" y="163806"/>
                  </a:cubicBezTo>
                  <a:cubicBezTo>
                    <a:pt x="96493" y="163806"/>
                    <a:pt x="96859" y="163888"/>
                    <a:pt x="97104" y="164010"/>
                  </a:cubicBezTo>
                  <a:cubicBezTo>
                    <a:pt x="97389" y="163725"/>
                    <a:pt x="98040" y="163237"/>
                    <a:pt x="98894" y="162992"/>
                  </a:cubicBezTo>
                  <a:lnTo>
                    <a:pt x="99139" y="162992"/>
                  </a:lnTo>
                  <a:cubicBezTo>
                    <a:pt x="99546" y="162992"/>
                    <a:pt x="99871" y="163155"/>
                    <a:pt x="100156" y="163359"/>
                  </a:cubicBezTo>
                  <a:cubicBezTo>
                    <a:pt x="100441" y="163603"/>
                    <a:pt x="100726" y="163888"/>
                    <a:pt x="100970" y="164173"/>
                  </a:cubicBezTo>
                  <a:cubicBezTo>
                    <a:pt x="101255" y="164498"/>
                    <a:pt x="101458" y="164824"/>
                    <a:pt x="101621" y="165027"/>
                  </a:cubicBezTo>
                  <a:cubicBezTo>
                    <a:pt x="101906" y="164946"/>
                    <a:pt x="102435" y="164783"/>
                    <a:pt x="103290" y="164702"/>
                  </a:cubicBezTo>
                  <a:lnTo>
                    <a:pt x="103656" y="164702"/>
                  </a:lnTo>
                  <a:cubicBezTo>
                    <a:pt x="105040" y="164702"/>
                    <a:pt x="106586" y="165353"/>
                    <a:pt x="107726" y="166207"/>
                  </a:cubicBezTo>
                  <a:cubicBezTo>
                    <a:pt x="108133" y="166533"/>
                    <a:pt x="108295" y="166940"/>
                    <a:pt x="108295" y="167347"/>
                  </a:cubicBezTo>
                  <a:cubicBezTo>
                    <a:pt x="108295" y="167428"/>
                    <a:pt x="108295" y="167510"/>
                    <a:pt x="108255" y="167591"/>
                  </a:cubicBezTo>
                  <a:lnTo>
                    <a:pt x="121725" y="167591"/>
                  </a:lnTo>
                  <a:cubicBezTo>
                    <a:pt x="121929" y="167306"/>
                    <a:pt x="122132" y="167062"/>
                    <a:pt x="122377" y="166859"/>
                  </a:cubicBezTo>
                  <a:cubicBezTo>
                    <a:pt x="122946" y="166248"/>
                    <a:pt x="123557" y="165963"/>
                    <a:pt x="124167" y="165963"/>
                  </a:cubicBezTo>
                  <a:cubicBezTo>
                    <a:pt x="124330" y="165963"/>
                    <a:pt x="124493" y="166004"/>
                    <a:pt x="124656" y="166045"/>
                  </a:cubicBezTo>
                  <a:cubicBezTo>
                    <a:pt x="125510" y="166207"/>
                    <a:pt x="126243" y="166248"/>
                    <a:pt x="126528" y="166289"/>
                  </a:cubicBezTo>
                  <a:lnTo>
                    <a:pt x="126568" y="166289"/>
                  </a:lnTo>
                  <a:cubicBezTo>
                    <a:pt x="127016" y="166045"/>
                    <a:pt x="129051" y="164824"/>
                    <a:pt x="130638" y="164091"/>
                  </a:cubicBezTo>
                  <a:cubicBezTo>
                    <a:pt x="131208" y="163806"/>
                    <a:pt x="131737" y="163603"/>
                    <a:pt x="132103" y="163521"/>
                  </a:cubicBezTo>
                  <a:lnTo>
                    <a:pt x="132347" y="163521"/>
                  </a:lnTo>
                  <a:cubicBezTo>
                    <a:pt x="132795" y="163521"/>
                    <a:pt x="133243" y="163725"/>
                    <a:pt x="133690" y="164010"/>
                  </a:cubicBezTo>
                  <a:cubicBezTo>
                    <a:pt x="134138" y="164295"/>
                    <a:pt x="134586" y="164661"/>
                    <a:pt x="134993" y="165068"/>
                  </a:cubicBezTo>
                  <a:cubicBezTo>
                    <a:pt x="135685" y="165719"/>
                    <a:pt x="136254" y="166370"/>
                    <a:pt x="136376" y="166492"/>
                  </a:cubicBezTo>
                  <a:cubicBezTo>
                    <a:pt x="136498" y="166614"/>
                    <a:pt x="137068" y="167062"/>
                    <a:pt x="137719" y="167591"/>
                  </a:cubicBezTo>
                  <a:lnTo>
                    <a:pt x="176056" y="167591"/>
                  </a:lnTo>
                  <a:lnTo>
                    <a:pt x="176056" y="99545"/>
                  </a:lnTo>
                  <a:close/>
                  <a:moveTo>
                    <a:pt x="88801" y="89371"/>
                  </a:moveTo>
                  <a:cubicBezTo>
                    <a:pt x="89086" y="89982"/>
                    <a:pt x="89331" y="90714"/>
                    <a:pt x="89331" y="91569"/>
                  </a:cubicBezTo>
                  <a:cubicBezTo>
                    <a:pt x="89331" y="92016"/>
                    <a:pt x="89208" y="92708"/>
                    <a:pt x="88964" y="93563"/>
                  </a:cubicBezTo>
                  <a:cubicBezTo>
                    <a:pt x="88761" y="94418"/>
                    <a:pt x="88435" y="95435"/>
                    <a:pt x="88069" y="96534"/>
                  </a:cubicBezTo>
                  <a:cubicBezTo>
                    <a:pt x="87825" y="97307"/>
                    <a:pt x="87540" y="98080"/>
                    <a:pt x="87296" y="98854"/>
                  </a:cubicBezTo>
                  <a:lnTo>
                    <a:pt x="176748" y="98854"/>
                  </a:lnTo>
                  <a:lnTo>
                    <a:pt x="176748" y="167591"/>
                  </a:lnTo>
                  <a:lnTo>
                    <a:pt x="185009" y="167591"/>
                  </a:lnTo>
                  <a:lnTo>
                    <a:pt x="185009" y="89371"/>
                  </a:lnTo>
                  <a:close/>
                  <a:moveTo>
                    <a:pt x="91365" y="0"/>
                  </a:moveTo>
                  <a:cubicBezTo>
                    <a:pt x="59500" y="0"/>
                    <a:pt x="25884" y="23157"/>
                    <a:pt x="11151" y="58563"/>
                  </a:cubicBezTo>
                  <a:cubicBezTo>
                    <a:pt x="2279" y="79889"/>
                    <a:pt x="0" y="98528"/>
                    <a:pt x="0" y="112080"/>
                  </a:cubicBezTo>
                  <a:cubicBezTo>
                    <a:pt x="0" y="126406"/>
                    <a:pt x="2564" y="134993"/>
                    <a:pt x="2564" y="134993"/>
                  </a:cubicBezTo>
                  <a:cubicBezTo>
                    <a:pt x="2564" y="134993"/>
                    <a:pt x="7896" y="156481"/>
                    <a:pt x="26250" y="175242"/>
                  </a:cubicBezTo>
                  <a:cubicBezTo>
                    <a:pt x="26657" y="171783"/>
                    <a:pt x="27064" y="168039"/>
                    <a:pt x="27430" y="164254"/>
                  </a:cubicBezTo>
                  <a:cubicBezTo>
                    <a:pt x="28692" y="152167"/>
                    <a:pt x="29872" y="139795"/>
                    <a:pt x="29994" y="136417"/>
                  </a:cubicBezTo>
                  <a:cubicBezTo>
                    <a:pt x="30157" y="132999"/>
                    <a:pt x="30320" y="129092"/>
                    <a:pt x="31215" y="125388"/>
                  </a:cubicBezTo>
                  <a:cubicBezTo>
                    <a:pt x="32110" y="121725"/>
                    <a:pt x="33738" y="118266"/>
                    <a:pt x="36831" y="115824"/>
                  </a:cubicBezTo>
                  <a:cubicBezTo>
                    <a:pt x="41186" y="112406"/>
                    <a:pt x="46680" y="108539"/>
                    <a:pt x="49447" y="106627"/>
                  </a:cubicBezTo>
                  <a:lnTo>
                    <a:pt x="52662" y="101255"/>
                  </a:lnTo>
                  <a:cubicBezTo>
                    <a:pt x="52662" y="101255"/>
                    <a:pt x="52988" y="101173"/>
                    <a:pt x="53680" y="101173"/>
                  </a:cubicBezTo>
                  <a:cubicBezTo>
                    <a:pt x="54250" y="101173"/>
                    <a:pt x="55104" y="101255"/>
                    <a:pt x="56203" y="101458"/>
                  </a:cubicBezTo>
                  <a:cubicBezTo>
                    <a:pt x="56285" y="101295"/>
                    <a:pt x="56407" y="101173"/>
                    <a:pt x="56529" y="100970"/>
                  </a:cubicBezTo>
                  <a:cubicBezTo>
                    <a:pt x="57343" y="99790"/>
                    <a:pt x="58319" y="98162"/>
                    <a:pt x="58889" y="96290"/>
                  </a:cubicBezTo>
                  <a:cubicBezTo>
                    <a:pt x="59174" y="95435"/>
                    <a:pt x="59296" y="94418"/>
                    <a:pt x="59296" y="93359"/>
                  </a:cubicBezTo>
                  <a:cubicBezTo>
                    <a:pt x="59296" y="90551"/>
                    <a:pt x="58482" y="87621"/>
                    <a:pt x="58279" y="86929"/>
                  </a:cubicBezTo>
                  <a:cubicBezTo>
                    <a:pt x="58238" y="86848"/>
                    <a:pt x="58238" y="86807"/>
                    <a:pt x="58238" y="86807"/>
                  </a:cubicBezTo>
                  <a:lnTo>
                    <a:pt x="58238" y="86726"/>
                  </a:lnTo>
                  <a:cubicBezTo>
                    <a:pt x="58238" y="86726"/>
                    <a:pt x="58034" y="85423"/>
                    <a:pt x="58034" y="83551"/>
                  </a:cubicBezTo>
                  <a:cubicBezTo>
                    <a:pt x="58034" y="81354"/>
                    <a:pt x="58279" y="78383"/>
                    <a:pt x="59255" y="75534"/>
                  </a:cubicBezTo>
                  <a:cubicBezTo>
                    <a:pt x="60232" y="72726"/>
                    <a:pt x="61941" y="70081"/>
                    <a:pt x="64994" y="68656"/>
                  </a:cubicBezTo>
                  <a:cubicBezTo>
                    <a:pt x="68290" y="67110"/>
                    <a:pt x="72156" y="66540"/>
                    <a:pt x="75778" y="66540"/>
                  </a:cubicBezTo>
                  <a:cubicBezTo>
                    <a:pt x="80052" y="66540"/>
                    <a:pt x="83999" y="67354"/>
                    <a:pt x="86238" y="68290"/>
                  </a:cubicBezTo>
                  <a:cubicBezTo>
                    <a:pt x="87011" y="68575"/>
                    <a:pt x="87581" y="68900"/>
                    <a:pt x="87947" y="69267"/>
                  </a:cubicBezTo>
                  <a:cubicBezTo>
                    <a:pt x="89005" y="70325"/>
                    <a:pt x="89493" y="71871"/>
                    <a:pt x="89738" y="73133"/>
                  </a:cubicBezTo>
                  <a:cubicBezTo>
                    <a:pt x="89982" y="74313"/>
                    <a:pt x="90022" y="75290"/>
                    <a:pt x="90022" y="75412"/>
                  </a:cubicBezTo>
                  <a:cubicBezTo>
                    <a:pt x="90022" y="75493"/>
                    <a:pt x="90063" y="76226"/>
                    <a:pt x="90063" y="77203"/>
                  </a:cubicBezTo>
                  <a:cubicBezTo>
                    <a:pt x="90063" y="78017"/>
                    <a:pt x="90022" y="78953"/>
                    <a:pt x="89941" y="79889"/>
                  </a:cubicBezTo>
                  <a:cubicBezTo>
                    <a:pt x="89860" y="80865"/>
                    <a:pt x="89697" y="81761"/>
                    <a:pt x="89453" y="82493"/>
                  </a:cubicBezTo>
                  <a:cubicBezTo>
                    <a:pt x="89046" y="83633"/>
                    <a:pt x="88598" y="84528"/>
                    <a:pt x="88232" y="85301"/>
                  </a:cubicBezTo>
                  <a:cubicBezTo>
                    <a:pt x="87865" y="86075"/>
                    <a:pt x="87621" y="86685"/>
                    <a:pt x="87662" y="87092"/>
                  </a:cubicBezTo>
                  <a:cubicBezTo>
                    <a:pt x="87662" y="87255"/>
                    <a:pt x="87703" y="87499"/>
                    <a:pt x="87865" y="87784"/>
                  </a:cubicBezTo>
                  <a:cubicBezTo>
                    <a:pt x="88028" y="88028"/>
                    <a:pt x="88191" y="88354"/>
                    <a:pt x="88395" y="88679"/>
                  </a:cubicBezTo>
                  <a:lnTo>
                    <a:pt x="185701" y="88679"/>
                  </a:lnTo>
                  <a:lnTo>
                    <a:pt x="185701" y="167591"/>
                  </a:lnTo>
                  <a:lnTo>
                    <a:pt x="218300" y="167591"/>
                  </a:lnTo>
                  <a:cubicBezTo>
                    <a:pt x="218462" y="167591"/>
                    <a:pt x="218584" y="167713"/>
                    <a:pt x="218625" y="167835"/>
                  </a:cubicBezTo>
                  <a:cubicBezTo>
                    <a:pt x="218625" y="167876"/>
                    <a:pt x="218625" y="167917"/>
                    <a:pt x="218625" y="167957"/>
                  </a:cubicBezTo>
                  <a:lnTo>
                    <a:pt x="218625" y="169382"/>
                  </a:lnTo>
                  <a:cubicBezTo>
                    <a:pt x="218625" y="169504"/>
                    <a:pt x="218584" y="169585"/>
                    <a:pt x="218503" y="169667"/>
                  </a:cubicBezTo>
                  <a:lnTo>
                    <a:pt x="190829" y="190911"/>
                  </a:lnTo>
                  <a:cubicBezTo>
                    <a:pt x="190788" y="190992"/>
                    <a:pt x="190707" y="190992"/>
                    <a:pt x="190626" y="190992"/>
                  </a:cubicBezTo>
                  <a:lnTo>
                    <a:pt x="185701" y="190992"/>
                  </a:lnTo>
                  <a:lnTo>
                    <a:pt x="185701" y="193882"/>
                  </a:lnTo>
                  <a:cubicBezTo>
                    <a:pt x="213294" y="184684"/>
                    <a:pt x="230590" y="162423"/>
                    <a:pt x="230590" y="136132"/>
                  </a:cubicBezTo>
                  <a:cubicBezTo>
                    <a:pt x="230590" y="134545"/>
                    <a:pt x="230549" y="132999"/>
                    <a:pt x="230427" y="131411"/>
                  </a:cubicBezTo>
                  <a:cubicBezTo>
                    <a:pt x="227904" y="98854"/>
                    <a:pt x="197829" y="96005"/>
                    <a:pt x="174916" y="63528"/>
                  </a:cubicBezTo>
                  <a:cubicBezTo>
                    <a:pt x="151963" y="31093"/>
                    <a:pt x="150783" y="18965"/>
                    <a:pt x="113830" y="4233"/>
                  </a:cubicBezTo>
                  <a:cubicBezTo>
                    <a:pt x="106667" y="1343"/>
                    <a:pt x="99057" y="0"/>
                    <a:pt x="91365" y="0"/>
                  </a:cubicBezTo>
                  <a:close/>
                  <a:moveTo>
                    <a:pt x="176748" y="190992"/>
                  </a:moveTo>
                  <a:lnTo>
                    <a:pt x="176748" y="196323"/>
                  </a:lnTo>
                  <a:cubicBezTo>
                    <a:pt x="179597" y="195713"/>
                    <a:pt x="182364" y="194980"/>
                    <a:pt x="185009" y="194126"/>
                  </a:cubicBezTo>
                  <a:lnTo>
                    <a:pt x="185009" y="190992"/>
                  </a:lnTo>
                  <a:close/>
                  <a:moveTo>
                    <a:pt x="75697" y="190992"/>
                  </a:moveTo>
                  <a:cubicBezTo>
                    <a:pt x="75697" y="191643"/>
                    <a:pt x="75575" y="192172"/>
                    <a:pt x="75371" y="192620"/>
                  </a:cubicBezTo>
                  <a:cubicBezTo>
                    <a:pt x="75331" y="192701"/>
                    <a:pt x="75290" y="192783"/>
                    <a:pt x="75209" y="192905"/>
                  </a:cubicBezTo>
                  <a:lnTo>
                    <a:pt x="76226" y="197056"/>
                  </a:lnTo>
                  <a:cubicBezTo>
                    <a:pt x="76674" y="197137"/>
                    <a:pt x="77813" y="197259"/>
                    <a:pt x="79360" y="197422"/>
                  </a:cubicBezTo>
                  <a:lnTo>
                    <a:pt x="79360" y="190992"/>
                  </a:lnTo>
                  <a:close/>
                  <a:moveTo>
                    <a:pt x="80052" y="190992"/>
                  </a:moveTo>
                  <a:lnTo>
                    <a:pt x="80052" y="197504"/>
                  </a:lnTo>
                  <a:cubicBezTo>
                    <a:pt x="81679" y="197707"/>
                    <a:pt x="83714" y="197951"/>
                    <a:pt x="85953" y="198236"/>
                  </a:cubicBezTo>
                  <a:cubicBezTo>
                    <a:pt x="85179" y="196730"/>
                    <a:pt x="83836" y="194166"/>
                    <a:pt x="82209" y="190992"/>
                  </a:cubicBezTo>
                  <a:close/>
                  <a:moveTo>
                    <a:pt x="110656" y="190992"/>
                  </a:moveTo>
                  <a:cubicBezTo>
                    <a:pt x="106749" y="193800"/>
                    <a:pt x="101784" y="197300"/>
                    <a:pt x="98121" y="199783"/>
                  </a:cubicBezTo>
                  <a:cubicBezTo>
                    <a:pt x="104144" y="200597"/>
                    <a:pt x="109679" y="201411"/>
                    <a:pt x="112162" y="202021"/>
                  </a:cubicBezTo>
                  <a:cubicBezTo>
                    <a:pt x="114074" y="202469"/>
                    <a:pt x="115824" y="203242"/>
                    <a:pt x="117412" y="204097"/>
                  </a:cubicBezTo>
                  <a:cubicBezTo>
                    <a:pt x="136336" y="203120"/>
                    <a:pt x="155056" y="199905"/>
                    <a:pt x="171986" y="197219"/>
                  </a:cubicBezTo>
                  <a:cubicBezTo>
                    <a:pt x="173370" y="197015"/>
                    <a:pt x="174713" y="196771"/>
                    <a:pt x="176056" y="196486"/>
                  </a:cubicBezTo>
                  <a:lnTo>
                    <a:pt x="176056" y="190992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89" name="Google Shape;1693;p35"/>
            <p:cNvSpPr/>
            <p:nvPr/>
          </p:nvSpPr>
          <p:spPr>
            <a:xfrm>
              <a:off x="4851360" y="3337920"/>
              <a:ext cx="710280" cy="1797840"/>
            </a:xfrm>
            <a:custGeom>
              <a:avLst/>
              <a:gdLst>
                <a:gd name="textAreaLeft" fmla="*/ 0 w 710280"/>
                <a:gd name="textAreaRight" fmla="*/ 710640 w 710280"/>
                <a:gd name="textAreaTop" fmla="*/ 0 h 1797840"/>
                <a:gd name="textAreaBottom" fmla="*/ 1798200 h 1797840"/>
              </a:gdLst>
              <a:ahLst/>
              <a:rect l="textAreaLeft" t="textAreaTop" r="textAreaRight" b="textAreaBottom"/>
              <a:pathLst>
                <a:path w="35529" h="89901">
                  <a:moveTo>
                    <a:pt x="7122" y="6430"/>
                  </a:moveTo>
                  <a:cubicBezTo>
                    <a:pt x="8221" y="11843"/>
                    <a:pt x="12698" y="13959"/>
                    <a:pt x="12779" y="13959"/>
                  </a:cubicBezTo>
                  <a:lnTo>
                    <a:pt x="12576" y="14407"/>
                  </a:lnTo>
                  <a:cubicBezTo>
                    <a:pt x="12535" y="14366"/>
                    <a:pt x="7814" y="12169"/>
                    <a:pt x="6675" y="6512"/>
                  </a:cubicBezTo>
                  <a:lnTo>
                    <a:pt x="7122" y="6430"/>
                  </a:lnTo>
                  <a:close/>
                  <a:moveTo>
                    <a:pt x="18314" y="31785"/>
                  </a:moveTo>
                  <a:lnTo>
                    <a:pt x="18314" y="31785"/>
                  </a:lnTo>
                  <a:cubicBezTo>
                    <a:pt x="18311" y="31785"/>
                    <a:pt x="18308" y="31785"/>
                    <a:pt x="18306" y="31785"/>
                  </a:cubicBezTo>
                  <a:lnTo>
                    <a:pt x="18306" y="31785"/>
                  </a:lnTo>
                  <a:cubicBezTo>
                    <a:pt x="18309" y="31787"/>
                    <a:pt x="18312" y="31788"/>
                    <a:pt x="18315" y="31789"/>
                  </a:cubicBezTo>
                  <a:lnTo>
                    <a:pt x="18315" y="31789"/>
                  </a:lnTo>
                  <a:cubicBezTo>
                    <a:pt x="18315" y="31788"/>
                    <a:pt x="18314" y="31786"/>
                    <a:pt x="18314" y="31785"/>
                  </a:cubicBezTo>
                  <a:close/>
                  <a:moveTo>
                    <a:pt x="6919" y="39599"/>
                  </a:moveTo>
                  <a:cubicBezTo>
                    <a:pt x="10012" y="45622"/>
                    <a:pt x="17012" y="48267"/>
                    <a:pt x="17093" y="48267"/>
                  </a:cubicBezTo>
                  <a:lnTo>
                    <a:pt x="16930" y="48715"/>
                  </a:lnTo>
                  <a:cubicBezTo>
                    <a:pt x="16849" y="48674"/>
                    <a:pt x="9686" y="45988"/>
                    <a:pt x="6512" y="39843"/>
                  </a:cubicBezTo>
                  <a:lnTo>
                    <a:pt x="6919" y="39599"/>
                  </a:lnTo>
                  <a:close/>
                  <a:moveTo>
                    <a:pt x="31052" y="0"/>
                  </a:moveTo>
                  <a:cubicBezTo>
                    <a:pt x="31052" y="0"/>
                    <a:pt x="29913" y="2930"/>
                    <a:pt x="27878" y="6512"/>
                  </a:cubicBezTo>
                  <a:cubicBezTo>
                    <a:pt x="25843" y="10134"/>
                    <a:pt x="19535" y="15750"/>
                    <a:pt x="18395" y="21855"/>
                  </a:cubicBezTo>
                  <a:cubicBezTo>
                    <a:pt x="18110" y="23564"/>
                    <a:pt x="17988" y="25110"/>
                    <a:pt x="17988" y="26453"/>
                  </a:cubicBezTo>
                  <a:cubicBezTo>
                    <a:pt x="16930" y="22913"/>
                    <a:pt x="15628" y="19576"/>
                    <a:pt x="14326" y="16483"/>
                  </a:cubicBezTo>
                  <a:cubicBezTo>
                    <a:pt x="13959" y="15669"/>
                    <a:pt x="13674" y="14733"/>
                    <a:pt x="13430" y="13797"/>
                  </a:cubicBezTo>
                  <a:lnTo>
                    <a:pt x="13227" y="13675"/>
                  </a:lnTo>
                  <a:cubicBezTo>
                    <a:pt x="13268" y="13634"/>
                    <a:pt x="17337" y="6756"/>
                    <a:pt x="17337" y="4803"/>
                  </a:cubicBezTo>
                  <a:lnTo>
                    <a:pt x="17785" y="4803"/>
                  </a:lnTo>
                  <a:cubicBezTo>
                    <a:pt x="17785" y="6634"/>
                    <a:pt x="14692" y="12087"/>
                    <a:pt x="13837" y="13552"/>
                  </a:cubicBezTo>
                  <a:cubicBezTo>
                    <a:pt x="15262" y="12698"/>
                    <a:pt x="17581" y="10948"/>
                    <a:pt x="18436" y="8262"/>
                  </a:cubicBezTo>
                  <a:cubicBezTo>
                    <a:pt x="19738" y="4233"/>
                    <a:pt x="17826" y="570"/>
                    <a:pt x="17826" y="570"/>
                  </a:cubicBezTo>
                  <a:cubicBezTo>
                    <a:pt x="17826" y="570"/>
                    <a:pt x="14366" y="5617"/>
                    <a:pt x="13430" y="8832"/>
                  </a:cubicBezTo>
                  <a:cubicBezTo>
                    <a:pt x="12861" y="10866"/>
                    <a:pt x="12698" y="12454"/>
                    <a:pt x="12657" y="13349"/>
                  </a:cubicBezTo>
                  <a:cubicBezTo>
                    <a:pt x="12006" y="11680"/>
                    <a:pt x="10988" y="9401"/>
                    <a:pt x="9849" y="7896"/>
                  </a:cubicBezTo>
                  <a:cubicBezTo>
                    <a:pt x="7814" y="5169"/>
                    <a:pt x="6471" y="1140"/>
                    <a:pt x="6471" y="1140"/>
                  </a:cubicBezTo>
                  <a:cubicBezTo>
                    <a:pt x="6471" y="1140"/>
                    <a:pt x="3989" y="5413"/>
                    <a:pt x="5779" y="9890"/>
                  </a:cubicBezTo>
                  <a:cubicBezTo>
                    <a:pt x="7285" y="13593"/>
                    <a:pt x="11477" y="15018"/>
                    <a:pt x="12942" y="15425"/>
                  </a:cubicBezTo>
                  <a:cubicBezTo>
                    <a:pt x="13105" y="15913"/>
                    <a:pt x="13308" y="16401"/>
                    <a:pt x="13471" y="16849"/>
                  </a:cubicBezTo>
                  <a:cubicBezTo>
                    <a:pt x="15262" y="21041"/>
                    <a:pt x="17052" y="25762"/>
                    <a:pt x="18110" y="30727"/>
                  </a:cubicBezTo>
                  <a:cubicBezTo>
                    <a:pt x="17052" y="29302"/>
                    <a:pt x="15058" y="26860"/>
                    <a:pt x="13186" y="25477"/>
                  </a:cubicBezTo>
                  <a:cubicBezTo>
                    <a:pt x="10460" y="23483"/>
                    <a:pt x="8018" y="19983"/>
                    <a:pt x="8018" y="19983"/>
                  </a:cubicBezTo>
                  <a:lnTo>
                    <a:pt x="8018" y="19983"/>
                  </a:lnTo>
                  <a:cubicBezTo>
                    <a:pt x="8017" y="19983"/>
                    <a:pt x="6878" y="24826"/>
                    <a:pt x="9890" y="28610"/>
                  </a:cubicBezTo>
                  <a:cubicBezTo>
                    <a:pt x="12110" y="31377"/>
                    <a:pt x="15862" y="31799"/>
                    <a:pt x="17735" y="31799"/>
                  </a:cubicBezTo>
                  <a:cubicBezTo>
                    <a:pt x="17952" y="31799"/>
                    <a:pt x="18144" y="31794"/>
                    <a:pt x="18306" y="31785"/>
                  </a:cubicBezTo>
                  <a:lnTo>
                    <a:pt x="18306" y="31785"/>
                  </a:lnTo>
                  <a:cubicBezTo>
                    <a:pt x="16823" y="31118"/>
                    <a:pt x="12173" y="28894"/>
                    <a:pt x="10093" y="25843"/>
                  </a:cubicBezTo>
                  <a:lnTo>
                    <a:pt x="10459" y="25599"/>
                  </a:lnTo>
                  <a:cubicBezTo>
                    <a:pt x="12616" y="28692"/>
                    <a:pt x="17785" y="31052"/>
                    <a:pt x="18762" y="31500"/>
                  </a:cubicBezTo>
                  <a:cubicBezTo>
                    <a:pt x="19535" y="30279"/>
                    <a:pt x="24419" y="22750"/>
                    <a:pt x="26128" y="17988"/>
                  </a:cubicBezTo>
                  <a:lnTo>
                    <a:pt x="26575" y="18151"/>
                  </a:lnTo>
                  <a:cubicBezTo>
                    <a:pt x="24703" y="23320"/>
                    <a:pt x="19128" y="31826"/>
                    <a:pt x="19047" y="31907"/>
                  </a:cubicBezTo>
                  <a:lnTo>
                    <a:pt x="18965" y="32070"/>
                  </a:lnTo>
                  <a:lnTo>
                    <a:pt x="18762" y="31988"/>
                  </a:lnTo>
                  <a:cubicBezTo>
                    <a:pt x="18726" y="31970"/>
                    <a:pt x="18567" y="31903"/>
                    <a:pt x="18315" y="31789"/>
                  </a:cubicBezTo>
                  <a:lnTo>
                    <a:pt x="18315" y="31789"/>
                  </a:lnTo>
                  <a:cubicBezTo>
                    <a:pt x="19372" y="37241"/>
                    <a:pt x="19494" y="42937"/>
                    <a:pt x="17704" y="48471"/>
                  </a:cubicBezTo>
                  <a:cubicBezTo>
                    <a:pt x="17581" y="47372"/>
                    <a:pt x="16971" y="44482"/>
                    <a:pt x="13430" y="41227"/>
                  </a:cubicBezTo>
                  <a:cubicBezTo>
                    <a:pt x="8954" y="37116"/>
                    <a:pt x="1" y="23972"/>
                    <a:pt x="0" y="23971"/>
                  </a:cubicBezTo>
                  <a:lnTo>
                    <a:pt x="0" y="23971"/>
                  </a:lnTo>
                  <a:cubicBezTo>
                    <a:pt x="0" y="23972"/>
                    <a:pt x="733" y="39477"/>
                    <a:pt x="5006" y="44604"/>
                  </a:cubicBezTo>
                  <a:cubicBezTo>
                    <a:pt x="8275" y="48486"/>
                    <a:pt x="14023" y="48949"/>
                    <a:pt x="16528" y="48949"/>
                  </a:cubicBezTo>
                  <a:cubicBezTo>
                    <a:pt x="17017" y="48949"/>
                    <a:pt x="17382" y="48932"/>
                    <a:pt x="17581" y="48918"/>
                  </a:cubicBezTo>
                  <a:lnTo>
                    <a:pt x="17581" y="48918"/>
                  </a:lnTo>
                  <a:cubicBezTo>
                    <a:pt x="17500" y="49163"/>
                    <a:pt x="17419" y="49407"/>
                    <a:pt x="17297" y="49651"/>
                  </a:cubicBezTo>
                  <a:cubicBezTo>
                    <a:pt x="14488" y="57221"/>
                    <a:pt x="13878" y="62552"/>
                    <a:pt x="13837" y="65360"/>
                  </a:cubicBezTo>
                  <a:lnTo>
                    <a:pt x="8506" y="65360"/>
                  </a:lnTo>
                  <a:lnTo>
                    <a:pt x="8506" y="89900"/>
                  </a:lnTo>
                  <a:lnTo>
                    <a:pt x="23157" y="89900"/>
                  </a:lnTo>
                  <a:lnTo>
                    <a:pt x="23157" y="65360"/>
                  </a:lnTo>
                  <a:lnTo>
                    <a:pt x="14733" y="65360"/>
                  </a:lnTo>
                  <a:cubicBezTo>
                    <a:pt x="14773" y="64180"/>
                    <a:pt x="14895" y="62593"/>
                    <a:pt x="15262" y="60558"/>
                  </a:cubicBezTo>
                  <a:lnTo>
                    <a:pt x="15262" y="60558"/>
                  </a:lnTo>
                  <a:cubicBezTo>
                    <a:pt x="15140" y="60598"/>
                    <a:pt x="15099" y="60598"/>
                    <a:pt x="15099" y="60598"/>
                  </a:cubicBezTo>
                  <a:lnTo>
                    <a:pt x="14977" y="60151"/>
                  </a:lnTo>
                  <a:cubicBezTo>
                    <a:pt x="15058" y="60151"/>
                    <a:pt x="24256" y="57546"/>
                    <a:pt x="30645" y="50953"/>
                  </a:cubicBezTo>
                  <a:lnTo>
                    <a:pt x="30971" y="51279"/>
                  </a:lnTo>
                  <a:cubicBezTo>
                    <a:pt x="25802" y="56610"/>
                    <a:pt x="18884" y="59337"/>
                    <a:pt x="16198" y="60273"/>
                  </a:cubicBezTo>
                  <a:cubicBezTo>
                    <a:pt x="18843" y="59907"/>
                    <a:pt x="25314" y="58971"/>
                    <a:pt x="28325" y="57017"/>
                  </a:cubicBezTo>
                  <a:cubicBezTo>
                    <a:pt x="32151" y="54535"/>
                    <a:pt x="35529" y="47087"/>
                    <a:pt x="35529" y="47087"/>
                  </a:cubicBezTo>
                  <a:lnTo>
                    <a:pt x="35529" y="47087"/>
                  </a:lnTo>
                  <a:cubicBezTo>
                    <a:pt x="35528" y="47087"/>
                    <a:pt x="23157" y="49814"/>
                    <a:pt x="19535" y="54290"/>
                  </a:cubicBezTo>
                  <a:cubicBezTo>
                    <a:pt x="17093" y="57383"/>
                    <a:pt x="15872" y="59093"/>
                    <a:pt x="15384" y="59866"/>
                  </a:cubicBezTo>
                  <a:cubicBezTo>
                    <a:pt x="15872" y="57180"/>
                    <a:pt x="16686" y="53883"/>
                    <a:pt x="18151" y="49976"/>
                  </a:cubicBezTo>
                  <a:cubicBezTo>
                    <a:pt x="19128" y="47413"/>
                    <a:pt x="19657" y="44808"/>
                    <a:pt x="19860" y="42203"/>
                  </a:cubicBezTo>
                  <a:lnTo>
                    <a:pt x="19860" y="42203"/>
                  </a:lnTo>
                  <a:cubicBezTo>
                    <a:pt x="19738" y="42285"/>
                    <a:pt x="19657" y="42325"/>
                    <a:pt x="19657" y="42325"/>
                  </a:cubicBezTo>
                  <a:lnTo>
                    <a:pt x="19453" y="41918"/>
                  </a:lnTo>
                  <a:cubicBezTo>
                    <a:pt x="19535" y="41878"/>
                    <a:pt x="27878" y="37442"/>
                    <a:pt x="30238" y="33250"/>
                  </a:cubicBezTo>
                  <a:lnTo>
                    <a:pt x="30645" y="33494"/>
                  </a:lnTo>
                  <a:cubicBezTo>
                    <a:pt x="28529" y="37279"/>
                    <a:pt x="21895" y="41104"/>
                    <a:pt x="20105" y="42081"/>
                  </a:cubicBezTo>
                  <a:cubicBezTo>
                    <a:pt x="21814" y="41918"/>
                    <a:pt x="27186" y="41104"/>
                    <a:pt x="30360" y="37157"/>
                  </a:cubicBezTo>
                  <a:cubicBezTo>
                    <a:pt x="34186" y="32436"/>
                    <a:pt x="33494" y="26576"/>
                    <a:pt x="33494" y="26576"/>
                  </a:cubicBezTo>
                  <a:lnTo>
                    <a:pt x="33494" y="26576"/>
                  </a:lnTo>
                  <a:cubicBezTo>
                    <a:pt x="33493" y="26576"/>
                    <a:pt x="26290" y="31541"/>
                    <a:pt x="23360" y="35366"/>
                  </a:cubicBezTo>
                  <a:cubicBezTo>
                    <a:pt x="21488" y="37808"/>
                    <a:pt x="20471" y="39884"/>
                    <a:pt x="19942" y="41064"/>
                  </a:cubicBezTo>
                  <a:cubicBezTo>
                    <a:pt x="20105" y="37930"/>
                    <a:pt x="19820" y="34796"/>
                    <a:pt x="19250" y="31744"/>
                  </a:cubicBezTo>
                  <a:cubicBezTo>
                    <a:pt x="21651" y="29872"/>
                    <a:pt x="30523" y="22587"/>
                    <a:pt x="31500" y="17134"/>
                  </a:cubicBezTo>
                  <a:cubicBezTo>
                    <a:pt x="32599" y="10826"/>
                    <a:pt x="31052" y="0"/>
                    <a:pt x="3105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0" name="Google Shape;1694;p35"/>
            <p:cNvSpPr/>
            <p:nvPr/>
          </p:nvSpPr>
          <p:spPr>
            <a:xfrm>
              <a:off x="2321640" y="2733120"/>
              <a:ext cx="2126520" cy="2409840"/>
            </a:xfrm>
            <a:custGeom>
              <a:avLst/>
              <a:gdLst>
                <a:gd name="textAreaLeft" fmla="*/ 0 w 2126520"/>
                <a:gd name="textAreaRight" fmla="*/ 2126880 w 2126520"/>
                <a:gd name="textAreaTop" fmla="*/ 0 h 2409840"/>
                <a:gd name="textAreaBottom" fmla="*/ 2410200 h 2409840"/>
              </a:gdLst>
              <a:ahLst/>
              <a:rect l="textAreaLeft" t="textAreaTop" r="textAreaRight" b="textAreaBottom"/>
              <a:pathLst>
                <a:path w="106343" h="120505">
                  <a:moveTo>
                    <a:pt x="105650" y="692"/>
                  </a:moveTo>
                  <a:lnTo>
                    <a:pt x="105650" y="119813"/>
                  </a:lnTo>
                  <a:lnTo>
                    <a:pt x="693" y="119813"/>
                  </a:lnTo>
                  <a:lnTo>
                    <a:pt x="693" y="692"/>
                  </a:lnTo>
                  <a:close/>
                  <a:moveTo>
                    <a:pt x="1" y="0"/>
                  </a:moveTo>
                  <a:lnTo>
                    <a:pt x="1" y="367"/>
                  </a:lnTo>
                  <a:lnTo>
                    <a:pt x="1" y="120505"/>
                  </a:lnTo>
                  <a:lnTo>
                    <a:pt x="106342" y="120505"/>
                  </a:lnTo>
                  <a:lnTo>
                    <a:pt x="106342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1" name="Google Shape;1695;p35"/>
            <p:cNvSpPr/>
            <p:nvPr/>
          </p:nvSpPr>
          <p:spPr>
            <a:xfrm>
              <a:off x="2321640" y="2936880"/>
              <a:ext cx="1947600" cy="2206440"/>
            </a:xfrm>
            <a:custGeom>
              <a:avLst/>
              <a:gdLst>
                <a:gd name="textAreaLeft" fmla="*/ 0 w 1947600"/>
                <a:gd name="textAreaRight" fmla="*/ 1947960 w 1947600"/>
                <a:gd name="textAreaTop" fmla="*/ 0 h 2206440"/>
                <a:gd name="textAreaBottom" fmla="*/ 2206800 h 2206440"/>
              </a:gdLst>
              <a:ahLst/>
              <a:rect l="textAreaLeft" t="textAreaTop" r="textAreaRight" b="textAreaBottom"/>
              <a:pathLst>
                <a:path w="97389" h="110331">
                  <a:moveTo>
                    <a:pt x="96697" y="692"/>
                  </a:moveTo>
                  <a:lnTo>
                    <a:pt x="96697" y="109639"/>
                  </a:lnTo>
                  <a:lnTo>
                    <a:pt x="693" y="109639"/>
                  </a:lnTo>
                  <a:lnTo>
                    <a:pt x="693" y="692"/>
                  </a:lnTo>
                  <a:close/>
                  <a:moveTo>
                    <a:pt x="1" y="1"/>
                  </a:moveTo>
                  <a:lnTo>
                    <a:pt x="1" y="326"/>
                  </a:lnTo>
                  <a:lnTo>
                    <a:pt x="1" y="110331"/>
                  </a:lnTo>
                  <a:lnTo>
                    <a:pt x="97389" y="110331"/>
                  </a:lnTo>
                  <a:lnTo>
                    <a:pt x="97389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2" name="Google Shape;1696;p35"/>
            <p:cNvSpPr/>
            <p:nvPr/>
          </p:nvSpPr>
          <p:spPr>
            <a:xfrm>
              <a:off x="4262040" y="2740680"/>
              <a:ext cx="179640" cy="2395080"/>
            </a:xfrm>
            <a:custGeom>
              <a:avLst/>
              <a:gdLst>
                <a:gd name="textAreaLeft" fmla="*/ 0 w 179640"/>
                <a:gd name="textAreaRight" fmla="*/ 180000 w 179640"/>
                <a:gd name="textAreaTop" fmla="*/ 0 h 2395080"/>
                <a:gd name="textAreaBottom" fmla="*/ 2395440 h 2395080"/>
              </a:gdLst>
              <a:ahLst/>
              <a:rect l="textAreaLeft" t="textAreaTop" r="textAreaRight" b="textAreaBottom"/>
              <a:pathLst>
                <a:path w="8995" h="119773">
                  <a:moveTo>
                    <a:pt x="8995" y="1"/>
                  </a:moveTo>
                  <a:lnTo>
                    <a:pt x="1" y="10134"/>
                  </a:lnTo>
                  <a:lnTo>
                    <a:pt x="1" y="119772"/>
                  </a:lnTo>
                  <a:lnTo>
                    <a:pt x="8995" y="119772"/>
                  </a:lnTo>
                  <a:lnTo>
                    <a:pt x="8995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3" name="Google Shape;1697;p35"/>
            <p:cNvSpPr/>
            <p:nvPr/>
          </p:nvSpPr>
          <p:spPr>
            <a:xfrm>
              <a:off x="4354200" y="4694760"/>
              <a:ext cx="87480" cy="4410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441000"/>
                <a:gd name="textAreaBottom" fmla="*/ 441360 h 441000"/>
              </a:gdLst>
              <a:ahLst/>
              <a:rect l="textAreaLeft" t="textAreaTop" r="textAreaRight" b="textAreaBottom"/>
              <a:pathLst>
                <a:path w="4396" h="22059">
                  <a:moveTo>
                    <a:pt x="0" y="1"/>
                  </a:moveTo>
                  <a:lnTo>
                    <a:pt x="0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4" name="Google Shape;1698;p35"/>
            <p:cNvSpPr/>
            <p:nvPr/>
          </p:nvSpPr>
          <p:spPr>
            <a:xfrm>
              <a:off x="4347720" y="4688280"/>
              <a:ext cx="100440" cy="454680"/>
            </a:xfrm>
            <a:custGeom>
              <a:avLst/>
              <a:gdLst>
                <a:gd name="textAreaLeft" fmla="*/ 0 w 100440"/>
                <a:gd name="textAreaRight" fmla="*/ 100800 w 100440"/>
                <a:gd name="textAreaTop" fmla="*/ 0 h 454680"/>
                <a:gd name="textAreaBottom" fmla="*/ 455040 h 454680"/>
              </a:gdLst>
              <a:ahLst/>
              <a:rect l="textAreaLeft" t="textAreaTop" r="textAreaRight" b="textAreaBottom"/>
              <a:pathLst>
                <a:path w="5048" h="22751">
                  <a:moveTo>
                    <a:pt x="4355" y="652"/>
                  </a:moveTo>
                  <a:lnTo>
                    <a:pt x="4355" y="22059"/>
                  </a:lnTo>
                  <a:lnTo>
                    <a:pt x="693" y="22059"/>
                  </a:lnTo>
                  <a:lnTo>
                    <a:pt x="693" y="652"/>
                  </a:lnTo>
                  <a:close/>
                  <a:moveTo>
                    <a:pt x="326" y="1"/>
                  </a:moveTo>
                  <a:cubicBezTo>
                    <a:pt x="245" y="1"/>
                    <a:pt x="164" y="1"/>
                    <a:pt x="123" y="82"/>
                  </a:cubicBezTo>
                  <a:cubicBezTo>
                    <a:pt x="41" y="164"/>
                    <a:pt x="1" y="245"/>
                    <a:pt x="1" y="327"/>
                  </a:cubicBezTo>
                  <a:lnTo>
                    <a:pt x="1" y="22384"/>
                  </a:lnTo>
                  <a:cubicBezTo>
                    <a:pt x="1" y="22466"/>
                    <a:pt x="41" y="22588"/>
                    <a:pt x="123" y="22629"/>
                  </a:cubicBezTo>
                  <a:cubicBezTo>
                    <a:pt x="164" y="22710"/>
                    <a:pt x="245" y="22751"/>
                    <a:pt x="326" y="22751"/>
                  </a:cubicBezTo>
                  <a:lnTo>
                    <a:pt x="4722" y="22751"/>
                  </a:lnTo>
                  <a:cubicBezTo>
                    <a:pt x="4803" y="22751"/>
                    <a:pt x="4884" y="22710"/>
                    <a:pt x="4966" y="22629"/>
                  </a:cubicBezTo>
                  <a:cubicBezTo>
                    <a:pt x="5007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7" y="164"/>
                    <a:pt x="4966" y="82"/>
                  </a:cubicBezTo>
                  <a:cubicBezTo>
                    <a:pt x="4884" y="1"/>
                    <a:pt x="4803" y="1"/>
                    <a:pt x="472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5" name="Google Shape;1699;p35"/>
            <p:cNvSpPr/>
            <p:nvPr/>
          </p:nvSpPr>
          <p:spPr>
            <a:xfrm>
              <a:off x="4442040" y="4388760"/>
              <a:ext cx="379080" cy="747000"/>
            </a:xfrm>
            <a:custGeom>
              <a:avLst/>
              <a:gdLst>
                <a:gd name="textAreaLeft" fmla="*/ 0 w 379080"/>
                <a:gd name="textAreaRight" fmla="*/ 379440 w 379080"/>
                <a:gd name="textAreaTop" fmla="*/ 0 h 747000"/>
                <a:gd name="textAreaBottom" fmla="*/ 747360 h 747000"/>
              </a:gdLst>
              <a:ahLst/>
              <a:rect l="textAreaLeft" t="textAreaTop" r="textAreaRight" b="textAreaBottom"/>
              <a:pathLst>
                <a:path w="18966" h="37361">
                  <a:moveTo>
                    <a:pt x="18965" y="0"/>
                  </a:moveTo>
                  <a:lnTo>
                    <a:pt x="1" y="15303"/>
                  </a:lnTo>
                  <a:lnTo>
                    <a:pt x="1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6" name="Google Shape;1700;p35"/>
            <p:cNvSpPr/>
            <p:nvPr/>
          </p:nvSpPr>
          <p:spPr>
            <a:xfrm>
              <a:off x="4434840" y="4382280"/>
              <a:ext cx="392760" cy="760680"/>
            </a:xfrm>
            <a:custGeom>
              <a:avLst/>
              <a:gdLst>
                <a:gd name="textAreaLeft" fmla="*/ 0 w 392760"/>
                <a:gd name="textAreaRight" fmla="*/ 393120 w 392760"/>
                <a:gd name="textAreaTop" fmla="*/ 0 h 760680"/>
                <a:gd name="textAreaBottom" fmla="*/ 761040 h 760680"/>
              </a:gdLst>
              <a:ahLst/>
              <a:rect l="textAreaLeft" t="textAreaTop" r="textAreaRight" b="textAreaBottom"/>
              <a:pathLst>
                <a:path w="19658" h="38056">
                  <a:moveTo>
                    <a:pt x="19006" y="1062"/>
                  </a:moveTo>
                  <a:lnTo>
                    <a:pt x="19006" y="37364"/>
                  </a:lnTo>
                  <a:lnTo>
                    <a:pt x="692" y="37364"/>
                  </a:lnTo>
                  <a:lnTo>
                    <a:pt x="692" y="15794"/>
                  </a:lnTo>
                  <a:lnTo>
                    <a:pt x="19006" y="1062"/>
                  </a:lnTo>
                  <a:close/>
                  <a:moveTo>
                    <a:pt x="19343" y="0"/>
                  </a:moveTo>
                  <a:cubicBezTo>
                    <a:pt x="19260" y="0"/>
                    <a:pt x="19178" y="35"/>
                    <a:pt x="19128" y="85"/>
                  </a:cubicBezTo>
                  <a:lnTo>
                    <a:pt x="163" y="15347"/>
                  </a:lnTo>
                  <a:cubicBezTo>
                    <a:pt x="82" y="15428"/>
                    <a:pt x="0" y="15509"/>
                    <a:pt x="0" y="15632"/>
                  </a:cubicBezTo>
                  <a:lnTo>
                    <a:pt x="0" y="37689"/>
                  </a:lnTo>
                  <a:cubicBezTo>
                    <a:pt x="0" y="37771"/>
                    <a:pt x="41" y="37893"/>
                    <a:pt x="122" y="37934"/>
                  </a:cubicBezTo>
                  <a:cubicBezTo>
                    <a:pt x="163" y="38015"/>
                    <a:pt x="285" y="38056"/>
                    <a:pt x="367" y="38056"/>
                  </a:cubicBezTo>
                  <a:lnTo>
                    <a:pt x="19331" y="38056"/>
                  </a:lnTo>
                  <a:cubicBezTo>
                    <a:pt x="19413" y="38056"/>
                    <a:pt x="19494" y="38015"/>
                    <a:pt x="19576" y="37934"/>
                  </a:cubicBezTo>
                  <a:cubicBezTo>
                    <a:pt x="19616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94" y="45"/>
                  </a:cubicBezTo>
                  <a:cubicBezTo>
                    <a:pt x="19448" y="13"/>
                    <a:pt x="19395" y="0"/>
                    <a:pt x="1934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7" name="Google Shape;1701;p35"/>
            <p:cNvSpPr/>
            <p:nvPr/>
          </p:nvSpPr>
          <p:spPr>
            <a:xfrm>
              <a:off x="1384200" y="4694760"/>
              <a:ext cx="87480" cy="4410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441000"/>
                <a:gd name="textAreaBottom" fmla="*/ 441360 h 441000"/>
              </a:gdLst>
              <a:ahLst/>
              <a:rect l="textAreaLeft" t="textAreaTop" r="textAreaRight" b="textAreaBottom"/>
              <a:pathLst>
                <a:path w="4396" h="22059">
                  <a:moveTo>
                    <a:pt x="1" y="1"/>
                  </a:moveTo>
                  <a:lnTo>
                    <a:pt x="1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8" name="Google Shape;1702;p35"/>
            <p:cNvSpPr/>
            <p:nvPr/>
          </p:nvSpPr>
          <p:spPr>
            <a:xfrm>
              <a:off x="1377720" y="4688280"/>
              <a:ext cx="100440" cy="454680"/>
            </a:xfrm>
            <a:custGeom>
              <a:avLst/>
              <a:gdLst>
                <a:gd name="textAreaLeft" fmla="*/ 0 w 100440"/>
                <a:gd name="textAreaRight" fmla="*/ 100800 w 100440"/>
                <a:gd name="textAreaTop" fmla="*/ 0 h 454680"/>
                <a:gd name="textAreaBottom" fmla="*/ 455040 h 454680"/>
              </a:gdLst>
              <a:ahLst/>
              <a:rect l="textAreaLeft" t="textAreaTop" r="textAreaRight" b="textAreaBottom"/>
              <a:pathLst>
                <a:path w="5047" h="22751">
                  <a:moveTo>
                    <a:pt x="4355" y="652"/>
                  </a:moveTo>
                  <a:lnTo>
                    <a:pt x="4355" y="22059"/>
                  </a:lnTo>
                  <a:lnTo>
                    <a:pt x="692" y="22059"/>
                  </a:lnTo>
                  <a:lnTo>
                    <a:pt x="692" y="652"/>
                  </a:lnTo>
                  <a:close/>
                  <a:moveTo>
                    <a:pt x="326" y="1"/>
                  </a:moveTo>
                  <a:cubicBezTo>
                    <a:pt x="244" y="1"/>
                    <a:pt x="163" y="1"/>
                    <a:pt x="82" y="82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22384"/>
                  </a:lnTo>
                  <a:cubicBezTo>
                    <a:pt x="0" y="22466"/>
                    <a:pt x="41" y="22588"/>
                    <a:pt x="82" y="22629"/>
                  </a:cubicBezTo>
                  <a:cubicBezTo>
                    <a:pt x="163" y="22710"/>
                    <a:pt x="244" y="22751"/>
                    <a:pt x="326" y="22751"/>
                  </a:cubicBezTo>
                  <a:lnTo>
                    <a:pt x="4721" y="22751"/>
                  </a:lnTo>
                  <a:cubicBezTo>
                    <a:pt x="4802" y="22751"/>
                    <a:pt x="4884" y="22710"/>
                    <a:pt x="4924" y="22629"/>
                  </a:cubicBezTo>
                  <a:cubicBezTo>
                    <a:pt x="5006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6" y="164"/>
                    <a:pt x="4924" y="82"/>
                  </a:cubicBezTo>
                  <a:cubicBezTo>
                    <a:pt x="4884" y="1"/>
                    <a:pt x="4802" y="1"/>
                    <a:pt x="472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499" name="Google Shape;1703;p35"/>
            <p:cNvSpPr/>
            <p:nvPr/>
          </p:nvSpPr>
          <p:spPr>
            <a:xfrm>
              <a:off x="1472040" y="4388760"/>
              <a:ext cx="379080" cy="747000"/>
            </a:xfrm>
            <a:custGeom>
              <a:avLst/>
              <a:gdLst>
                <a:gd name="textAreaLeft" fmla="*/ 0 w 379080"/>
                <a:gd name="textAreaRight" fmla="*/ 379440 w 379080"/>
                <a:gd name="textAreaTop" fmla="*/ 0 h 747000"/>
                <a:gd name="textAreaBottom" fmla="*/ 747360 h 747000"/>
              </a:gdLst>
              <a:ahLst/>
              <a:rect l="textAreaLeft" t="textAreaTop" r="textAreaRight" b="textAreaBottom"/>
              <a:pathLst>
                <a:path w="18965" h="37361">
                  <a:moveTo>
                    <a:pt x="18965" y="0"/>
                  </a:moveTo>
                  <a:lnTo>
                    <a:pt x="0" y="15303"/>
                  </a:lnTo>
                  <a:lnTo>
                    <a:pt x="0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0" name="Google Shape;1704;p35"/>
            <p:cNvSpPr/>
            <p:nvPr/>
          </p:nvSpPr>
          <p:spPr>
            <a:xfrm>
              <a:off x="1464840" y="4382280"/>
              <a:ext cx="392760" cy="760680"/>
            </a:xfrm>
            <a:custGeom>
              <a:avLst/>
              <a:gdLst>
                <a:gd name="textAreaLeft" fmla="*/ 0 w 392760"/>
                <a:gd name="textAreaRight" fmla="*/ 393120 w 392760"/>
                <a:gd name="textAreaTop" fmla="*/ 0 h 760680"/>
                <a:gd name="textAreaBottom" fmla="*/ 761040 h 760680"/>
              </a:gdLst>
              <a:ahLst/>
              <a:rect l="textAreaLeft" t="textAreaTop" r="textAreaRight" b="textAreaBottom"/>
              <a:pathLst>
                <a:path w="19658" h="38056">
                  <a:moveTo>
                    <a:pt x="18966" y="1062"/>
                  </a:moveTo>
                  <a:lnTo>
                    <a:pt x="18966" y="37364"/>
                  </a:lnTo>
                  <a:lnTo>
                    <a:pt x="693" y="37364"/>
                  </a:lnTo>
                  <a:lnTo>
                    <a:pt x="693" y="15794"/>
                  </a:lnTo>
                  <a:lnTo>
                    <a:pt x="18966" y="1062"/>
                  </a:lnTo>
                  <a:close/>
                  <a:moveTo>
                    <a:pt x="19314" y="0"/>
                  </a:moveTo>
                  <a:cubicBezTo>
                    <a:pt x="19239" y="0"/>
                    <a:pt x="19163" y="35"/>
                    <a:pt x="19088" y="85"/>
                  </a:cubicBezTo>
                  <a:lnTo>
                    <a:pt x="123" y="15347"/>
                  </a:lnTo>
                  <a:cubicBezTo>
                    <a:pt x="41" y="15428"/>
                    <a:pt x="1" y="15509"/>
                    <a:pt x="1" y="15632"/>
                  </a:cubicBezTo>
                  <a:lnTo>
                    <a:pt x="1" y="37689"/>
                  </a:lnTo>
                  <a:cubicBezTo>
                    <a:pt x="1" y="37771"/>
                    <a:pt x="41" y="37893"/>
                    <a:pt x="123" y="37934"/>
                  </a:cubicBezTo>
                  <a:cubicBezTo>
                    <a:pt x="164" y="38015"/>
                    <a:pt x="245" y="38056"/>
                    <a:pt x="367" y="38056"/>
                  </a:cubicBezTo>
                  <a:lnTo>
                    <a:pt x="19332" y="38056"/>
                  </a:lnTo>
                  <a:cubicBezTo>
                    <a:pt x="19413" y="38056"/>
                    <a:pt x="19495" y="38015"/>
                    <a:pt x="19576" y="37934"/>
                  </a:cubicBezTo>
                  <a:cubicBezTo>
                    <a:pt x="19617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54" y="45"/>
                  </a:cubicBezTo>
                  <a:cubicBezTo>
                    <a:pt x="19407" y="13"/>
                    <a:pt x="19361" y="0"/>
                    <a:pt x="19314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1" name="Google Shape;1705;p35"/>
            <p:cNvSpPr/>
            <p:nvPr/>
          </p:nvSpPr>
          <p:spPr>
            <a:xfrm>
              <a:off x="1046160" y="4318920"/>
              <a:ext cx="4053960" cy="453960"/>
            </a:xfrm>
            <a:custGeom>
              <a:avLst/>
              <a:gdLst>
                <a:gd name="textAreaLeft" fmla="*/ 0 w 4053960"/>
                <a:gd name="textAreaRight" fmla="*/ 4054320 w 4053960"/>
                <a:gd name="textAreaTop" fmla="*/ 0 h 453960"/>
                <a:gd name="textAreaBottom" fmla="*/ 454320 h 453960"/>
              </a:gdLst>
              <a:ahLst/>
              <a:rect l="textAreaLeft" t="textAreaTop" r="textAreaRight" b="textAreaBottom"/>
              <a:pathLst>
                <a:path w="202713" h="22710">
                  <a:moveTo>
                    <a:pt x="202713" y="0"/>
                  </a:moveTo>
                  <a:lnTo>
                    <a:pt x="0" y="21285"/>
                  </a:lnTo>
                  <a:lnTo>
                    <a:pt x="82" y="22709"/>
                  </a:lnTo>
                  <a:lnTo>
                    <a:pt x="175039" y="22709"/>
                  </a:lnTo>
                  <a:lnTo>
                    <a:pt x="202713" y="1425"/>
                  </a:lnTo>
                  <a:lnTo>
                    <a:pt x="202713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2" name="Google Shape;1706;p35"/>
            <p:cNvSpPr/>
            <p:nvPr/>
          </p:nvSpPr>
          <p:spPr>
            <a:xfrm>
              <a:off x="1039680" y="4312080"/>
              <a:ext cx="4066920" cy="467280"/>
            </a:xfrm>
            <a:custGeom>
              <a:avLst/>
              <a:gdLst>
                <a:gd name="textAreaLeft" fmla="*/ 0 w 4066920"/>
                <a:gd name="textAreaRight" fmla="*/ 4067280 w 4066920"/>
                <a:gd name="textAreaTop" fmla="*/ 0 h 467280"/>
                <a:gd name="textAreaBottom" fmla="*/ 467640 h 467280"/>
              </a:gdLst>
              <a:ahLst/>
              <a:rect l="textAreaLeft" t="textAreaTop" r="textAreaRight" b="textAreaBottom"/>
              <a:pathLst>
                <a:path w="203365" h="23378">
                  <a:moveTo>
                    <a:pt x="202713" y="709"/>
                  </a:moveTo>
                  <a:lnTo>
                    <a:pt x="202713" y="1604"/>
                  </a:lnTo>
                  <a:lnTo>
                    <a:pt x="175214" y="22726"/>
                  </a:lnTo>
                  <a:lnTo>
                    <a:pt x="733" y="22726"/>
                  </a:lnTo>
                  <a:lnTo>
                    <a:pt x="693" y="21912"/>
                  </a:lnTo>
                  <a:lnTo>
                    <a:pt x="202713" y="709"/>
                  </a:lnTo>
                  <a:close/>
                  <a:moveTo>
                    <a:pt x="203071" y="1"/>
                  </a:moveTo>
                  <a:cubicBezTo>
                    <a:pt x="203044" y="1"/>
                    <a:pt x="203020" y="6"/>
                    <a:pt x="202998" y="17"/>
                  </a:cubicBezTo>
                  <a:lnTo>
                    <a:pt x="286" y="21261"/>
                  </a:lnTo>
                  <a:cubicBezTo>
                    <a:pt x="123" y="21302"/>
                    <a:pt x="1" y="21464"/>
                    <a:pt x="1" y="21627"/>
                  </a:cubicBezTo>
                  <a:lnTo>
                    <a:pt x="82" y="23051"/>
                  </a:lnTo>
                  <a:cubicBezTo>
                    <a:pt x="82" y="23255"/>
                    <a:pt x="204" y="23377"/>
                    <a:pt x="408" y="23377"/>
                  </a:cubicBezTo>
                  <a:lnTo>
                    <a:pt x="175365" y="23377"/>
                  </a:lnTo>
                  <a:cubicBezTo>
                    <a:pt x="175446" y="23377"/>
                    <a:pt x="175527" y="23377"/>
                    <a:pt x="175568" y="23296"/>
                  </a:cubicBezTo>
                  <a:lnTo>
                    <a:pt x="203242" y="2052"/>
                  </a:lnTo>
                  <a:cubicBezTo>
                    <a:pt x="203323" y="1970"/>
                    <a:pt x="203364" y="1889"/>
                    <a:pt x="203364" y="1767"/>
                  </a:cubicBezTo>
                  <a:lnTo>
                    <a:pt x="203364" y="342"/>
                  </a:lnTo>
                  <a:cubicBezTo>
                    <a:pt x="203364" y="220"/>
                    <a:pt x="203323" y="139"/>
                    <a:pt x="203283" y="98"/>
                  </a:cubicBezTo>
                  <a:cubicBezTo>
                    <a:pt x="203223" y="39"/>
                    <a:pt x="203142" y="1"/>
                    <a:pt x="20307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3" name="Google Shape;1707;p35"/>
            <p:cNvSpPr/>
            <p:nvPr/>
          </p:nvSpPr>
          <p:spPr>
            <a:xfrm>
              <a:off x="1047960" y="4318920"/>
              <a:ext cx="4052160" cy="424440"/>
            </a:xfrm>
            <a:custGeom>
              <a:avLst/>
              <a:gdLst>
                <a:gd name="textAreaLeft" fmla="*/ 0 w 4052160"/>
                <a:gd name="textAreaRight" fmla="*/ 4052520 w 4052160"/>
                <a:gd name="textAreaTop" fmla="*/ 0 h 424440"/>
                <a:gd name="textAreaBottom" fmla="*/ 424800 h 424440"/>
              </a:gdLst>
              <a:ahLst/>
              <a:rect l="textAreaLeft" t="textAreaTop" r="textAreaRight" b="textAreaBottom"/>
              <a:pathLst>
                <a:path w="202632" h="21245">
                  <a:moveTo>
                    <a:pt x="44157" y="0"/>
                  </a:moveTo>
                  <a:lnTo>
                    <a:pt x="1" y="21244"/>
                  </a:lnTo>
                  <a:lnTo>
                    <a:pt x="174958" y="21244"/>
                  </a:lnTo>
                  <a:lnTo>
                    <a:pt x="202632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4" name="Google Shape;1708;p35"/>
            <p:cNvSpPr/>
            <p:nvPr/>
          </p:nvSpPr>
          <p:spPr>
            <a:xfrm>
              <a:off x="1040760" y="4311360"/>
              <a:ext cx="4066920" cy="439200"/>
            </a:xfrm>
            <a:custGeom>
              <a:avLst/>
              <a:gdLst>
                <a:gd name="textAreaLeft" fmla="*/ 0 w 4066920"/>
                <a:gd name="textAreaRight" fmla="*/ 4067280 w 4066920"/>
                <a:gd name="textAreaTop" fmla="*/ 0 h 439200"/>
                <a:gd name="textAreaBottom" fmla="*/ 439560 h 439200"/>
              </a:gdLst>
              <a:ahLst/>
              <a:rect l="textAreaLeft" t="textAreaTop" r="textAreaRight" b="textAreaBottom"/>
              <a:pathLst>
                <a:path w="203364" h="21977">
                  <a:moveTo>
                    <a:pt x="201980" y="692"/>
                  </a:moveTo>
                  <a:lnTo>
                    <a:pt x="175226" y="21285"/>
                  </a:lnTo>
                  <a:lnTo>
                    <a:pt x="1832" y="21285"/>
                  </a:lnTo>
                  <a:lnTo>
                    <a:pt x="44564" y="692"/>
                  </a:lnTo>
                  <a:close/>
                  <a:moveTo>
                    <a:pt x="44523" y="0"/>
                  </a:moveTo>
                  <a:lnTo>
                    <a:pt x="44360" y="41"/>
                  </a:lnTo>
                  <a:lnTo>
                    <a:pt x="204" y="21326"/>
                  </a:lnTo>
                  <a:cubicBezTo>
                    <a:pt x="82" y="21407"/>
                    <a:pt x="1" y="21570"/>
                    <a:pt x="41" y="21692"/>
                  </a:cubicBezTo>
                  <a:cubicBezTo>
                    <a:pt x="82" y="21855"/>
                    <a:pt x="204" y="21977"/>
                    <a:pt x="367" y="21977"/>
                  </a:cubicBezTo>
                  <a:lnTo>
                    <a:pt x="175324" y="21977"/>
                  </a:lnTo>
                  <a:cubicBezTo>
                    <a:pt x="175405" y="21977"/>
                    <a:pt x="175486" y="21936"/>
                    <a:pt x="175527" y="21895"/>
                  </a:cubicBezTo>
                  <a:lnTo>
                    <a:pt x="203201" y="611"/>
                  </a:lnTo>
                  <a:cubicBezTo>
                    <a:pt x="203323" y="529"/>
                    <a:pt x="203364" y="407"/>
                    <a:pt x="203323" y="244"/>
                  </a:cubicBezTo>
                  <a:cubicBezTo>
                    <a:pt x="203282" y="122"/>
                    <a:pt x="203160" y="0"/>
                    <a:pt x="20299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5" name="Google Shape;1709;p35"/>
            <p:cNvSpPr/>
            <p:nvPr/>
          </p:nvSpPr>
          <p:spPr>
            <a:xfrm>
              <a:off x="3972600" y="4501080"/>
              <a:ext cx="604440" cy="170640"/>
            </a:xfrm>
            <a:custGeom>
              <a:avLst/>
              <a:gdLst>
                <a:gd name="textAreaLeft" fmla="*/ 0 w 604440"/>
                <a:gd name="textAreaRight" fmla="*/ 604800 w 604440"/>
                <a:gd name="textAreaTop" fmla="*/ 0 h 170640"/>
                <a:gd name="textAreaBottom" fmla="*/ 171000 h 170640"/>
              </a:gdLst>
              <a:ahLst/>
              <a:rect l="textAreaLeft" t="textAreaTop" r="textAreaRight" b="textAreaBottom"/>
              <a:pathLst>
                <a:path w="30239" h="8548">
                  <a:moveTo>
                    <a:pt x="10704" y="1"/>
                  </a:moveTo>
                  <a:lnTo>
                    <a:pt x="0" y="8547"/>
                  </a:lnTo>
                  <a:lnTo>
                    <a:pt x="18558" y="8547"/>
                  </a:lnTo>
                  <a:lnTo>
                    <a:pt x="30238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5320" bIns="85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6" name="Google Shape;1710;p35"/>
            <p:cNvSpPr/>
            <p:nvPr/>
          </p:nvSpPr>
          <p:spPr>
            <a:xfrm>
              <a:off x="3965040" y="4494600"/>
              <a:ext cx="619200" cy="184320"/>
            </a:xfrm>
            <a:custGeom>
              <a:avLst/>
              <a:gdLst>
                <a:gd name="textAreaLeft" fmla="*/ 0 w 619200"/>
                <a:gd name="textAreaRight" fmla="*/ 619560 w 619200"/>
                <a:gd name="textAreaTop" fmla="*/ 0 h 184320"/>
                <a:gd name="textAreaBottom" fmla="*/ 184680 h 184320"/>
              </a:gdLst>
              <a:ahLst/>
              <a:rect l="textAreaLeft" t="textAreaTop" r="textAreaRight" b="textAreaBottom"/>
              <a:pathLst>
                <a:path w="30971" h="9239">
                  <a:moveTo>
                    <a:pt x="29546" y="651"/>
                  </a:moveTo>
                  <a:lnTo>
                    <a:pt x="18831" y="8546"/>
                  </a:lnTo>
                  <a:lnTo>
                    <a:pt x="1343" y="8546"/>
                  </a:lnTo>
                  <a:lnTo>
                    <a:pt x="11192" y="651"/>
                  </a:lnTo>
                  <a:close/>
                  <a:moveTo>
                    <a:pt x="11070" y="0"/>
                  </a:moveTo>
                  <a:cubicBezTo>
                    <a:pt x="10988" y="0"/>
                    <a:pt x="10907" y="0"/>
                    <a:pt x="10866" y="41"/>
                  </a:cubicBezTo>
                  <a:lnTo>
                    <a:pt x="163" y="8628"/>
                  </a:lnTo>
                  <a:cubicBezTo>
                    <a:pt x="41" y="8709"/>
                    <a:pt x="0" y="8872"/>
                    <a:pt x="82" y="8994"/>
                  </a:cubicBezTo>
                  <a:cubicBezTo>
                    <a:pt x="122" y="9116"/>
                    <a:pt x="244" y="9238"/>
                    <a:pt x="366" y="9238"/>
                  </a:cubicBezTo>
                  <a:lnTo>
                    <a:pt x="18924" y="9238"/>
                  </a:lnTo>
                  <a:cubicBezTo>
                    <a:pt x="18965" y="9238"/>
                    <a:pt x="19046" y="9198"/>
                    <a:pt x="19128" y="9157"/>
                  </a:cubicBezTo>
                  <a:lnTo>
                    <a:pt x="30808" y="611"/>
                  </a:lnTo>
                  <a:cubicBezTo>
                    <a:pt x="30889" y="529"/>
                    <a:pt x="30971" y="366"/>
                    <a:pt x="30889" y="204"/>
                  </a:cubicBezTo>
                  <a:cubicBezTo>
                    <a:pt x="30849" y="81"/>
                    <a:pt x="30726" y="0"/>
                    <a:pt x="3060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7" name="Google Shape;1711;p35"/>
            <p:cNvSpPr/>
            <p:nvPr/>
          </p:nvSpPr>
          <p:spPr>
            <a:xfrm>
              <a:off x="4547160" y="4318920"/>
              <a:ext cx="553320" cy="453960"/>
            </a:xfrm>
            <a:custGeom>
              <a:avLst/>
              <a:gdLst>
                <a:gd name="textAreaLeft" fmla="*/ 0 w 553320"/>
                <a:gd name="textAreaRight" fmla="*/ 553680 w 553320"/>
                <a:gd name="textAreaTop" fmla="*/ 0 h 453960"/>
                <a:gd name="textAreaBottom" fmla="*/ 454320 h 453960"/>
              </a:gdLst>
              <a:ahLst/>
              <a:rect l="textAreaLeft" t="textAreaTop" r="textAreaRight" b="textAreaBottom"/>
              <a:pathLst>
                <a:path w="27675" h="22710">
                  <a:moveTo>
                    <a:pt x="27675" y="0"/>
                  </a:moveTo>
                  <a:lnTo>
                    <a:pt x="1" y="21244"/>
                  </a:lnTo>
                  <a:lnTo>
                    <a:pt x="1" y="22709"/>
                  </a:lnTo>
                  <a:lnTo>
                    <a:pt x="27675" y="1425"/>
                  </a:lnTo>
                  <a:lnTo>
                    <a:pt x="27675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8" name="Google Shape;1712;p35"/>
            <p:cNvSpPr/>
            <p:nvPr/>
          </p:nvSpPr>
          <p:spPr>
            <a:xfrm>
              <a:off x="4540680" y="4311720"/>
              <a:ext cx="566280" cy="467640"/>
            </a:xfrm>
            <a:custGeom>
              <a:avLst/>
              <a:gdLst>
                <a:gd name="textAreaLeft" fmla="*/ 0 w 566280"/>
                <a:gd name="textAreaRight" fmla="*/ 566640 w 566280"/>
                <a:gd name="textAreaTop" fmla="*/ 0 h 467640"/>
                <a:gd name="textAreaBottom" fmla="*/ 468000 h 467640"/>
              </a:gdLst>
              <a:ahLst/>
              <a:rect l="textAreaLeft" t="textAreaTop" r="textAreaRight" b="textAreaBottom"/>
              <a:pathLst>
                <a:path w="28327" h="23391">
                  <a:moveTo>
                    <a:pt x="27675" y="1044"/>
                  </a:moveTo>
                  <a:lnTo>
                    <a:pt x="27675" y="1614"/>
                  </a:lnTo>
                  <a:lnTo>
                    <a:pt x="652" y="22370"/>
                  </a:lnTo>
                  <a:lnTo>
                    <a:pt x="652" y="22370"/>
                  </a:lnTo>
                  <a:lnTo>
                    <a:pt x="652" y="21800"/>
                  </a:lnTo>
                  <a:lnTo>
                    <a:pt x="27675" y="1044"/>
                  </a:lnTo>
                  <a:close/>
                  <a:moveTo>
                    <a:pt x="27999" y="0"/>
                  </a:moveTo>
                  <a:cubicBezTo>
                    <a:pt x="27920" y="0"/>
                    <a:pt x="27845" y="20"/>
                    <a:pt x="27797" y="68"/>
                  </a:cubicBezTo>
                  <a:lnTo>
                    <a:pt x="123" y="21352"/>
                  </a:lnTo>
                  <a:cubicBezTo>
                    <a:pt x="42" y="21393"/>
                    <a:pt x="1" y="21515"/>
                    <a:pt x="1" y="21596"/>
                  </a:cubicBezTo>
                  <a:lnTo>
                    <a:pt x="1" y="23061"/>
                  </a:lnTo>
                  <a:cubicBezTo>
                    <a:pt x="1" y="23184"/>
                    <a:pt x="82" y="23306"/>
                    <a:pt x="164" y="23346"/>
                  </a:cubicBezTo>
                  <a:cubicBezTo>
                    <a:pt x="210" y="23377"/>
                    <a:pt x="263" y="23391"/>
                    <a:pt x="315" y="23391"/>
                  </a:cubicBezTo>
                  <a:cubicBezTo>
                    <a:pt x="398" y="23391"/>
                    <a:pt x="480" y="23356"/>
                    <a:pt x="530" y="23306"/>
                  </a:cubicBezTo>
                  <a:lnTo>
                    <a:pt x="28204" y="2062"/>
                  </a:lnTo>
                  <a:cubicBezTo>
                    <a:pt x="28285" y="1980"/>
                    <a:pt x="28326" y="1899"/>
                    <a:pt x="28326" y="1777"/>
                  </a:cubicBezTo>
                  <a:lnTo>
                    <a:pt x="28326" y="352"/>
                  </a:lnTo>
                  <a:cubicBezTo>
                    <a:pt x="28326" y="230"/>
                    <a:pt x="28245" y="108"/>
                    <a:pt x="28163" y="27"/>
                  </a:cubicBezTo>
                  <a:cubicBezTo>
                    <a:pt x="28113" y="10"/>
                    <a:pt x="28055" y="0"/>
                    <a:pt x="279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09" name="Google Shape;1713;p35"/>
            <p:cNvSpPr/>
            <p:nvPr/>
          </p:nvSpPr>
          <p:spPr>
            <a:xfrm>
              <a:off x="4079160" y="4331160"/>
              <a:ext cx="731520" cy="226440"/>
            </a:xfrm>
            <a:custGeom>
              <a:avLst/>
              <a:gdLst>
                <a:gd name="textAreaLeft" fmla="*/ 0 w 731520"/>
                <a:gd name="textAreaRight" fmla="*/ 731880 w 731520"/>
                <a:gd name="textAreaTop" fmla="*/ 0 h 226440"/>
                <a:gd name="textAreaBottom" fmla="*/ 226800 h 226440"/>
              </a:gdLst>
              <a:ahLst/>
              <a:rect l="textAreaLeft" t="textAreaTop" r="textAreaRight" b="textAreaBottom"/>
              <a:pathLst>
                <a:path w="36588" h="11347">
                  <a:moveTo>
                    <a:pt x="33128" y="1"/>
                  </a:moveTo>
                  <a:cubicBezTo>
                    <a:pt x="32599" y="1"/>
                    <a:pt x="32274" y="42"/>
                    <a:pt x="32233" y="42"/>
                  </a:cubicBezTo>
                  <a:lnTo>
                    <a:pt x="367" y="42"/>
                  </a:lnTo>
                  <a:cubicBezTo>
                    <a:pt x="164" y="42"/>
                    <a:pt x="1" y="204"/>
                    <a:pt x="1" y="367"/>
                  </a:cubicBezTo>
                  <a:cubicBezTo>
                    <a:pt x="1" y="571"/>
                    <a:pt x="164" y="733"/>
                    <a:pt x="367" y="733"/>
                  </a:cubicBezTo>
                  <a:lnTo>
                    <a:pt x="32274" y="733"/>
                  </a:lnTo>
                  <a:lnTo>
                    <a:pt x="32314" y="693"/>
                  </a:lnTo>
                  <a:lnTo>
                    <a:pt x="33128" y="693"/>
                  </a:lnTo>
                  <a:cubicBezTo>
                    <a:pt x="33698" y="693"/>
                    <a:pt x="34430" y="733"/>
                    <a:pt x="35000" y="896"/>
                  </a:cubicBezTo>
                  <a:cubicBezTo>
                    <a:pt x="35285" y="1018"/>
                    <a:pt x="35529" y="1140"/>
                    <a:pt x="35692" y="1263"/>
                  </a:cubicBezTo>
                  <a:cubicBezTo>
                    <a:pt x="35814" y="1385"/>
                    <a:pt x="35896" y="1547"/>
                    <a:pt x="35896" y="1751"/>
                  </a:cubicBezTo>
                  <a:cubicBezTo>
                    <a:pt x="35896" y="1873"/>
                    <a:pt x="35855" y="1995"/>
                    <a:pt x="35814" y="2158"/>
                  </a:cubicBezTo>
                  <a:cubicBezTo>
                    <a:pt x="35611" y="2687"/>
                    <a:pt x="35285" y="3053"/>
                    <a:pt x="34675" y="3379"/>
                  </a:cubicBezTo>
                  <a:cubicBezTo>
                    <a:pt x="33739" y="3867"/>
                    <a:pt x="32274" y="4193"/>
                    <a:pt x="30198" y="4356"/>
                  </a:cubicBezTo>
                  <a:cubicBezTo>
                    <a:pt x="28082" y="4559"/>
                    <a:pt x="25355" y="4640"/>
                    <a:pt x="21936" y="4762"/>
                  </a:cubicBezTo>
                  <a:cubicBezTo>
                    <a:pt x="17256" y="4925"/>
                    <a:pt x="14326" y="6431"/>
                    <a:pt x="12535" y="7896"/>
                  </a:cubicBezTo>
                  <a:cubicBezTo>
                    <a:pt x="10745" y="9402"/>
                    <a:pt x="10094" y="10867"/>
                    <a:pt x="10094" y="10867"/>
                  </a:cubicBezTo>
                  <a:cubicBezTo>
                    <a:pt x="10012" y="11071"/>
                    <a:pt x="10094" y="11274"/>
                    <a:pt x="10256" y="11315"/>
                  </a:cubicBezTo>
                  <a:cubicBezTo>
                    <a:pt x="10311" y="11337"/>
                    <a:pt x="10365" y="11347"/>
                    <a:pt x="10417" y="11347"/>
                  </a:cubicBezTo>
                  <a:cubicBezTo>
                    <a:pt x="10557" y="11347"/>
                    <a:pt x="10674" y="11271"/>
                    <a:pt x="10704" y="11152"/>
                  </a:cubicBezTo>
                  <a:cubicBezTo>
                    <a:pt x="10785" y="11030"/>
                    <a:pt x="11396" y="9646"/>
                    <a:pt x="13105" y="8303"/>
                  </a:cubicBezTo>
                  <a:cubicBezTo>
                    <a:pt x="14814" y="6960"/>
                    <a:pt x="17582" y="5576"/>
                    <a:pt x="21936" y="5454"/>
                  </a:cubicBezTo>
                  <a:cubicBezTo>
                    <a:pt x="26535" y="5292"/>
                    <a:pt x="29872" y="5169"/>
                    <a:pt x="32192" y="4803"/>
                  </a:cubicBezTo>
                  <a:cubicBezTo>
                    <a:pt x="33372" y="4640"/>
                    <a:pt x="34268" y="4356"/>
                    <a:pt x="35000" y="3989"/>
                  </a:cubicBezTo>
                  <a:cubicBezTo>
                    <a:pt x="35692" y="3623"/>
                    <a:pt x="36180" y="3094"/>
                    <a:pt x="36425" y="2402"/>
                  </a:cubicBezTo>
                  <a:cubicBezTo>
                    <a:pt x="36547" y="2199"/>
                    <a:pt x="36587" y="1954"/>
                    <a:pt x="36587" y="1751"/>
                  </a:cubicBezTo>
                  <a:cubicBezTo>
                    <a:pt x="36587" y="1344"/>
                    <a:pt x="36384" y="1018"/>
                    <a:pt x="36140" y="774"/>
                  </a:cubicBezTo>
                  <a:cubicBezTo>
                    <a:pt x="35773" y="408"/>
                    <a:pt x="35244" y="245"/>
                    <a:pt x="34675" y="123"/>
                  </a:cubicBezTo>
                  <a:cubicBezTo>
                    <a:pt x="34146" y="42"/>
                    <a:pt x="33576" y="1"/>
                    <a:pt x="33128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0" name="Google Shape;1714;p35"/>
            <p:cNvSpPr/>
            <p:nvPr/>
          </p:nvSpPr>
          <p:spPr>
            <a:xfrm>
              <a:off x="4161240" y="4510800"/>
              <a:ext cx="209520" cy="140760"/>
            </a:xfrm>
            <a:custGeom>
              <a:avLst/>
              <a:gdLst>
                <a:gd name="textAreaLeft" fmla="*/ 0 w 209520"/>
                <a:gd name="textAreaRight" fmla="*/ 209880 w 209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10500" h="7052">
                  <a:moveTo>
                    <a:pt x="6975" y="1"/>
                  </a:moveTo>
                  <a:cubicBezTo>
                    <a:pt x="5952" y="1"/>
                    <a:pt x="4660" y="133"/>
                    <a:pt x="3581" y="662"/>
                  </a:cubicBezTo>
                  <a:cubicBezTo>
                    <a:pt x="2279" y="1354"/>
                    <a:pt x="1058" y="3714"/>
                    <a:pt x="366" y="5342"/>
                  </a:cubicBezTo>
                  <a:cubicBezTo>
                    <a:pt x="0" y="6156"/>
                    <a:pt x="611" y="7052"/>
                    <a:pt x="1506" y="7052"/>
                  </a:cubicBezTo>
                  <a:lnTo>
                    <a:pt x="5535" y="7052"/>
                  </a:lnTo>
                  <a:cubicBezTo>
                    <a:pt x="5861" y="7052"/>
                    <a:pt x="6227" y="6930"/>
                    <a:pt x="6430" y="6645"/>
                  </a:cubicBezTo>
                  <a:lnTo>
                    <a:pt x="10500" y="2087"/>
                  </a:lnTo>
                  <a:cubicBezTo>
                    <a:pt x="10500" y="2087"/>
                    <a:pt x="10337" y="337"/>
                    <a:pt x="8750" y="133"/>
                  </a:cubicBezTo>
                  <a:cubicBezTo>
                    <a:pt x="8750" y="133"/>
                    <a:pt x="7997" y="1"/>
                    <a:pt x="697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1" name="Google Shape;1715;p35"/>
            <p:cNvSpPr/>
            <p:nvPr/>
          </p:nvSpPr>
          <p:spPr>
            <a:xfrm>
              <a:off x="4281840" y="4534920"/>
              <a:ext cx="57600" cy="9540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95400"/>
                <a:gd name="textAreaBottom" fmla="*/ 95760 h 95400"/>
              </a:gdLst>
              <a:ahLst/>
              <a:rect l="textAreaLeft" t="textAreaTop" r="textAreaRight" b="textAreaBottom"/>
              <a:pathLst>
                <a:path w="2890" h="4779">
                  <a:moveTo>
                    <a:pt x="2677" y="1"/>
                  </a:moveTo>
                  <a:cubicBezTo>
                    <a:pt x="2651" y="1"/>
                    <a:pt x="2627" y="6"/>
                    <a:pt x="2605" y="17"/>
                  </a:cubicBezTo>
                  <a:cubicBezTo>
                    <a:pt x="244" y="1360"/>
                    <a:pt x="0" y="3435"/>
                    <a:pt x="0" y="4249"/>
                  </a:cubicBezTo>
                  <a:cubicBezTo>
                    <a:pt x="0" y="4494"/>
                    <a:pt x="0" y="4616"/>
                    <a:pt x="0" y="4616"/>
                  </a:cubicBezTo>
                  <a:cubicBezTo>
                    <a:pt x="41" y="4738"/>
                    <a:pt x="122" y="4778"/>
                    <a:pt x="204" y="4778"/>
                  </a:cubicBezTo>
                  <a:cubicBezTo>
                    <a:pt x="285" y="4738"/>
                    <a:pt x="367" y="4656"/>
                    <a:pt x="367" y="4575"/>
                  </a:cubicBezTo>
                  <a:lnTo>
                    <a:pt x="326" y="4494"/>
                  </a:lnTo>
                  <a:cubicBezTo>
                    <a:pt x="326" y="4453"/>
                    <a:pt x="326" y="4372"/>
                    <a:pt x="326" y="4249"/>
                  </a:cubicBezTo>
                  <a:cubicBezTo>
                    <a:pt x="326" y="3476"/>
                    <a:pt x="570" y="1563"/>
                    <a:pt x="2768" y="302"/>
                  </a:cubicBezTo>
                  <a:cubicBezTo>
                    <a:pt x="2849" y="261"/>
                    <a:pt x="2890" y="180"/>
                    <a:pt x="2849" y="98"/>
                  </a:cubicBezTo>
                  <a:cubicBezTo>
                    <a:pt x="2819" y="39"/>
                    <a:pt x="2746" y="1"/>
                    <a:pt x="2677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7880" bIns="47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2" name="Google Shape;1716;p35"/>
            <p:cNvSpPr/>
            <p:nvPr/>
          </p:nvSpPr>
          <p:spPr>
            <a:xfrm>
              <a:off x="2554560" y="4443480"/>
              <a:ext cx="1617840" cy="252720"/>
            </a:xfrm>
            <a:custGeom>
              <a:avLst/>
              <a:gdLst>
                <a:gd name="textAreaLeft" fmla="*/ 0 w 1617840"/>
                <a:gd name="textAreaRight" fmla="*/ 1618200 w 1617840"/>
                <a:gd name="textAreaTop" fmla="*/ 0 h 252720"/>
                <a:gd name="textAreaBottom" fmla="*/ 253080 h 252720"/>
              </a:gdLst>
              <a:ahLst/>
              <a:rect l="textAreaLeft" t="textAreaTop" r="textAreaRight" b="textAreaBottom"/>
              <a:pathLst>
                <a:path w="80906" h="12657">
                  <a:moveTo>
                    <a:pt x="15831" y="0"/>
                  </a:moveTo>
                  <a:lnTo>
                    <a:pt x="0" y="12657"/>
                  </a:lnTo>
                  <a:lnTo>
                    <a:pt x="65075" y="12657"/>
                  </a:lnTo>
                  <a:lnTo>
                    <a:pt x="80906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3" name="Google Shape;1717;p35"/>
            <p:cNvSpPr/>
            <p:nvPr/>
          </p:nvSpPr>
          <p:spPr>
            <a:xfrm>
              <a:off x="2547360" y="4437000"/>
              <a:ext cx="1632600" cy="265680"/>
            </a:xfrm>
            <a:custGeom>
              <a:avLst/>
              <a:gdLst>
                <a:gd name="textAreaLeft" fmla="*/ 0 w 1632600"/>
                <a:gd name="textAreaRight" fmla="*/ 1632960 w 1632600"/>
                <a:gd name="textAreaTop" fmla="*/ 0 h 265680"/>
                <a:gd name="textAreaBottom" fmla="*/ 266040 h 265680"/>
              </a:gdLst>
              <a:ahLst/>
              <a:rect l="textAreaLeft" t="textAreaTop" r="textAreaRight" b="textAreaBottom"/>
              <a:pathLst>
                <a:path w="81640" h="13309">
                  <a:moveTo>
                    <a:pt x="80296" y="692"/>
                  </a:moveTo>
                  <a:lnTo>
                    <a:pt x="65340" y="12617"/>
                  </a:lnTo>
                  <a:lnTo>
                    <a:pt x="1344" y="12617"/>
                  </a:lnTo>
                  <a:lnTo>
                    <a:pt x="16320" y="692"/>
                  </a:lnTo>
                  <a:close/>
                  <a:moveTo>
                    <a:pt x="16198" y="1"/>
                  </a:moveTo>
                  <a:cubicBezTo>
                    <a:pt x="16117" y="1"/>
                    <a:pt x="16035" y="41"/>
                    <a:pt x="15995" y="82"/>
                  </a:cubicBezTo>
                  <a:lnTo>
                    <a:pt x="164" y="12698"/>
                  </a:lnTo>
                  <a:cubicBezTo>
                    <a:pt x="42" y="12779"/>
                    <a:pt x="1" y="12942"/>
                    <a:pt x="42" y="13064"/>
                  </a:cubicBezTo>
                  <a:cubicBezTo>
                    <a:pt x="82" y="13227"/>
                    <a:pt x="204" y="13309"/>
                    <a:pt x="367" y="13309"/>
                  </a:cubicBezTo>
                  <a:lnTo>
                    <a:pt x="65442" y="13309"/>
                  </a:lnTo>
                  <a:cubicBezTo>
                    <a:pt x="65523" y="13309"/>
                    <a:pt x="65605" y="13268"/>
                    <a:pt x="65645" y="13227"/>
                  </a:cubicBezTo>
                  <a:lnTo>
                    <a:pt x="81476" y="611"/>
                  </a:lnTo>
                  <a:cubicBezTo>
                    <a:pt x="81598" y="530"/>
                    <a:pt x="81639" y="367"/>
                    <a:pt x="81598" y="245"/>
                  </a:cubicBezTo>
                  <a:cubicBezTo>
                    <a:pt x="81558" y="82"/>
                    <a:pt x="81436" y="1"/>
                    <a:pt x="8127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4" name="Google Shape;1718;p35"/>
            <p:cNvSpPr/>
            <p:nvPr/>
          </p:nvSpPr>
          <p:spPr>
            <a:xfrm>
              <a:off x="3849480" y="4436640"/>
              <a:ext cx="330120" cy="281880"/>
            </a:xfrm>
            <a:custGeom>
              <a:avLst/>
              <a:gdLst>
                <a:gd name="textAreaLeft" fmla="*/ 0 w 330120"/>
                <a:gd name="textAreaRight" fmla="*/ 330480 w 330120"/>
                <a:gd name="textAreaTop" fmla="*/ 0 h 281880"/>
                <a:gd name="textAreaBottom" fmla="*/ 282240 h 281880"/>
              </a:gdLst>
              <a:ahLst/>
              <a:rect l="textAreaLeft" t="textAreaTop" r="textAreaRight" b="textAreaBottom"/>
              <a:pathLst>
                <a:path w="16524" h="14113">
                  <a:moveTo>
                    <a:pt x="16180" y="1"/>
                  </a:moveTo>
                  <a:cubicBezTo>
                    <a:pt x="16104" y="1"/>
                    <a:pt x="16029" y="36"/>
                    <a:pt x="15953" y="86"/>
                  </a:cubicBezTo>
                  <a:lnTo>
                    <a:pt x="122" y="12702"/>
                  </a:lnTo>
                  <a:cubicBezTo>
                    <a:pt x="41" y="12783"/>
                    <a:pt x="0" y="12865"/>
                    <a:pt x="0" y="12987"/>
                  </a:cubicBezTo>
                  <a:lnTo>
                    <a:pt x="0" y="13760"/>
                  </a:lnTo>
                  <a:cubicBezTo>
                    <a:pt x="0" y="13882"/>
                    <a:pt x="82" y="14004"/>
                    <a:pt x="204" y="14086"/>
                  </a:cubicBezTo>
                  <a:cubicBezTo>
                    <a:pt x="254" y="14103"/>
                    <a:pt x="305" y="14113"/>
                    <a:pt x="352" y="14113"/>
                  </a:cubicBezTo>
                  <a:cubicBezTo>
                    <a:pt x="420" y="14113"/>
                    <a:pt x="482" y="14093"/>
                    <a:pt x="529" y="14045"/>
                  </a:cubicBezTo>
                  <a:lnTo>
                    <a:pt x="16360" y="1388"/>
                  </a:lnTo>
                  <a:cubicBezTo>
                    <a:pt x="16442" y="1348"/>
                    <a:pt x="16523" y="1225"/>
                    <a:pt x="16523" y="1144"/>
                  </a:cubicBezTo>
                  <a:lnTo>
                    <a:pt x="16523" y="330"/>
                  </a:lnTo>
                  <a:cubicBezTo>
                    <a:pt x="16523" y="208"/>
                    <a:pt x="16442" y="86"/>
                    <a:pt x="16320" y="45"/>
                  </a:cubicBezTo>
                  <a:cubicBezTo>
                    <a:pt x="16273" y="14"/>
                    <a:pt x="16226" y="1"/>
                    <a:pt x="1618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5" name="Google Shape;1719;p35"/>
            <p:cNvSpPr/>
            <p:nvPr/>
          </p:nvSpPr>
          <p:spPr>
            <a:xfrm>
              <a:off x="2554560" y="4696560"/>
              <a:ext cx="1301040" cy="15120"/>
            </a:xfrm>
            <a:custGeom>
              <a:avLst/>
              <a:gdLst>
                <a:gd name="textAreaLeft" fmla="*/ 0 w 1301040"/>
                <a:gd name="textAreaRight" fmla="*/ 1301400 w 1301040"/>
                <a:gd name="textAreaTop" fmla="*/ 0 h 15120"/>
                <a:gd name="textAreaBottom" fmla="*/ 15480 h 15120"/>
              </a:gdLst>
              <a:ahLst/>
              <a:rect l="textAreaLeft" t="textAreaTop" r="textAreaRight" b="textAreaBottom"/>
              <a:pathLst>
                <a:path w="65075" h="775">
                  <a:moveTo>
                    <a:pt x="0" y="1"/>
                  </a:moveTo>
                  <a:lnTo>
                    <a:pt x="0" y="774"/>
                  </a:lnTo>
                  <a:lnTo>
                    <a:pt x="65075" y="774"/>
                  </a:lnTo>
                  <a:lnTo>
                    <a:pt x="65075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560" bIns="7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6" name="Google Shape;1720;p35"/>
            <p:cNvSpPr/>
            <p:nvPr/>
          </p:nvSpPr>
          <p:spPr>
            <a:xfrm>
              <a:off x="2547360" y="4689360"/>
              <a:ext cx="1315800" cy="29880"/>
            </a:xfrm>
            <a:custGeom>
              <a:avLst/>
              <a:gdLst>
                <a:gd name="textAreaLeft" fmla="*/ 0 w 1315800"/>
                <a:gd name="textAreaRight" fmla="*/ 1316160 w 131580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65809" h="1507">
                  <a:moveTo>
                    <a:pt x="65116" y="693"/>
                  </a:moveTo>
                  <a:lnTo>
                    <a:pt x="65116" y="815"/>
                  </a:lnTo>
                  <a:lnTo>
                    <a:pt x="693" y="81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4" y="41"/>
                    <a:pt x="123" y="123"/>
                  </a:cubicBezTo>
                  <a:cubicBezTo>
                    <a:pt x="42" y="163"/>
                    <a:pt x="1" y="286"/>
                    <a:pt x="1" y="367"/>
                  </a:cubicBezTo>
                  <a:lnTo>
                    <a:pt x="1" y="1140"/>
                  </a:lnTo>
                  <a:cubicBezTo>
                    <a:pt x="1" y="1222"/>
                    <a:pt x="42" y="1344"/>
                    <a:pt x="123" y="1384"/>
                  </a:cubicBezTo>
                  <a:cubicBezTo>
                    <a:pt x="164" y="1466"/>
                    <a:pt x="286" y="1506"/>
                    <a:pt x="367" y="1506"/>
                  </a:cubicBezTo>
                  <a:lnTo>
                    <a:pt x="65442" y="1506"/>
                  </a:lnTo>
                  <a:cubicBezTo>
                    <a:pt x="65523" y="1506"/>
                    <a:pt x="65645" y="1466"/>
                    <a:pt x="65686" y="1384"/>
                  </a:cubicBezTo>
                  <a:cubicBezTo>
                    <a:pt x="65767" y="1344"/>
                    <a:pt x="65808" y="1222"/>
                    <a:pt x="65808" y="1140"/>
                  </a:cubicBezTo>
                  <a:lnTo>
                    <a:pt x="65808" y="367"/>
                  </a:lnTo>
                  <a:cubicBezTo>
                    <a:pt x="65808" y="286"/>
                    <a:pt x="65767" y="163"/>
                    <a:pt x="65686" y="123"/>
                  </a:cubicBezTo>
                  <a:cubicBezTo>
                    <a:pt x="65645" y="41"/>
                    <a:pt x="65523" y="1"/>
                    <a:pt x="654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7" name="Google Shape;1721;p35"/>
            <p:cNvSpPr/>
            <p:nvPr/>
          </p:nvSpPr>
          <p:spPr>
            <a:xfrm>
              <a:off x="292968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8" name="Google Shape;1722;p35"/>
            <p:cNvSpPr/>
            <p:nvPr/>
          </p:nvSpPr>
          <p:spPr>
            <a:xfrm>
              <a:off x="301608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19" name="Google Shape;1723;p35"/>
            <p:cNvSpPr/>
            <p:nvPr/>
          </p:nvSpPr>
          <p:spPr>
            <a:xfrm>
              <a:off x="284364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0" name="Google Shape;1724;p35"/>
            <p:cNvSpPr/>
            <p:nvPr/>
          </p:nvSpPr>
          <p:spPr>
            <a:xfrm>
              <a:off x="288576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45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1" name="Google Shape;1725;p35"/>
            <p:cNvSpPr/>
            <p:nvPr/>
          </p:nvSpPr>
          <p:spPr>
            <a:xfrm>
              <a:off x="301356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2" name="Google Shape;1726;p35"/>
            <p:cNvSpPr/>
            <p:nvPr/>
          </p:nvSpPr>
          <p:spPr>
            <a:xfrm>
              <a:off x="292752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05" y="692"/>
                  </a:moveTo>
                  <a:lnTo>
                    <a:pt x="4558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3" name="Google Shape;1727;p35"/>
            <p:cNvSpPr/>
            <p:nvPr/>
          </p:nvSpPr>
          <p:spPr>
            <a:xfrm>
              <a:off x="310140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4" name="Google Shape;1728;p35"/>
            <p:cNvSpPr/>
            <p:nvPr/>
          </p:nvSpPr>
          <p:spPr>
            <a:xfrm>
              <a:off x="353124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5" name="Google Shape;1729;p35"/>
            <p:cNvSpPr/>
            <p:nvPr/>
          </p:nvSpPr>
          <p:spPr>
            <a:xfrm>
              <a:off x="309924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7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6" name="Google Shape;1730;p35"/>
            <p:cNvSpPr/>
            <p:nvPr/>
          </p:nvSpPr>
          <p:spPr>
            <a:xfrm>
              <a:off x="318780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7" name="Google Shape;1731;p35"/>
            <p:cNvSpPr/>
            <p:nvPr/>
          </p:nvSpPr>
          <p:spPr>
            <a:xfrm>
              <a:off x="370296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59" y="1710"/>
                  </a:lnTo>
                  <a:lnTo>
                    <a:pt x="1359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8" name="Google Shape;1732;p35"/>
            <p:cNvSpPr/>
            <p:nvPr/>
          </p:nvSpPr>
          <p:spPr>
            <a:xfrm>
              <a:off x="374544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59" y="1669"/>
                  </a:lnTo>
                  <a:lnTo>
                    <a:pt x="1338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29" name="Google Shape;1733;p35"/>
            <p:cNvSpPr/>
            <p:nvPr/>
          </p:nvSpPr>
          <p:spPr>
            <a:xfrm>
              <a:off x="361764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59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8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0" name="Google Shape;1734;p35"/>
            <p:cNvSpPr/>
            <p:nvPr/>
          </p:nvSpPr>
          <p:spPr>
            <a:xfrm>
              <a:off x="344592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1" name="Google Shape;1735;p35"/>
            <p:cNvSpPr/>
            <p:nvPr/>
          </p:nvSpPr>
          <p:spPr>
            <a:xfrm>
              <a:off x="327312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2" name="Google Shape;1736;p35"/>
            <p:cNvSpPr/>
            <p:nvPr/>
          </p:nvSpPr>
          <p:spPr>
            <a:xfrm>
              <a:off x="335952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8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3" name="Google Shape;1737;p35"/>
            <p:cNvSpPr/>
            <p:nvPr/>
          </p:nvSpPr>
          <p:spPr>
            <a:xfrm>
              <a:off x="344340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4" name="Google Shape;1738;p35"/>
            <p:cNvSpPr/>
            <p:nvPr/>
          </p:nvSpPr>
          <p:spPr>
            <a:xfrm>
              <a:off x="357372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5" name="Google Shape;1739;p35"/>
            <p:cNvSpPr/>
            <p:nvPr/>
          </p:nvSpPr>
          <p:spPr>
            <a:xfrm>
              <a:off x="340092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6" name="Google Shape;1740;p35"/>
            <p:cNvSpPr/>
            <p:nvPr/>
          </p:nvSpPr>
          <p:spPr>
            <a:xfrm>
              <a:off x="322920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4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7" name="Google Shape;1741;p35"/>
            <p:cNvSpPr/>
            <p:nvPr/>
          </p:nvSpPr>
          <p:spPr>
            <a:xfrm>
              <a:off x="348732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8" name="Google Shape;1742;p35"/>
            <p:cNvSpPr/>
            <p:nvPr/>
          </p:nvSpPr>
          <p:spPr>
            <a:xfrm>
              <a:off x="318528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39" name="Google Shape;1743;p35"/>
            <p:cNvSpPr/>
            <p:nvPr/>
          </p:nvSpPr>
          <p:spPr>
            <a:xfrm>
              <a:off x="297144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2" h="2362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0" name="Google Shape;1744;p35"/>
            <p:cNvSpPr/>
            <p:nvPr/>
          </p:nvSpPr>
          <p:spPr>
            <a:xfrm>
              <a:off x="314388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1" name="Google Shape;1745;p35"/>
            <p:cNvSpPr/>
            <p:nvPr/>
          </p:nvSpPr>
          <p:spPr>
            <a:xfrm>
              <a:off x="305748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2" name="Google Shape;1746;p35"/>
            <p:cNvSpPr/>
            <p:nvPr/>
          </p:nvSpPr>
          <p:spPr>
            <a:xfrm>
              <a:off x="331560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3" name="Google Shape;1747;p35"/>
            <p:cNvSpPr/>
            <p:nvPr/>
          </p:nvSpPr>
          <p:spPr>
            <a:xfrm>
              <a:off x="335700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4" name="Google Shape;1748;p35"/>
            <p:cNvSpPr/>
            <p:nvPr/>
          </p:nvSpPr>
          <p:spPr>
            <a:xfrm>
              <a:off x="378684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59" y="1710"/>
                  </a:lnTo>
                  <a:lnTo>
                    <a:pt x="133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5" name="Google Shape;1749;p35"/>
            <p:cNvSpPr/>
            <p:nvPr/>
          </p:nvSpPr>
          <p:spPr>
            <a:xfrm>
              <a:off x="327168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2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41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6" name="Google Shape;1750;p35"/>
            <p:cNvSpPr/>
            <p:nvPr/>
          </p:nvSpPr>
          <p:spPr>
            <a:xfrm>
              <a:off x="361512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7" name="Google Shape;1751;p35"/>
            <p:cNvSpPr/>
            <p:nvPr/>
          </p:nvSpPr>
          <p:spPr>
            <a:xfrm>
              <a:off x="370152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8" name="Google Shape;1752;p35"/>
            <p:cNvSpPr/>
            <p:nvPr/>
          </p:nvSpPr>
          <p:spPr>
            <a:xfrm>
              <a:off x="365904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0" y="693"/>
                  </a:moveTo>
                  <a:lnTo>
                    <a:pt x="4558" y="1669"/>
                  </a:lnTo>
                  <a:lnTo>
                    <a:pt x="1352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49" name="Google Shape;1753;p35"/>
            <p:cNvSpPr/>
            <p:nvPr/>
          </p:nvSpPr>
          <p:spPr>
            <a:xfrm>
              <a:off x="352872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820" y="692"/>
                  </a:moveTo>
                  <a:lnTo>
                    <a:pt x="4577" y="1710"/>
                  </a:lnTo>
                  <a:lnTo>
                    <a:pt x="1344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0" name="Google Shape;1754;p35"/>
            <p:cNvSpPr/>
            <p:nvPr/>
          </p:nvSpPr>
          <p:spPr>
            <a:xfrm>
              <a:off x="331812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780" y="692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2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1" name="Google Shape;1755;p35"/>
            <p:cNvSpPr/>
            <p:nvPr/>
          </p:nvSpPr>
          <p:spPr>
            <a:xfrm>
              <a:off x="340344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2" name="Google Shape;1756;p35"/>
            <p:cNvSpPr/>
            <p:nvPr/>
          </p:nvSpPr>
          <p:spPr>
            <a:xfrm>
              <a:off x="323172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3" name="Google Shape;1757;p35"/>
            <p:cNvSpPr/>
            <p:nvPr/>
          </p:nvSpPr>
          <p:spPr>
            <a:xfrm>
              <a:off x="348984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4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4" name="Google Shape;1758;p35"/>
            <p:cNvSpPr/>
            <p:nvPr/>
          </p:nvSpPr>
          <p:spPr>
            <a:xfrm>
              <a:off x="314532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5" name="Google Shape;1759;p35"/>
            <p:cNvSpPr/>
            <p:nvPr/>
          </p:nvSpPr>
          <p:spPr>
            <a:xfrm>
              <a:off x="306000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2" h="2361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3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6" name="Google Shape;1760;p35"/>
            <p:cNvSpPr/>
            <p:nvPr/>
          </p:nvSpPr>
          <p:spPr>
            <a:xfrm>
              <a:off x="357516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2" y="489"/>
                    <a:pt x="7122" y="367"/>
                    <a:pt x="7082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7" name="Google Shape;1761;p35"/>
            <p:cNvSpPr/>
            <p:nvPr/>
          </p:nvSpPr>
          <p:spPr>
            <a:xfrm>
              <a:off x="2887560" y="4614480"/>
              <a:ext cx="142920" cy="46800"/>
            </a:xfrm>
            <a:custGeom>
              <a:avLst/>
              <a:gdLst>
                <a:gd name="textAreaLeft" fmla="*/ 0 w 142920"/>
                <a:gd name="textAreaRight" fmla="*/ 143280 w 14292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63" h="2361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82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40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122" y="489"/>
                    <a:pt x="7163" y="367"/>
                    <a:pt x="7082" y="204"/>
                  </a:cubicBezTo>
                  <a:cubicBezTo>
                    <a:pt x="7041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8" name="Google Shape;1762;p35"/>
            <p:cNvSpPr/>
            <p:nvPr/>
          </p:nvSpPr>
          <p:spPr>
            <a:xfrm>
              <a:off x="297360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59" name="Google Shape;1763;p35"/>
            <p:cNvSpPr/>
            <p:nvPr/>
          </p:nvSpPr>
          <p:spPr>
            <a:xfrm>
              <a:off x="3830760" y="4546800"/>
              <a:ext cx="142920" cy="46800"/>
            </a:xfrm>
            <a:custGeom>
              <a:avLst/>
              <a:gdLst>
                <a:gd name="textAreaLeft" fmla="*/ 0 w 142920"/>
                <a:gd name="textAreaRight" fmla="*/ 143280 w 14292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63" h="2362">
                  <a:moveTo>
                    <a:pt x="5820" y="693"/>
                  </a:moveTo>
                  <a:lnTo>
                    <a:pt x="4558" y="1669"/>
                  </a:lnTo>
                  <a:lnTo>
                    <a:pt x="1378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63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0" name="Google Shape;1764;p35"/>
            <p:cNvSpPr/>
            <p:nvPr/>
          </p:nvSpPr>
          <p:spPr>
            <a:xfrm>
              <a:off x="391464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1" name="Google Shape;1765;p35"/>
            <p:cNvSpPr/>
            <p:nvPr/>
          </p:nvSpPr>
          <p:spPr>
            <a:xfrm>
              <a:off x="3873240" y="451260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79" y="692"/>
                  </a:moveTo>
                  <a:lnTo>
                    <a:pt x="4558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2" name="Google Shape;1766;p35"/>
            <p:cNvSpPr/>
            <p:nvPr/>
          </p:nvSpPr>
          <p:spPr>
            <a:xfrm>
              <a:off x="280188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360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3" name="Google Shape;1767;p35"/>
            <p:cNvSpPr/>
            <p:nvPr/>
          </p:nvSpPr>
          <p:spPr>
            <a:xfrm>
              <a:off x="366156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4" name="Google Shape;1768;p35"/>
            <p:cNvSpPr/>
            <p:nvPr/>
          </p:nvSpPr>
          <p:spPr>
            <a:xfrm>
              <a:off x="374796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779" y="692"/>
                  </a:moveTo>
                  <a:lnTo>
                    <a:pt x="4517" y="1669"/>
                  </a:lnTo>
                  <a:lnTo>
                    <a:pt x="1337" y="1669"/>
                  </a:lnTo>
                  <a:lnTo>
                    <a:pt x="2564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22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5" name="Google Shape;1769;p35"/>
            <p:cNvSpPr/>
            <p:nvPr/>
          </p:nvSpPr>
          <p:spPr>
            <a:xfrm>
              <a:off x="378936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80" y="692"/>
                  </a:moveTo>
                  <a:lnTo>
                    <a:pt x="4559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6" name="Google Shape;1770;p35"/>
            <p:cNvSpPr/>
            <p:nvPr/>
          </p:nvSpPr>
          <p:spPr>
            <a:xfrm>
              <a:off x="2799720" y="454680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6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7" name="Google Shape;1771;p35"/>
            <p:cNvSpPr/>
            <p:nvPr/>
          </p:nvSpPr>
          <p:spPr>
            <a:xfrm>
              <a:off x="339948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8" name="Google Shape;1772;p35"/>
            <p:cNvSpPr/>
            <p:nvPr/>
          </p:nvSpPr>
          <p:spPr>
            <a:xfrm>
              <a:off x="348480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69" name="Google Shape;1773;p35"/>
            <p:cNvSpPr/>
            <p:nvPr/>
          </p:nvSpPr>
          <p:spPr>
            <a:xfrm>
              <a:off x="331308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0" name="Google Shape;1774;p35"/>
            <p:cNvSpPr/>
            <p:nvPr/>
          </p:nvSpPr>
          <p:spPr>
            <a:xfrm>
              <a:off x="357120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1" name="Google Shape;1775;p35"/>
            <p:cNvSpPr/>
            <p:nvPr/>
          </p:nvSpPr>
          <p:spPr>
            <a:xfrm>
              <a:off x="374292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2" name="Google Shape;1776;p35"/>
            <p:cNvSpPr/>
            <p:nvPr/>
          </p:nvSpPr>
          <p:spPr>
            <a:xfrm>
              <a:off x="365652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3" name="Google Shape;1777;p35"/>
            <p:cNvSpPr/>
            <p:nvPr/>
          </p:nvSpPr>
          <p:spPr>
            <a:xfrm>
              <a:off x="322704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4" name="Google Shape;1778;p35"/>
            <p:cNvSpPr/>
            <p:nvPr/>
          </p:nvSpPr>
          <p:spPr>
            <a:xfrm>
              <a:off x="2757960" y="4580280"/>
              <a:ext cx="142200" cy="47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23" h="2402">
                  <a:moveTo>
                    <a:pt x="5764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5" name="Google Shape;1779;p35"/>
            <p:cNvSpPr/>
            <p:nvPr/>
          </p:nvSpPr>
          <p:spPr>
            <a:xfrm>
              <a:off x="2841120" y="4512600"/>
              <a:ext cx="142920" cy="47520"/>
            </a:xfrm>
            <a:custGeom>
              <a:avLst/>
              <a:gdLst>
                <a:gd name="textAreaLeft" fmla="*/ 0 w 142920"/>
                <a:gd name="textAreaRight" fmla="*/ 143280 w 1429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7164" h="2402">
                  <a:moveTo>
                    <a:pt x="5805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82" y="1872"/>
                    <a:pt x="0" y="2035"/>
                    <a:pt x="82" y="2157"/>
                  </a:cubicBezTo>
                  <a:cubicBezTo>
                    <a:pt x="123" y="2279"/>
                    <a:pt x="245" y="2402"/>
                    <a:pt x="40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63" y="367"/>
                    <a:pt x="7082" y="245"/>
                  </a:cubicBezTo>
                  <a:cubicBezTo>
                    <a:pt x="7041" y="122"/>
                    <a:pt x="6919" y="0"/>
                    <a:pt x="679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760" bIns="23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6" name="Google Shape;1780;p35"/>
            <p:cNvSpPr/>
            <p:nvPr/>
          </p:nvSpPr>
          <p:spPr>
            <a:xfrm>
              <a:off x="382932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7" name="Google Shape;1781;p35"/>
            <p:cNvSpPr/>
            <p:nvPr/>
          </p:nvSpPr>
          <p:spPr>
            <a:xfrm>
              <a:off x="2715840" y="461448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1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8" name="Google Shape;1782;p35"/>
            <p:cNvSpPr/>
            <p:nvPr/>
          </p:nvSpPr>
          <p:spPr>
            <a:xfrm>
              <a:off x="288324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6" y="693"/>
                  </a:moveTo>
                  <a:lnTo>
                    <a:pt x="4559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79" name="Google Shape;1783;p35"/>
            <p:cNvSpPr/>
            <p:nvPr/>
          </p:nvSpPr>
          <p:spPr>
            <a:xfrm>
              <a:off x="305496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0" name="Google Shape;1784;p35"/>
            <p:cNvSpPr/>
            <p:nvPr/>
          </p:nvSpPr>
          <p:spPr>
            <a:xfrm>
              <a:off x="2968920" y="4479120"/>
              <a:ext cx="142920" cy="46800"/>
            </a:xfrm>
            <a:custGeom>
              <a:avLst/>
              <a:gdLst>
                <a:gd name="textAreaLeft" fmla="*/ 0 w 142920"/>
                <a:gd name="textAreaRight" fmla="*/ 143280 w 14292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64" h="2362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8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408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123" y="489"/>
                    <a:pt x="7164" y="367"/>
                    <a:pt x="7082" y="204"/>
                  </a:cubicBezTo>
                  <a:cubicBezTo>
                    <a:pt x="7042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1" name="Google Shape;1785;p35"/>
            <p:cNvSpPr/>
            <p:nvPr/>
          </p:nvSpPr>
          <p:spPr>
            <a:xfrm>
              <a:off x="3141360" y="4479120"/>
              <a:ext cx="142200" cy="4680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46800"/>
                <a:gd name="textAreaBottom" fmla="*/ 47160 h 46800"/>
              </a:gdLst>
              <a:ahLst/>
              <a:rect l="textAreaLeft" t="textAreaTop" r="textAreaRight" b="textAreaBottom"/>
              <a:pathLst>
                <a:path w="7123" h="2362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400" bIns="23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2" name="Google Shape;1786;p35"/>
            <p:cNvSpPr/>
            <p:nvPr/>
          </p:nvSpPr>
          <p:spPr>
            <a:xfrm>
              <a:off x="3760920" y="4352400"/>
              <a:ext cx="525600" cy="58320"/>
            </a:xfrm>
            <a:custGeom>
              <a:avLst/>
              <a:gdLst>
                <a:gd name="textAreaLeft" fmla="*/ 0 w 525600"/>
                <a:gd name="textAreaRight" fmla="*/ 525960 w 525600"/>
                <a:gd name="textAreaTop" fmla="*/ 0 h 58320"/>
                <a:gd name="textAreaBottom" fmla="*/ 58680 h 58320"/>
              </a:gdLst>
              <a:ahLst/>
              <a:rect l="textAreaLeft" t="textAreaTop" r="textAreaRight" b="textAreaBottom"/>
              <a:pathLst>
                <a:path w="26291" h="2931">
                  <a:moveTo>
                    <a:pt x="5087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2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5" y="2890"/>
                    <a:pt x="23116" y="2849"/>
                  </a:cubicBezTo>
                  <a:lnTo>
                    <a:pt x="26006" y="651"/>
                  </a:lnTo>
                  <a:cubicBezTo>
                    <a:pt x="26290" y="448"/>
                    <a:pt x="26128" y="0"/>
                    <a:pt x="2580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9160" bIns="29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3" name="Google Shape;1787;p35"/>
            <p:cNvSpPr/>
            <p:nvPr/>
          </p:nvSpPr>
          <p:spPr>
            <a:xfrm>
              <a:off x="3756600" y="4345560"/>
              <a:ext cx="533520" cy="71280"/>
            </a:xfrm>
            <a:custGeom>
              <a:avLst/>
              <a:gdLst>
                <a:gd name="textAreaLeft" fmla="*/ 0 w 533520"/>
                <a:gd name="textAreaRight" fmla="*/ 533880 w 533520"/>
                <a:gd name="textAreaTop" fmla="*/ 0 h 71280"/>
                <a:gd name="textAreaBottom" fmla="*/ 71640 h 71280"/>
              </a:gdLst>
              <a:ahLst/>
              <a:rect l="textAreaLeft" t="textAreaTop" r="textAreaRight" b="textAreaBottom"/>
              <a:pathLst>
                <a:path w="26698" h="3582">
                  <a:moveTo>
                    <a:pt x="26006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47" y="41"/>
                  </a:lnTo>
                  <a:lnTo>
                    <a:pt x="5006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1" y="3256"/>
                    <a:pt x="163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79" y="3582"/>
                    <a:pt x="23442" y="3541"/>
                    <a:pt x="23524" y="3460"/>
                  </a:cubicBezTo>
                  <a:lnTo>
                    <a:pt x="23564" y="3460"/>
                  </a:ln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7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5640" bIns="356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4" name="Google Shape;1788;p35"/>
            <p:cNvSpPr/>
            <p:nvPr/>
          </p:nvSpPr>
          <p:spPr>
            <a:xfrm>
              <a:off x="4005000" y="4072320"/>
              <a:ext cx="81720" cy="313920"/>
            </a:xfrm>
            <a:custGeom>
              <a:avLst/>
              <a:gdLst>
                <a:gd name="textAreaLeft" fmla="*/ 0 w 81720"/>
                <a:gd name="textAreaRight" fmla="*/ 82080 w 81720"/>
                <a:gd name="textAreaTop" fmla="*/ 0 h 313920"/>
                <a:gd name="textAreaBottom" fmla="*/ 314280 h 313920"/>
              </a:gdLst>
              <a:ahLst/>
              <a:rect l="textAreaLeft" t="textAreaTop" r="textAreaRight" b="textAreaBottom"/>
              <a:pathLst>
                <a:path w="4111" h="15710">
                  <a:moveTo>
                    <a:pt x="0" y="0"/>
                  </a:moveTo>
                  <a:lnTo>
                    <a:pt x="0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5" name="Google Shape;1789;p35"/>
            <p:cNvSpPr/>
            <p:nvPr/>
          </p:nvSpPr>
          <p:spPr>
            <a:xfrm>
              <a:off x="3998520" y="4064760"/>
              <a:ext cx="95760" cy="32760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327600"/>
                <a:gd name="textAreaBottom" fmla="*/ 327960 h 327600"/>
              </a:gdLst>
              <a:ahLst/>
              <a:rect l="textAreaLeft" t="textAreaTop" r="textAreaRight" b="textAreaBottom"/>
              <a:pathLst>
                <a:path w="4803" h="16402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1" y="16239"/>
                    <a:pt x="82" y="16320"/>
                  </a:cubicBezTo>
                  <a:cubicBezTo>
                    <a:pt x="164" y="16361"/>
                    <a:pt x="245" y="16402"/>
                    <a:pt x="326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2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2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6" name="Google Shape;1790;p35"/>
            <p:cNvSpPr/>
            <p:nvPr/>
          </p:nvSpPr>
          <p:spPr>
            <a:xfrm>
              <a:off x="3992040" y="4072320"/>
              <a:ext cx="108000" cy="227520"/>
            </a:xfrm>
            <a:custGeom>
              <a:avLst/>
              <a:gdLst>
                <a:gd name="textAreaLeft" fmla="*/ 0 w 108000"/>
                <a:gd name="textAreaRight" fmla="*/ 108360 w 108000"/>
                <a:gd name="textAreaTop" fmla="*/ 0 h 227520"/>
                <a:gd name="textAreaBottom" fmla="*/ 227880 h 227520"/>
              </a:gdLst>
              <a:ahLst/>
              <a:rect l="textAreaLeft" t="textAreaTop" r="textAreaRight" b="textAreaBottom"/>
              <a:pathLst>
                <a:path w="5413" h="11396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7" name="Google Shape;1791;p35"/>
            <p:cNvSpPr/>
            <p:nvPr/>
          </p:nvSpPr>
          <p:spPr>
            <a:xfrm>
              <a:off x="3985560" y="4064760"/>
              <a:ext cx="121680" cy="241560"/>
            </a:xfrm>
            <a:custGeom>
              <a:avLst/>
              <a:gdLst>
                <a:gd name="textAreaLeft" fmla="*/ 0 w 121680"/>
                <a:gd name="textAreaRight" fmla="*/ 122040 w 121680"/>
                <a:gd name="textAreaTop" fmla="*/ 0 h 241560"/>
                <a:gd name="textAreaBottom" fmla="*/ 241920 h 241560"/>
              </a:gdLst>
              <a:ahLst/>
              <a:rect l="textAreaLeft" t="textAreaTop" r="textAreaRight" b="textAreaBottom"/>
              <a:pathLst>
                <a:path w="6106" h="12088">
                  <a:moveTo>
                    <a:pt x="5413" y="693"/>
                  </a:moveTo>
                  <a:lnTo>
                    <a:pt x="5413" y="11437"/>
                  </a:lnTo>
                  <a:lnTo>
                    <a:pt x="652" y="11437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3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1" y="11925"/>
                    <a:pt x="82" y="12007"/>
                  </a:cubicBezTo>
                  <a:cubicBezTo>
                    <a:pt x="163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20" y="12088"/>
                    <a:pt x="5942" y="12088"/>
                    <a:pt x="5983" y="12007"/>
                  </a:cubicBezTo>
                  <a:cubicBezTo>
                    <a:pt x="6064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4" y="164"/>
                    <a:pt x="5983" y="123"/>
                  </a:cubicBezTo>
                  <a:cubicBezTo>
                    <a:pt x="5942" y="42"/>
                    <a:pt x="5820" y="1"/>
                    <a:pt x="5739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8" name="Google Shape;1792;p35"/>
            <p:cNvSpPr/>
            <p:nvPr/>
          </p:nvSpPr>
          <p:spPr>
            <a:xfrm>
              <a:off x="3383280" y="3026160"/>
              <a:ext cx="1365480" cy="1068480"/>
            </a:xfrm>
            <a:custGeom>
              <a:avLst/>
              <a:gdLst>
                <a:gd name="textAreaLeft" fmla="*/ 0 w 1365480"/>
                <a:gd name="textAreaRight" fmla="*/ 1365840 w 1365480"/>
                <a:gd name="textAreaTop" fmla="*/ 0 h 1068480"/>
                <a:gd name="textAreaBottom" fmla="*/ 1068840 h 1068480"/>
              </a:gdLst>
              <a:ahLst/>
              <a:rect l="textAreaLeft" t="textAreaTop" r="textAreaRight" b="textAreaBottom"/>
              <a:pathLst>
                <a:path w="68291" h="53436">
                  <a:moveTo>
                    <a:pt x="1" y="0"/>
                  </a:moveTo>
                  <a:lnTo>
                    <a:pt x="1" y="53436"/>
                  </a:lnTo>
                  <a:lnTo>
                    <a:pt x="68290" y="53436"/>
                  </a:lnTo>
                  <a:lnTo>
                    <a:pt x="6829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89" name="Google Shape;1793;p35"/>
            <p:cNvSpPr/>
            <p:nvPr/>
          </p:nvSpPr>
          <p:spPr>
            <a:xfrm>
              <a:off x="3375720" y="3019680"/>
              <a:ext cx="1379160" cy="1081440"/>
            </a:xfrm>
            <a:custGeom>
              <a:avLst/>
              <a:gdLst>
                <a:gd name="textAreaLeft" fmla="*/ 0 w 1379160"/>
                <a:gd name="textAreaRight" fmla="*/ 1379520 w 1379160"/>
                <a:gd name="textAreaTop" fmla="*/ 0 h 1081440"/>
                <a:gd name="textAreaBottom" fmla="*/ 1081800 h 1081440"/>
              </a:gdLst>
              <a:ahLst/>
              <a:rect l="textAreaLeft" t="textAreaTop" r="textAreaRight" b="textAreaBottom"/>
              <a:pathLst>
                <a:path w="68982" h="54088">
                  <a:moveTo>
                    <a:pt x="68290" y="693"/>
                  </a:moveTo>
                  <a:lnTo>
                    <a:pt x="68290" y="53395"/>
                  </a:lnTo>
                  <a:lnTo>
                    <a:pt x="692" y="53395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1"/>
                    <a:pt x="123" y="82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53762"/>
                  </a:lnTo>
                  <a:cubicBezTo>
                    <a:pt x="0" y="53843"/>
                    <a:pt x="41" y="53924"/>
                    <a:pt x="123" y="54006"/>
                  </a:cubicBezTo>
                  <a:cubicBezTo>
                    <a:pt x="163" y="54047"/>
                    <a:pt x="245" y="54087"/>
                    <a:pt x="367" y="54087"/>
                  </a:cubicBezTo>
                  <a:lnTo>
                    <a:pt x="68656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1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1" y="163"/>
                    <a:pt x="68901" y="82"/>
                  </a:cubicBezTo>
                  <a:cubicBezTo>
                    <a:pt x="68819" y="41"/>
                    <a:pt x="68738" y="1"/>
                    <a:pt x="686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0" name="Google Shape;1794;p35"/>
            <p:cNvSpPr/>
            <p:nvPr/>
          </p:nvSpPr>
          <p:spPr>
            <a:xfrm>
              <a:off x="3455640" y="3083400"/>
              <a:ext cx="1219680" cy="954360"/>
            </a:xfrm>
            <a:custGeom>
              <a:avLst/>
              <a:gdLst>
                <a:gd name="textAreaLeft" fmla="*/ 0 w 1219680"/>
                <a:gd name="textAreaRight" fmla="*/ 1220040 w 1219680"/>
                <a:gd name="textAreaTop" fmla="*/ 0 h 954360"/>
                <a:gd name="textAreaBottom" fmla="*/ 954720 h 954360"/>
              </a:gdLst>
              <a:ahLst/>
              <a:rect l="textAreaLeft" t="textAreaTop" r="textAreaRight" b="textAreaBottom"/>
              <a:pathLst>
                <a:path w="61006" h="47738">
                  <a:moveTo>
                    <a:pt x="1" y="0"/>
                  </a:moveTo>
                  <a:lnTo>
                    <a:pt x="1" y="47738"/>
                  </a:lnTo>
                  <a:lnTo>
                    <a:pt x="61006" y="47738"/>
                  </a:lnTo>
                  <a:lnTo>
                    <a:pt x="61006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1" name="Google Shape;1795;p35"/>
            <p:cNvSpPr/>
            <p:nvPr/>
          </p:nvSpPr>
          <p:spPr>
            <a:xfrm>
              <a:off x="3449160" y="3076920"/>
              <a:ext cx="1232640" cy="967320"/>
            </a:xfrm>
            <a:custGeom>
              <a:avLst/>
              <a:gdLst>
                <a:gd name="textAreaLeft" fmla="*/ 0 w 1232640"/>
                <a:gd name="textAreaRight" fmla="*/ 1233000 w 1232640"/>
                <a:gd name="textAreaTop" fmla="*/ 0 h 967320"/>
                <a:gd name="textAreaBottom" fmla="*/ 967680 h 967320"/>
              </a:gdLst>
              <a:ahLst/>
              <a:rect l="textAreaLeft" t="textAreaTop" r="textAreaRight" b="textAreaBottom"/>
              <a:pathLst>
                <a:path w="61657" h="4839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4" y="0"/>
                    <a:pt x="163" y="41"/>
                    <a:pt x="122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2" y="48267"/>
                  </a:cubicBezTo>
                  <a:cubicBezTo>
                    <a:pt x="163" y="48349"/>
                    <a:pt x="244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3" y="48349"/>
                    <a:pt x="61575" y="48267"/>
                  </a:cubicBezTo>
                  <a:cubicBezTo>
                    <a:pt x="61616" y="48227"/>
                    <a:pt x="61656" y="48145"/>
                    <a:pt x="61656" y="48064"/>
                  </a:cubicBezTo>
                  <a:lnTo>
                    <a:pt x="61656" y="326"/>
                  </a:lnTo>
                  <a:cubicBezTo>
                    <a:pt x="61656" y="245"/>
                    <a:pt x="61616" y="163"/>
                    <a:pt x="61575" y="123"/>
                  </a:cubicBezTo>
                  <a:cubicBezTo>
                    <a:pt x="61493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2" name="Google Shape;1796;p35"/>
            <p:cNvSpPr/>
            <p:nvPr/>
          </p:nvSpPr>
          <p:spPr>
            <a:xfrm>
              <a:off x="3533040" y="313200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6" h="13431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3" y="856"/>
                  </a:lnTo>
                  <a:cubicBezTo>
                    <a:pt x="2157" y="856"/>
                    <a:pt x="2320" y="693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89"/>
                  </a:cubicBezTo>
                  <a:cubicBezTo>
                    <a:pt x="9157" y="733"/>
                    <a:pt x="932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80"/>
                  </a:cubicBezTo>
                  <a:cubicBezTo>
                    <a:pt x="2320" y="2036"/>
                    <a:pt x="2157" y="1873"/>
                    <a:pt x="1953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74"/>
                    <a:pt x="2320" y="4071"/>
                  </a:cubicBezTo>
                  <a:cubicBezTo>
                    <a:pt x="2320" y="3867"/>
                    <a:pt x="2157" y="3664"/>
                    <a:pt x="1953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20" y="3623"/>
                    <a:pt x="9157" y="3826"/>
                    <a:pt x="9157" y="4071"/>
                  </a:cubicBezTo>
                  <a:cubicBezTo>
                    <a:pt x="9157" y="4315"/>
                    <a:pt x="932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3" y="6228"/>
                  </a:lnTo>
                  <a:cubicBezTo>
                    <a:pt x="2157" y="6228"/>
                    <a:pt x="2320" y="6065"/>
                    <a:pt x="2320" y="5861"/>
                  </a:cubicBezTo>
                  <a:cubicBezTo>
                    <a:pt x="2320" y="5658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3" y="8059"/>
                  </a:lnTo>
                  <a:cubicBezTo>
                    <a:pt x="2157" y="8059"/>
                    <a:pt x="2320" y="7855"/>
                    <a:pt x="2320" y="7652"/>
                  </a:cubicBezTo>
                  <a:cubicBezTo>
                    <a:pt x="2320" y="7448"/>
                    <a:pt x="2157" y="7286"/>
                    <a:pt x="1953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7" y="9687"/>
                    <a:pt x="14651" y="9483"/>
                    <a:pt x="14651" y="9239"/>
                  </a:cubicBezTo>
                  <a:cubicBezTo>
                    <a:pt x="14651" y="8995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0" y="9687"/>
                    <a:pt x="15994" y="9483"/>
                    <a:pt x="15994" y="9239"/>
                  </a:cubicBezTo>
                  <a:cubicBezTo>
                    <a:pt x="15994" y="8995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3" y="9687"/>
                    <a:pt x="17337" y="9483"/>
                    <a:pt x="17337" y="9239"/>
                  </a:cubicBezTo>
                  <a:cubicBezTo>
                    <a:pt x="17337" y="8995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6" y="9687"/>
                    <a:pt x="18680" y="9483"/>
                    <a:pt x="18680" y="9239"/>
                  </a:cubicBezTo>
                  <a:cubicBezTo>
                    <a:pt x="18680" y="8995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19" y="9687"/>
                    <a:pt x="20023" y="9483"/>
                    <a:pt x="20023" y="9239"/>
                  </a:cubicBezTo>
                  <a:cubicBezTo>
                    <a:pt x="20023" y="8995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2" y="9687"/>
                    <a:pt x="21366" y="9483"/>
                    <a:pt x="21366" y="9239"/>
                  </a:cubicBezTo>
                  <a:cubicBezTo>
                    <a:pt x="21366" y="8995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3" y="9850"/>
                  </a:lnTo>
                  <a:cubicBezTo>
                    <a:pt x="2157" y="9850"/>
                    <a:pt x="2320" y="9646"/>
                    <a:pt x="2320" y="9443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28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8"/>
                    <a:pt x="2320" y="11233"/>
                  </a:cubicBezTo>
                  <a:cubicBezTo>
                    <a:pt x="2320" y="11030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7" y="13390"/>
                    <a:pt x="14651" y="13187"/>
                    <a:pt x="14651" y="12943"/>
                  </a:cubicBezTo>
                  <a:cubicBezTo>
                    <a:pt x="14651" y="12698"/>
                    <a:pt x="14447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0" y="13390"/>
                    <a:pt x="15994" y="13187"/>
                    <a:pt x="15994" y="12943"/>
                  </a:cubicBezTo>
                  <a:cubicBezTo>
                    <a:pt x="15994" y="12698"/>
                    <a:pt x="15790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3" y="13390"/>
                    <a:pt x="17337" y="13187"/>
                    <a:pt x="17337" y="12943"/>
                  </a:cubicBezTo>
                  <a:cubicBezTo>
                    <a:pt x="17337" y="12698"/>
                    <a:pt x="17133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6" y="13390"/>
                    <a:pt x="18680" y="13187"/>
                    <a:pt x="18680" y="12943"/>
                  </a:cubicBezTo>
                  <a:cubicBezTo>
                    <a:pt x="18680" y="12698"/>
                    <a:pt x="18476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19" y="13390"/>
                    <a:pt x="20023" y="13187"/>
                    <a:pt x="20023" y="12943"/>
                  </a:cubicBezTo>
                  <a:cubicBezTo>
                    <a:pt x="20023" y="12698"/>
                    <a:pt x="19819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2" y="13390"/>
                    <a:pt x="21366" y="13187"/>
                    <a:pt x="21366" y="12943"/>
                  </a:cubicBezTo>
                  <a:cubicBezTo>
                    <a:pt x="21366" y="12698"/>
                    <a:pt x="21162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3" y="13431"/>
                  </a:lnTo>
                  <a:cubicBezTo>
                    <a:pt x="2157" y="13431"/>
                    <a:pt x="2320" y="13268"/>
                    <a:pt x="2320" y="13065"/>
                  </a:cubicBezTo>
                  <a:cubicBezTo>
                    <a:pt x="2320" y="12821"/>
                    <a:pt x="2157" y="12658"/>
                    <a:pt x="1953" y="12658"/>
                  </a:cubicBezTo>
                  <a:close/>
                  <a:moveTo>
                    <a:pt x="8628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28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3" name="Google Shape;1797;p35"/>
            <p:cNvSpPr/>
            <p:nvPr/>
          </p:nvSpPr>
          <p:spPr>
            <a:xfrm>
              <a:off x="3533040" y="3420360"/>
              <a:ext cx="426960" cy="26748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7480"/>
                <a:gd name="textAreaBottom" fmla="*/ 267840 h 267480"/>
              </a:gdLst>
              <a:ahLst/>
              <a:rect l="textAreaLeft" t="textAreaTop" r="textAreaRight" b="textAreaBottom"/>
              <a:pathLst>
                <a:path w="21366" h="13391">
                  <a:moveTo>
                    <a:pt x="366" y="41"/>
                  </a:moveTo>
                  <a:cubicBezTo>
                    <a:pt x="163" y="41"/>
                    <a:pt x="0" y="204"/>
                    <a:pt x="0" y="448"/>
                  </a:cubicBezTo>
                  <a:cubicBezTo>
                    <a:pt x="0" y="652"/>
                    <a:pt x="163" y="815"/>
                    <a:pt x="366" y="815"/>
                  </a:cubicBezTo>
                  <a:lnTo>
                    <a:pt x="1953" y="815"/>
                  </a:lnTo>
                  <a:cubicBezTo>
                    <a:pt x="2157" y="815"/>
                    <a:pt x="2320" y="652"/>
                    <a:pt x="2320" y="448"/>
                  </a:cubicBezTo>
                  <a:cubicBezTo>
                    <a:pt x="2320" y="204"/>
                    <a:pt x="2157" y="41"/>
                    <a:pt x="1953" y="41"/>
                  </a:cubicBezTo>
                  <a:close/>
                  <a:moveTo>
                    <a:pt x="3703" y="41"/>
                  </a:moveTo>
                  <a:cubicBezTo>
                    <a:pt x="3500" y="41"/>
                    <a:pt x="3337" y="204"/>
                    <a:pt x="3337" y="448"/>
                  </a:cubicBezTo>
                  <a:cubicBezTo>
                    <a:pt x="3337" y="652"/>
                    <a:pt x="3500" y="815"/>
                    <a:pt x="3703" y="815"/>
                  </a:cubicBezTo>
                  <a:lnTo>
                    <a:pt x="7814" y="815"/>
                  </a:lnTo>
                  <a:cubicBezTo>
                    <a:pt x="8058" y="815"/>
                    <a:pt x="8221" y="652"/>
                    <a:pt x="8221" y="448"/>
                  </a:cubicBezTo>
                  <a:cubicBezTo>
                    <a:pt x="8221" y="204"/>
                    <a:pt x="8058" y="41"/>
                    <a:pt x="7814" y="41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48"/>
                  </a:cubicBezTo>
                  <a:cubicBezTo>
                    <a:pt x="9157" y="693"/>
                    <a:pt x="9320" y="896"/>
                    <a:pt x="9605" y="896"/>
                  </a:cubicBezTo>
                  <a:cubicBezTo>
                    <a:pt x="9849" y="896"/>
                    <a:pt x="10052" y="693"/>
                    <a:pt x="10052" y="448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48"/>
                  </a:cubicBezTo>
                  <a:cubicBezTo>
                    <a:pt x="10500" y="693"/>
                    <a:pt x="10703" y="896"/>
                    <a:pt x="10948" y="896"/>
                  </a:cubicBezTo>
                  <a:cubicBezTo>
                    <a:pt x="11192" y="896"/>
                    <a:pt x="11395" y="693"/>
                    <a:pt x="11395" y="448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48"/>
                  </a:cubicBezTo>
                  <a:cubicBezTo>
                    <a:pt x="11843" y="693"/>
                    <a:pt x="12046" y="896"/>
                    <a:pt x="12291" y="896"/>
                  </a:cubicBezTo>
                  <a:cubicBezTo>
                    <a:pt x="12535" y="896"/>
                    <a:pt x="12738" y="693"/>
                    <a:pt x="12738" y="448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48"/>
                  </a:cubicBezTo>
                  <a:cubicBezTo>
                    <a:pt x="13186" y="693"/>
                    <a:pt x="13389" y="896"/>
                    <a:pt x="13634" y="896"/>
                  </a:cubicBezTo>
                  <a:cubicBezTo>
                    <a:pt x="13878" y="896"/>
                    <a:pt x="14081" y="693"/>
                    <a:pt x="14081" y="448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48"/>
                  </a:cubicBezTo>
                  <a:cubicBezTo>
                    <a:pt x="14529" y="693"/>
                    <a:pt x="14732" y="896"/>
                    <a:pt x="14977" y="896"/>
                  </a:cubicBezTo>
                  <a:cubicBezTo>
                    <a:pt x="15221" y="896"/>
                    <a:pt x="15424" y="693"/>
                    <a:pt x="15424" y="448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48"/>
                  </a:cubicBezTo>
                  <a:cubicBezTo>
                    <a:pt x="15872" y="693"/>
                    <a:pt x="16075" y="896"/>
                    <a:pt x="16320" y="896"/>
                  </a:cubicBezTo>
                  <a:cubicBezTo>
                    <a:pt x="16564" y="896"/>
                    <a:pt x="16767" y="693"/>
                    <a:pt x="16767" y="448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32"/>
                  </a:moveTo>
                  <a:cubicBezTo>
                    <a:pt x="163" y="1832"/>
                    <a:pt x="0" y="2036"/>
                    <a:pt x="0" y="2239"/>
                  </a:cubicBezTo>
                  <a:cubicBezTo>
                    <a:pt x="0" y="2443"/>
                    <a:pt x="163" y="2605"/>
                    <a:pt x="366" y="2605"/>
                  </a:cubicBezTo>
                  <a:lnTo>
                    <a:pt x="1953" y="2605"/>
                  </a:lnTo>
                  <a:cubicBezTo>
                    <a:pt x="2157" y="2605"/>
                    <a:pt x="2320" y="2443"/>
                    <a:pt x="2320" y="2239"/>
                  </a:cubicBezTo>
                  <a:cubicBezTo>
                    <a:pt x="2320" y="2036"/>
                    <a:pt x="2157" y="1832"/>
                    <a:pt x="1953" y="1832"/>
                  </a:cubicBezTo>
                  <a:close/>
                  <a:moveTo>
                    <a:pt x="3703" y="1832"/>
                  </a:moveTo>
                  <a:cubicBezTo>
                    <a:pt x="3500" y="1832"/>
                    <a:pt x="3337" y="2036"/>
                    <a:pt x="3337" y="2239"/>
                  </a:cubicBezTo>
                  <a:cubicBezTo>
                    <a:pt x="3337" y="2443"/>
                    <a:pt x="3500" y="2605"/>
                    <a:pt x="3703" y="2605"/>
                  </a:cubicBezTo>
                  <a:lnTo>
                    <a:pt x="7814" y="2605"/>
                  </a:lnTo>
                  <a:cubicBezTo>
                    <a:pt x="8058" y="2605"/>
                    <a:pt x="8221" y="2443"/>
                    <a:pt x="8221" y="2239"/>
                  </a:cubicBezTo>
                  <a:cubicBezTo>
                    <a:pt x="8221" y="2036"/>
                    <a:pt x="8058" y="1832"/>
                    <a:pt x="7814" y="183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30"/>
                  </a:cubicBezTo>
                  <a:cubicBezTo>
                    <a:pt x="0" y="4233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33"/>
                    <a:pt x="2320" y="4030"/>
                  </a:cubicBezTo>
                  <a:cubicBezTo>
                    <a:pt x="2320" y="3826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30"/>
                  </a:cubicBezTo>
                  <a:cubicBezTo>
                    <a:pt x="3337" y="4233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33"/>
                    <a:pt x="8221" y="403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582"/>
                  </a:moveTo>
                  <a:cubicBezTo>
                    <a:pt x="9320" y="3582"/>
                    <a:pt x="9157" y="3786"/>
                    <a:pt x="9157" y="4030"/>
                  </a:cubicBezTo>
                  <a:cubicBezTo>
                    <a:pt x="9157" y="4274"/>
                    <a:pt x="9320" y="4477"/>
                    <a:pt x="9605" y="4477"/>
                  </a:cubicBezTo>
                  <a:cubicBezTo>
                    <a:pt x="9849" y="4477"/>
                    <a:pt x="10052" y="4274"/>
                    <a:pt x="10052" y="4030"/>
                  </a:cubicBezTo>
                  <a:cubicBezTo>
                    <a:pt x="10052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3" y="3582"/>
                    <a:pt x="10500" y="3786"/>
                    <a:pt x="10500" y="4030"/>
                  </a:cubicBezTo>
                  <a:cubicBezTo>
                    <a:pt x="10500" y="4274"/>
                    <a:pt x="10703" y="4477"/>
                    <a:pt x="10948" y="4477"/>
                  </a:cubicBezTo>
                  <a:cubicBezTo>
                    <a:pt x="11192" y="4477"/>
                    <a:pt x="11395" y="4274"/>
                    <a:pt x="11395" y="4030"/>
                  </a:cubicBezTo>
                  <a:cubicBezTo>
                    <a:pt x="11395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6" y="3582"/>
                    <a:pt x="11843" y="3786"/>
                    <a:pt x="11843" y="4030"/>
                  </a:cubicBezTo>
                  <a:cubicBezTo>
                    <a:pt x="11843" y="4274"/>
                    <a:pt x="12046" y="4477"/>
                    <a:pt x="12291" y="4477"/>
                  </a:cubicBezTo>
                  <a:cubicBezTo>
                    <a:pt x="12535" y="4477"/>
                    <a:pt x="12738" y="4274"/>
                    <a:pt x="12738" y="4030"/>
                  </a:cubicBezTo>
                  <a:cubicBezTo>
                    <a:pt x="12738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89" y="3582"/>
                    <a:pt x="13186" y="3786"/>
                    <a:pt x="13186" y="4030"/>
                  </a:cubicBezTo>
                  <a:cubicBezTo>
                    <a:pt x="13186" y="4274"/>
                    <a:pt x="13389" y="4477"/>
                    <a:pt x="13634" y="4477"/>
                  </a:cubicBezTo>
                  <a:cubicBezTo>
                    <a:pt x="13878" y="4477"/>
                    <a:pt x="14081" y="4274"/>
                    <a:pt x="14081" y="4030"/>
                  </a:cubicBezTo>
                  <a:cubicBezTo>
                    <a:pt x="14081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2" y="3582"/>
                    <a:pt x="14529" y="3786"/>
                    <a:pt x="14529" y="4030"/>
                  </a:cubicBezTo>
                  <a:cubicBezTo>
                    <a:pt x="14529" y="4274"/>
                    <a:pt x="14732" y="4477"/>
                    <a:pt x="14977" y="4477"/>
                  </a:cubicBezTo>
                  <a:cubicBezTo>
                    <a:pt x="15221" y="4477"/>
                    <a:pt x="15424" y="4274"/>
                    <a:pt x="15424" y="4030"/>
                  </a:cubicBezTo>
                  <a:cubicBezTo>
                    <a:pt x="15424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5" y="3582"/>
                    <a:pt x="15872" y="3786"/>
                    <a:pt x="15872" y="4030"/>
                  </a:cubicBezTo>
                  <a:cubicBezTo>
                    <a:pt x="15872" y="4274"/>
                    <a:pt x="16075" y="4477"/>
                    <a:pt x="16320" y="4477"/>
                  </a:cubicBezTo>
                  <a:cubicBezTo>
                    <a:pt x="16564" y="4477"/>
                    <a:pt x="16767" y="4274"/>
                    <a:pt x="16767" y="4030"/>
                  </a:cubicBezTo>
                  <a:cubicBezTo>
                    <a:pt x="16767" y="3786"/>
                    <a:pt x="16564" y="3582"/>
                    <a:pt x="16320" y="358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20"/>
                  </a:cubicBezTo>
                  <a:cubicBezTo>
                    <a:pt x="0" y="602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24"/>
                    <a:pt x="2320" y="5820"/>
                  </a:cubicBezTo>
                  <a:cubicBezTo>
                    <a:pt x="2320" y="561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20"/>
                  </a:cubicBezTo>
                  <a:cubicBezTo>
                    <a:pt x="3337" y="602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24"/>
                    <a:pt x="8221" y="5820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6" y="7245"/>
                  </a:moveTo>
                  <a:cubicBezTo>
                    <a:pt x="163" y="7245"/>
                    <a:pt x="0" y="7408"/>
                    <a:pt x="0" y="761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3" y="8018"/>
                  </a:lnTo>
                  <a:cubicBezTo>
                    <a:pt x="2157" y="8018"/>
                    <a:pt x="2320" y="7855"/>
                    <a:pt x="2320" y="7611"/>
                  </a:cubicBezTo>
                  <a:cubicBezTo>
                    <a:pt x="2320" y="7408"/>
                    <a:pt x="2157" y="7245"/>
                    <a:pt x="1953" y="7245"/>
                  </a:cubicBezTo>
                  <a:close/>
                  <a:moveTo>
                    <a:pt x="3703" y="7245"/>
                  </a:moveTo>
                  <a:cubicBezTo>
                    <a:pt x="3500" y="7245"/>
                    <a:pt x="3337" y="7408"/>
                    <a:pt x="3337" y="761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11"/>
                  </a:cubicBezTo>
                  <a:cubicBezTo>
                    <a:pt x="8221" y="7408"/>
                    <a:pt x="8058" y="7245"/>
                    <a:pt x="7814" y="7245"/>
                  </a:cubicBezTo>
                  <a:close/>
                  <a:moveTo>
                    <a:pt x="14203" y="8751"/>
                  </a:moveTo>
                  <a:cubicBezTo>
                    <a:pt x="13959" y="8751"/>
                    <a:pt x="13756" y="8954"/>
                    <a:pt x="13756" y="9198"/>
                  </a:cubicBezTo>
                  <a:cubicBezTo>
                    <a:pt x="13756" y="9442"/>
                    <a:pt x="13959" y="9646"/>
                    <a:pt x="14203" y="9646"/>
                  </a:cubicBezTo>
                  <a:cubicBezTo>
                    <a:pt x="14447" y="9646"/>
                    <a:pt x="14651" y="9442"/>
                    <a:pt x="14651" y="9198"/>
                  </a:cubicBezTo>
                  <a:cubicBezTo>
                    <a:pt x="14651" y="8954"/>
                    <a:pt x="14447" y="8751"/>
                    <a:pt x="14203" y="8751"/>
                  </a:cubicBezTo>
                  <a:close/>
                  <a:moveTo>
                    <a:pt x="15546" y="8751"/>
                  </a:moveTo>
                  <a:cubicBezTo>
                    <a:pt x="15302" y="8751"/>
                    <a:pt x="15099" y="8954"/>
                    <a:pt x="15099" y="9198"/>
                  </a:cubicBezTo>
                  <a:cubicBezTo>
                    <a:pt x="15099" y="9442"/>
                    <a:pt x="15302" y="9646"/>
                    <a:pt x="15546" y="9646"/>
                  </a:cubicBezTo>
                  <a:cubicBezTo>
                    <a:pt x="15790" y="9646"/>
                    <a:pt x="15994" y="9442"/>
                    <a:pt x="15994" y="9198"/>
                  </a:cubicBezTo>
                  <a:cubicBezTo>
                    <a:pt x="15994" y="8954"/>
                    <a:pt x="15790" y="8751"/>
                    <a:pt x="15546" y="8751"/>
                  </a:cubicBezTo>
                  <a:close/>
                  <a:moveTo>
                    <a:pt x="16889" y="8751"/>
                  </a:moveTo>
                  <a:cubicBezTo>
                    <a:pt x="16645" y="8751"/>
                    <a:pt x="16442" y="8954"/>
                    <a:pt x="16442" y="9198"/>
                  </a:cubicBezTo>
                  <a:cubicBezTo>
                    <a:pt x="16442" y="9442"/>
                    <a:pt x="16645" y="9646"/>
                    <a:pt x="16889" y="9646"/>
                  </a:cubicBezTo>
                  <a:cubicBezTo>
                    <a:pt x="17133" y="9646"/>
                    <a:pt x="17337" y="9442"/>
                    <a:pt x="17337" y="9198"/>
                  </a:cubicBezTo>
                  <a:cubicBezTo>
                    <a:pt x="17337" y="8954"/>
                    <a:pt x="17133" y="8751"/>
                    <a:pt x="16889" y="8751"/>
                  </a:cubicBezTo>
                  <a:close/>
                  <a:moveTo>
                    <a:pt x="18232" y="8751"/>
                  </a:moveTo>
                  <a:cubicBezTo>
                    <a:pt x="17988" y="8751"/>
                    <a:pt x="17785" y="8954"/>
                    <a:pt x="17785" y="9198"/>
                  </a:cubicBezTo>
                  <a:cubicBezTo>
                    <a:pt x="17785" y="9442"/>
                    <a:pt x="17988" y="9646"/>
                    <a:pt x="18232" y="9646"/>
                  </a:cubicBezTo>
                  <a:cubicBezTo>
                    <a:pt x="18476" y="9646"/>
                    <a:pt x="18680" y="9442"/>
                    <a:pt x="18680" y="9198"/>
                  </a:cubicBezTo>
                  <a:cubicBezTo>
                    <a:pt x="18680" y="8954"/>
                    <a:pt x="18476" y="8751"/>
                    <a:pt x="18232" y="8751"/>
                  </a:cubicBezTo>
                  <a:close/>
                  <a:moveTo>
                    <a:pt x="19575" y="8751"/>
                  </a:moveTo>
                  <a:cubicBezTo>
                    <a:pt x="19331" y="8751"/>
                    <a:pt x="19128" y="8954"/>
                    <a:pt x="19128" y="9198"/>
                  </a:cubicBezTo>
                  <a:cubicBezTo>
                    <a:pt x="19128" y="9442"/>
                    <a:pt x="19331" y="9646"/>
                    <a:pt x="19575" y="9646"/>
                  </a:cubicBezTo>
                  <a:cubicBezTo>
                    <a:pt x="19819" y="9646"/>
                    <a:pt x="20023" y="9442"/>
                    <a:pt x="20023" y="9198"/>
                  </a:cubicBezTo>
                  <a:cubicBezTo>
                    <a:pt x="20023" y="8954"/>
                    <a:pt x="19819" y="8751"/>
                    <a:pt x="19575" y="8751"/>
                  </a:cubicBezTo>
                  <a:close/>
                  <a:moveTo>
                    <a:pt x="20918" y="8751"/>
                  </a:moveTo>
                  <a:cubicBezTo>
                    <a:pt x="20674" y="8751"/>
                    <a:pt x="20471" y="8954"/>
                    <a:pt x="20471" y="9198"/>
                  </a:cubicBezTo>
                  <a:cubicBezTo>
                    <a:pt x="20471" y="9442"/>
                    <a:pt x="20674" y="9646"/>
                    <a:pt x="20918" y="9646"/>
                  </a:cubicBezTo>
                  <a:cubicBezTo>
                    <a:pt x="21162" y="9646"/>
                    <a:pt x="21366" y="9442"/>
                    <a:pt x="21366" y="9198"/>
                  </a:cubicBezTo>
                  <a:cubicBezTo>
                    <a:pt x="21366" y="8954"/>
                    <a:pt x="21162" y="8751"/>
                    <a:pt x="20918" y="8751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198"/>
                    <a:pt x="0" y="9402"/>
                  </a:cubicBezTo>
                  <a:cubicBezTo>
                    <a:pt x="0" y="9646"/>
                    <a:pt x="163" y="9809"/>
                    <a:pt x="366" y="9809"/>
                  </a:cubicBezTo>
                  <a:lnTo>
                    <a:pt x="1953" y="9809"/>
                  </a:lnTo>
                  <a:cubicBezTo>
                    <a:pt x="2157" y="9809"/>
                    <a:pt x="2320" y="9646"/>
                    <a:pt x="2320" y="9402"/>
                  </a:cubicBezTo>
                  <a:cubicBezTo>
                    <a:pt x="2320" y="9198"/>
                    <a:pt x="2157" y="9035"/>
                    <a:pt x="1953" y="9035"/>
                  </a:cubicBezTo>
                  <a:close/>
                  <a:moveTo>
                    <a:pt x="8628" y="9035"/>
                  </a:moveTo>
                  <a:cubicBezTo>
                    <a:pt x="8424" y="9035"/>
                    <a:pt x="8262" y="9198"/>
                    <a:pt x="8262" y="9402"/>
                  </a:cubicBezTo>
                  <a:cubicBezTo>
                    <a:pt x="8262" y="9646"/>
                    <a:pt x="8424" y="9809"/>
                    <a:pt x="8628" y="9809"/>
                  </a:cubicBezTo>
                  <a:lnTo>
                    <a:pt x="12779" y="9809"/>
                  </a:lnTo>
                  <a:cubicBezTo>
                    <a:pt x="12982" y="9809"/>
                    <a:pt x="13145" y="9646"/>
                    <a:pt x="13145" y="9402"/>
                  </a:cubicBezTo>
                  <a:cubicBezTo>
                    <a:pt x="13145" y="9198"/>
                    <a:pt x="12982" y="9035"/>
                    <a:pt x="12779" y="9035"/>
                  </a:cubicBezTo>
                  <a:close/>
                  <a:moveTo>
                    <a:pt x="366" y="10826"/>
                  </a:moveTo>
                  <a:cubicBezTo>
                    <a:pt x="163" y="10826"/>
                    <a:pt x="0" y="10989"/>
                    <a:pt x="0" y="11233"/>
                  </a:cubicBezTo>
                  <a:cubicBezTo>
                    <a:pt x="0" y="11437"/>
                    <a:pt x="163" y="11599"/>
                    <a:pt x="366" y="11599"/>
                  </a:cubicBezTo>
                  <a:lnTo>
                    <a:pt x="1953" y="11599"/>
                  </a:lnTo>
                  <a:cubicBezTo>
                    <a:pt x="2157" y="11599"/>
                    <a:pt x="2320" y="11437"/>
                    <a:pt x="2320" y="11233"/>
                  </a:cubicBezTo>
                  <a:cubicBezTo>
                    <a:pt x="2320" y="10989"/>
                    <a:pt x="2157" y="10826"/>
                    <a:pt x="1953" y="10826"/>
                  </a:cubicBezTo>
                  <a:close/>
                  <a:moveTo>
                    <a:pt x="8628" y="10826"/>
                  </a:moveTo>
                  <a:cubicBezTo>
                    <a:pt x="8424" y="10826"/>
                    <a:pt x="8262" y="10989"/>
                    <a:pt x="8262" y="11233"/>
                  </a:cubicBezTo>
                  <a:cubicBezTo>
                    <a:pt x="8262" y="11437"/>
                    <a:pt x="8424" y="11599"/>
                    <a:pt x="8628" y="11599"/>
                  </a:cubicBezTo>
                  <a:lnTo>
                    <a:pt x="12779" y="11599"/>
                  </a:lnTo>
                  <a:cubicBezTo>
                    <a:pt x="12982" y="11599"/>
                    <a:pt x="13145" y="11437"/>
                    <a:pt x="13145" y="11233"/>
                  </a:cubicBezTo>
                  <a:cubicBezTo>
                    <a:pt x="13145" y="10989"/>
                    <a:pt x="12982" y="10826"/>
                    <a:pt x="12779" y="1082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8"/>
                    <a:pt x="13756" y="12902"/>
                  </a:cubicBezTo>
                  <a:cubicBezTo>
                    <a:pt x="13756" y="13146"/>
                    <a:pt x="13959" y="13349"/>
                    <a:pt x="14203" y="13349"/>
                  </a:cubicBezTo>
                  <a:cubicBezTo>
                    <a:pt x="14447" y="13349"/>
                    <a:pt x="14651" y="13146"/>
                    <a:pt x="14651" y="12902"/>
                  </a:cubicBezTo>
                  <a:cubicBezTo>
                    <a:pt x="14651" y="12658"/>
                    <a:pt x="14447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8"/>
                    <a:pt x="15099" y="12902"/>
                  </a:cubicBezTo>
                  <a:cubicBezTo>
                    <a:pt x="15099" y="13146"/>
                    <a:pt x="15302" y="13349"/>
                    <a:pt x="15546" y="13349"/>
                  </a:cubicBezTo>
                  <a:cubicBezTo>
                    <a:pt x="15790" y="13349"/>
                    <a:pt x="15994" y="13146"/>
                    <a:pt x="15994" y="12902"/>
                  </a:cubicBezTo>
                  <a:cubicBezTo>
                    <a:pt x="15994" y="12658"/>
                    <a:pt x="15790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8"/>
                    <a:pt x="16442" y="12902"/>
                  </a:cubicBezTo>
                  <a:cubicBezTo>
                    <a:pt x="16442" y="13146"/>
                    <a:pt x="16645" y="13349"/>
                    <a:pt x="16889" y="13349"/>
                  </a:cubicBezTo>
                  <a:cubicBezTo>
                    <a:pt x="17133" y="13349"/>
                    <a:pt x="17337" y="13146"/>
                    <a:pt x="17337" y="12902"/>
                  </a:cubicBezTo>
                  <a:cubicBezTo>
                    <a:pt x="17337" y="12658"/>
                    <a:pt x="17133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8"/>
                    <a:pt x="17785" y="12902"/>
                  </a:cubicBezTo>
                  <a:cubicBezTo>
                    <a:pt x="17785" y="13146"/>
                    <a:pt x="17988" y="13349"/>
                    <a:pt x="18232" y="13349"/>
                  </a:cubicBezTo>
                  <a:cubicBezTo>
                    <a:pt x="18476" y="13349"/>
                    <a:pt x="18680" y="13146"/>
                    <a:pt x="18680" y="12902"/>
                  </a:cubicBezTo>
                  <a:cubicBezTo>
                    <a:pt x="18680" y="12658"/>
                    <a:pt x="18476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8"/>
                    <a:pt x="19128" y="12902"/>
                  </a:cubicBezTo>
                  <a:cubicBezTo>
                    <a:pt x="19128" y="13146"/>
                    <a:pt x="19331" y="13349"/>
                    <a:pt x="19575" y="13349"/>
                  </a:cubicBezTo>
                  <a:cubicBezTo>
                    <a:pt x="19819" y="13349"/>
                    <a:pt x="20023" y="13146"/>
                    <a:pt x="20023" y="12902"/>
                  </a:cubicBezTo>
                  <a:cubicBezTo>
                    <a:pt x="20023" y="12658"/>
                    <a:pt x="19819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8"/>
                    <a:pt x="20471" y="12902"/>
                  </a:cubicBezTo>
                  <a:cubicBezTo>
                    <a:pt x="20471" y="13146"/>
                    <a:pt x="20674" y="13349"/>
                    <a:pt x="20918" y="13349"/>
                  </a:cubicBezTo>
                  <a:cubicBezTo>
                    <a:pt x="21162" y="13349"/>
                    <a:pt x="21366" y="13146"/>
                    <a:pt x="21366" y="12902"/>
                  </a:cubicBezTo>
                  <a:cubicBezTo>
                    <a:pt x="21366" y="12658"/>
                    <a:pt x="21162" y="12454"/>
                    <a:pt x="20918" y="12454"/>
                  </a:cubicBezTo>
                  <a:close/>
                  <a:moveTo>
                    <a:pt x="366" y="12617"/>
                  </a:moveTo>
                  <a:cubicBezTo>
                    <a:pt x="163" y="12617"/>
                    <a:pt x="0" y="12780"/>
                    <a:pt x="0" y="13024"/>
                  </a:cubicBezTo>
                  <a:cubicBezTo>
                    <a:pt x="0" y="13227"/>
                    <a:pt x="163" y="13390"/>
                    <a:pt x="366" y="13390"/>
                  </a:cubicBezTo>
                  <a:lnTo>
                    <a:pt x="1953" y="13390"/>
                  </a:lnTo>
                  <a:cubicBezTo>
                    <a:pt x="2157" y="13390"/>
                    <a:pt x="2320" y="13227"/>
                    <a:pt x="2320" y="13024"/>
                  </a:cubicBezTo>
                  <a:cubicBezTo>
                    <a:pt x="2320" y="12780"/>
                    <a:pt x="2157" y="12617"/>
                    <a:pt x="1953" y="12617"/>
                  </a:cubicBezTo>
                  <a:close/>
                  <a:moveTo>
                    <a:pt x="8628" y="12617"/>
                  </a:moveTo>
                  <a:cubicBezTo>
                    <a:pt x="8424" y="12617"/>
                    <a:pt x="8262" y="12780"/>
                    <a:pt x="8262" y="13024"/>
                  </a:cubicBezTo>
                  <a:cubicBezTo>
                    <a:pt x="8262" y="13227"/>
                    <a:pt x="8424" y="13390"/>
                    <a:pt x="8628" y="13390"/>
                  </a:cubicBezTo>
                  <a:lnTo>
                    <a:pt x="12779" y="13390"/>
                  </a:lnTo>
                  <a:cubicBezTo>
                    <a:pt x="12982" y="13390"/>
                    <a:pt x="13145" y="13227"/>
                    <a:pt x="13145" y="13024"/>
                  </a:cubicBezTo>
                  <a:cubicBezTo>
                    <a:pt x="13145" y="12780"/>
                    <a:pt x="12982" y="12617"/>
                    <a:pt x="12779" y="1261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4" name="Google Shape;1798;p35"/>
            <p:cNvSpPr/>
            <p:nvPr/>
          </p:nvSpPr>
          <p:spPr>
            <a:xfrm>
              <a:off x="3533040" y="371412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6" h="13431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3" y="855"/>
                  </a:lnTo>
                  <a:cubicBezTo>
                    <a:pt x="2157" y="855"/>
                    <a:pt x="2320" y="692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20" y="0"/>
                    <a:pt x="9157" y="204"/>
                    <a:pt x="9157" y="489"/>
                  </a:cubicBezTo>
                  <a:cubicBezTo>
                    <a:pt x="9157" y="733"/>
                    <a:pt x="9320" y="936"/>
                    <a:pt x="9605" y="936"/>
                  </a:cubicBezTo>
                  <a:cubicBezTo>
                    <a:pt x="9849" y="936"/>
                    <a:pt x="10052" y="733"/>
                    <a:pt x="10052" y="489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89"/>
                  </a:cubicBezTo>
                  <a:cubicBezTo>
                    <a:pt x="10500" y="733"/>
                    <a:pt x="10703" y="936"/>
                    <a:pt x="10948" y="936"/>
                  </a:cubicBezTo>
                  <a:cubicBezTo>
                    <a:pt x="11192" y="936"/>
                    <a:pt x="11395" y="733"/>
                    <a:pt x="11395" y="489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89"/>
                  </a:cubicBezTo>
                  <a:cubicBezTo>
                    <a:pt x="11843" y="733"/>
                    <a:pt x="12046" y="936"/>
                    <a:pt x="12291" y="936"/>
                  </a:cubicBezTo>
                  <a:cubicBezTo>
                    <a:pt x="12535" y="936"/>
                    <a:pt x="12738" y="733"/>
                    <a:pt x="12738" y="489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89"/>
                  </a:cubicBezTo>
                  <a:cubicBezTo>
                    <a:pt x="13186" y="733"/>
                    <a:pt x="13389" y="936"/>
                    <a:pt x="13634" y="936"/>
                  </a:cubicBezTo>
                  <a:cubicBezTo>
                    <a:pt x="13878" y="936"/>
                    <a:pt x="14081" y="733"/>
                    <a:pt x="14081" y="489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89"/>
                  </a:cubicBezTo>
                  <a:cubicBezTo>
                    <a:pt x="14529" y="733"/>
                    <a:pt x="14732" y="936"/>
                    <a:pt x="14977" y="936"/>
                  </a:cubicBezTo>
                  <a:cubicBezTo>
                    <a:pt x="15221" y="936"/>
                    <a:pt x="15424" y="733"/>
                    <a:pt x="15424" y="489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89"/>
                  </a:cubicBezTo>
                  <a:cubicBezTo>
                    <a:pt x="15872" y="733"/>
                    <a:pt x="16075" y="936"/>
                    <a:pt x="16320" y="936"/>
                  </a:cubicBezTo>
                  <a:cubicBezTo>
                    <a:pt x="16564" y="936"/>
                    <a:pt x="16767" y="733"/>
                    <a:pt x="16767" y="489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7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79"/>
                  </a:cubicBezTo>
                  <a:cubicBezTo>
                    <a:pt x="2320" y="2035"/>
                    <a:pt x="2157" y="1872"/>
                    <a:pt x="1953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7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7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67"/>
                    <a:pt x="0" y="4070"/>
                  </a:cubicBezTo>
                  <a:cubicBezTo>
                    <a:pt x="0" y="4274"/>
                    <a:pt x="163" y="4436"/>
                    <a:pt x="366" y="4436"/>
                  </a:cubicBezTo>
                  <a:lnTo>
                    <a:pt x="1953" y="4436"/>
                  </a:lnTo>
                  <a:cubicBezTo>
                    <a:pt x="2157" y="4436"/>
                    <a:pt x="2320" y="4274"/>
                    <a:pt x="2320" y="4070"/>
                  </a:cubicBezTo>
                  <a:cubicBezTo>
                    <a:pt x="2320" y="3867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67"/>
                    <a:pt x="3337" y="4070"/>
                  </a:cubicBezTo>
                  <a:cubicBezTo>
                    <a:pt x="3337" y="4274"/>
                    <a:pt x="3500" y="4436"/>
                    <a:pt x="3703" y="4436"/>
                  </a:cubicBezTo>
                  <a:lnTo>
                    <a:pt x="7814" y="4436"/>
                  </a:lnTo>
                  <a:cubicBezTo>
                    <a:pt x="8058" y="4436"/>
                    <a:pt x="8221" y="4274"/>
                    <a:pt x="8221" y="4070"/>
                  </a:cubicBezTo>
                  <a:cubicBezTo>
                    <a:pt x="8221" y="3867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20" y="3622"/>
                    <a:pt x="9157" y="3826"/>
                    <a:pt x="9157" y="4070"/>
                  </a:cubicBezTo>
                  <a:cubicBezTo>
                    <a:pt x="9157" y="4314"/>
                    <a:pt x="932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826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826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826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826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826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826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64"/>
                    <a:pt x="2320" y="5861"/>
                  </a:cubicBezTo>
                  <a:cubicBezTo>
                    <a:pt x="2320" y="565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57"/>
                    <a:pt x="8058" y="5454"/>
                    <a:pt x="7814" y="5454"/>
                  </a:cubicBezTo>
                  <a:close/>
                  <a:moveTo>
                    <a:pt x="366" y="7285"/>
                  </a:moveTo>
                  <a:cubicBezTo>
                    <a:pt x="163" y="7285"/>
                    <a:pt x="0" y="7448"/>
                    <a:pt x="0" y="7651"/>
                  </a:cubicBezTo>
                  <a:cubicBezTo>
                    <a:pt x="0" y="7855"/>
                    <a:pt x="163" y="8058"/>
                    <a:pt x="366" y="8058"/>
                  </a:cubicBezTo>
                  <a:lnTo>
                    <a:pt x="1953" y="8058"/>
                  </a:lnTo>
                  <a:cubicBezTo>
                    <a:pt x="2157" y="8058"/>
                    <a:pt x="2320" y="7855"/>
                    <a:pt x="2320" y="7651"/>
                  </a:cubicBezTo>
                  <a:cubicBezTo>
                    <a:pt x="2320" y="7448"/>
                    <a:pt x="2157" y="7285"/>
                    <a:pt x="1953" y="7285"/>
                  </a:cubicBezTo>
                  <a:close/>
                  <a:moveTo>
                    <a:pt x="3703" y="7285"/>
                  </a:moveTo>
                  <a:cubicBezTo>
                    <a:pt x="3500" y="7285"/>
                    <a:pt x="3337" y="7448"/>
                    <a:pt x="3337" y="7651"/>
                  </a:cubicBezTo>
                  <a:cubicBezTo>
                    <a:pt x="3337" y="7855"/>
                    <a:pt x="3500" y="8058"/>
                    <a:pt x="3703" y="8058"/>
                  </a:cubicBezTo>
                  <a:lnTo>
                    <a:pt x="7814" y="8058"/>
                  </a:lnTo>
                  <a:cubicBezTo>
                    <a:pt x="8058" y="8058"/>
                    <a:pt x="8221" y="7855"/>
                    <a:pt x="8221" y="7651"/>
                  </a:cubicBezTo>
                  <a:cubicBezTo>
                    <a:pt x="8221" y="7448"/>
                    <a:pt x="8058" y="7285"/>
                    <a:pt x="7814" y="7285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4"/>
                    <a:pt x="13756" y="9239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7" y="9686"/>
                    <a:pt x="14651" y="9483"/>
                    <a:pt x="14651" y="9239"/>
                  </a:cubicBezTo>
                  <a:cubicBezTo>
                    <a:pt x="14651" y="8994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4"/>
                    <a:pt x="15099" y="9239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0" y="9686"/>
                    <a:pt x="15994" y="9483"/>
                    <a:pt x="15994" y="9239"/>
                  </a:cubicBezTo>
                  <a:cubicBezTo>
                    <a:pt x="15994" y="8994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4"/>
                    <a:pt x="16442" y="9239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3" y="9686"/>
                    <a:pt x="17337" y="9483"/>
                    <a:pt x="17337" y="9239"/>
                  </a:cubicBezTo>
                  <a:cubicBezTo>
                    <a:pt x="17337" y="8994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4"/>
                    <a:pt x="17785" y="9239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6" y="9686"/>
                    <a:pt x="18680" y="9483"/>
                    <a:pt x="18680" y="9239"/>
                  </a:cubicBezTo>
                  <a:cubicBezTo>
                    <a:pt x="18680" y="8994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4"/>
                    <a:pt x="19128" y="9239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19" y="9686"/>
                    <a:pt x="20023" y="9483"/>
                    <a:pt x="20023" y="9239"/>
                  </a:cubicBezTo>
                  <a:cubicBezTo>
                    <a:pt x="20023" y="8994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4"/>
                    <a:pt x="20471" y="9239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2" y="9686"/>
                    <a:pt x="21366" y="9483"/>
                    <a:pt x="21366" y="9239"/>
                  </a:cubicBezTo>
                  <a:cubicBezTo>
                    <a:pt x="21366" y="8994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3" y="9849"/>
                  </a:lnTo>
                  <a:cubicBezTo>
                    <a:pt x="2157" y="9849"/>
                    <a:pt x="2320" y="9646"/>
                    <a:pt x="2320" y="9442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28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29"/>
                    <a:pt x="0" y="11233"/>
                  </a:cubicBezTo>
                  <a:cubicBezTo>
                    <a:pt x="0" y="11477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7"/>
                    <a:pt x="2320" y="11233"/>
                  </a:cubicBezTo>
                  <a:cubicBezTo>
                    <a:pt x="2320" y="11029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29"/>
                    <a:pt x="8262" y="11233"/>
                  </a:cubicBezTo>
                  <a:cubicBezTo>
                    <a:pt x="8262" y="11477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7"/>
                    <a:pt x="13145" y="11233"/>
                  </a:cubicBezTo>
                  <a:cubicBezTo>
                    <a:pt x="13145" y="11029"/>
                    <a:pt x="12982" y="10867"/>
                    <a:pt x="12779" y="10867"/>
                  </a:cubicBezTo>
                  <a:close/>
                  <a:moveTo>
                    <a:pt x="14203" y="12494"/>
                  </a:moveTo>
                  <a:cubicBezTo>
                    <a:pt x="13959" y="12494"/>
                    <a:pt x="13756" y="12698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7" y="13390"/>
                    <a:pt x="14651" y="13186"/>
                    <a:pt x="14651" y="12942"/>
                  </a:cubicBezTo>
                  <a:cubicBezTo>
                    <a:pt x="14651" y="12698"/>
                    <a:pt x="14447" y="12494"/>
                    <a:pt x="14203" y="12494"/>
                  </a:cubicBezTo>
                  <a:close/>
                  <a:moveTo>
                    <a:pt x="15546" y="12494"/>
                  </a:moveTo>
                  <a:cubicBezTo>
                    <a:pt x="15302" y="12494"/>
                    <a:pt x="15099" y="12698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0" y="13390"/>
                    <a:pt x="15994" y="13186"/>
                    <a:pt x="15994" y="12942"/>
                  </a:cubicBezTo>
                  <a:cubicBezTo>
                    <a:pt x="15994" y="12698"/>
                    <a:pt x="15790" y="12494"/>
                    <a:pt x="15546" y="12494"/>
                  </a:cubicBezTo>
                  <a:close/>
                  <a:moveTo>
                    <a:pt x="16889" y="12494"/>
                  </a:moveTo>
                  <a:cubicBezTo>
                    <a:pt x="16645" y="12494"/>
                    <a:pt x="16442" y="12698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3" y="13390"/>
                    <a:pt x="17337" y="13186"/>
                    <a:pt x="17337" y="12942"/>
                  </a:cubicBezTo>
                  <a:cubicBezTo>
                    <a:pt x="17337" y="12698"/>
                    <a:pt x="17133" y="12494"/>
                    <a:pt x="16889" y="12494"/>
                  </a:cubicBezTo>
                  <a:close/>
                  <a:moveTo>
                    <a:pt x="18232" y="12494"/>
                  </a:moveTo>
                  <a:cubicBezTo>
                    <a:pt x="17988" y="12494"/>
                    <a:pt x="17785" y="12698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6" y="13390"/>
                    <a:pt x="18680" y="13186"/>
                    <a:pt x="18680" y="12942"/>
                  </a:cubicBezTo>
                  <a:cubicBezTo>
                    <a:pt x="18680" y="12698"/>
                    <a:pt x="18476" y="12494"/>
                    <a:pt x="18232" y="12494"/>
                  </a:cubicBezTo>
                  <a:close/>
                  <a:moveTo>
                    <a:pt x="19575" y="12494"/>
                  </a:moveTo>
                  <a:cubicBezTo>
                    <a:pt x="19331" y="12494"/>
                    <a:pt x="19128" y="12698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19" y="13390"/>
                    <a:pt x="20023" y="13186"/>
                    <a:pt x="20023" y="12942"/>
                  </a:cubicBezTo>
                  <a:cubicBezTo>
                    <a:pt x="20023" y="12698"/>
                    <a:pt x="19819" y="12494"/>
                    <a:pt x="19575" y="12494"/>
                  </a:cubicBezTo>
                  <a:close/>
                  <a:moveTo>
                    <a:pt x="20918" y="12494"/>
                  </a:moveTo>
                  <a:cubicBezTo>
                    <a:pt x="20674" y="12494"/>
                    <a:pt x="20471" y="12698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2" y="13390"/>
                    <a:pt x="21366" y="13186"/>
                    <a:pt x="21366" y="12942"/>
                  </a:cubicBezTo>
                  <a:cubicBezTo>
                    <a:pt x="21366" y="12698"/>
                    <a:pt x="21162" y="12494"/>
                    <a:pt x="20918" y="1249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64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3" y="13430"/>
                  </a:lnTo>
                  <a:cubicBezTo>
                    <a:pt x="2157" y="13430"/>
                    <a:pt x="2320" y="13268"/>
                    <a:pt x="2320" y="13064"/>
                  </a:cubicBezTo>
                  <a:cubicBezTo>
                    <a:pt x="2320" y="12820"/>
                    <a:pt x="2157" y="12657"/>
                    <a:pt x="1953" y="12657"/>
                  </a:cubicBezTo>
                  <a:close/>
                  <a:moveTo>
                    <a:pt x="8628" y="12657"/>
                  </a:moveTo>
                  <a:cubicBezTo>
                    <a:pt x="8424" y="12657"/>
                    <a:pt x="8262" y="12820"/>
                    <a:pt x="8262" y="13064"/>
                  </a:cubicBezTo>
                  <a:cubicBezTo>
                    <a:pt x="8262" y="13268"/>
                    <a:pt x="8424" y="13430"/>
                    <a:pt x="8628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64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5" name="Google Shape;1799;p35"/>
            <p:cNvSpPr/>
            <p:nvPr/>
          </p:nvSpPr>
          <p:spPr>
            <a:xfrm>
              <a:off x="4015440" y="313200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7" h="13431">
                  <a:moveTo>
                    <a:pt x="367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7" y="856"/>
                    <a:pt x="2361" y="693"/>
                    <a:pt x="2361" y="489"/>
                  </a:cubicBezTo>
                  <a:cubicBezTo>
                    <a:pt x="2361" y="245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5"/>
                    <a:pt x="3338" y="489"/>
                  </a:cubicBezTo>
                  <a:cubicBezTo>
                    <a:pt x="3338" y="693"/>
                    <a:pt x="3500" y="856"/>
                    <a:pt x="3704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7" y="204"/>
                    <a:pt x="9157" y="489"/>
                  </a:cubicBezTo>
                  <a:cubicBezTo>
                    <a:pt x="9157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0" y="204"/>
                    <a:pt x="10500" y="489"/>
                  </a:cubicBezTo>
                  <a:cubicBezTo>
                    <a:pt x="10500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3" y="204"/>
                    <a:pt x="11843" y="489"/>
                  </a:cubicBezTo>
                  <a:cubicBezTo>
                    <a:pt x="11843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6" y="204"/>
                    <a:pt x="13186" y="489"/>
                  </a:cubicBezTo>
                  <a:cubicBezTo>
                    <a:pt x="13186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29" y="204"/>
                    <a:pt x="14529" y="489"/>
                  </a:cubicBezTo>
                  <a:cubicBezTo>
                    <a:pt x="14529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2" y="204"/>
                    <a:pt x="15872" y="489"/>
                  </a:cubicBezTo>
                  <a:cubicBezTo>
                    <a:pt x="15872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80"/>
                  </a:cubicBezTo>
                  <a:cubicBezTo>
                    <a:pt x="2361" y="2036"/>
                    <a:pt x="2157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0" y="1873"/>
                    <a:pt x="3338" y="2036"/>
                    <a:pt x="3338" y="2280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7" y="4437"/>
                    <a:pt x="2361" y="4274"/>
                    <a:pt x="2361" y="4071"/>
                  </a:cubicBezTo>
                  <a:cubicBezTo>
                    <a:pt x="2361" y="3867"/>
                    <a:pt x="2157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0" y="3664"/>
                    <a:pt x="3338" y="3867"/>
                    <a:pt x="3338" y="4071"/>
                  </a:cubicBezTo>
                  <a:cubicBezTo>
                    <a:pt x="3338" y="4274"/>
                    <a:pt x="3500" y="4437"/>
                    <a:pt x="3704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7" y="3826"/>
                    <a:pt x="9157" y="4071"/>
                  </a:cubicBezTo>
                  <a:cubicBezTo>
                    <a:pt x="9157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0" y="3826"/>
                    <a:pt x="10500" y="4071"/>
                  </a:cubicBezTo>
                  <a:cubicBezTo>
                    <a:pt x="10500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3" y="3826"/>
                    <a:pt x="11843" y="4071"/>
                  </a:cubicBezTo>
                  <a:cubicBezTo>
                    <a:pt x="11843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6" y="3826"/>
                    <a:pt x="13186" y="4071"/>
                  </a:cubicBezTo>
                  <a:cubicBezTo>
                    <a:pt x="13186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29" y="3826"/>
                    <a:pt x="14529" y="4071"/>
                  </a:cubicBezTo>
                  <a:cubicBezTo>
                    <a:pt x="14529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2" y="3826"/>
                    <a:pt x="15872" y="4071"/>
                  </a:cubicBezTo>
                  <a:cubicBezTo>
                    <a:pt x="15872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7" y="6228"/>
                    <a:pt x="2361" y="6065"/>
                    <a:pt x="2361" y="5861"/>
                  </a:cubicBezTo>
                  <a:cubicBezTo>
                    <a:pt x="2361" y="5658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58"/>
                    <a:pt x="3338" y="5861"/>
                  </a:cubicBezTo>
                  <a:cubicBezTo>
                    <a:pt x="3338" y="6065"/>
                    <a:pt x="3500" y="6228"/>
                    <a:pt x="3704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7" y="8059"/>
                    <a:pt x="2361" y="7855"/>
                    <a:pt x="2361" y="7652"/>
                  </a:cubicBezTo>
                  <a:cubicBezTo>
                    <a:pt x="2361" y="7448"/>
                    <a:pt x="2157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0" y="7286"/>
                    <a:pt x="3338" y="7448"/>
                    <a:pt x="3338" y="7652"/>
                  </a:cubicBezTo>
                  <a:cubicBezTo>
                    <a:pt x="3338" y="7855"/>
                    <a:pt x="3500" y="8059"/>
                    <a:pt x="3704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4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4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7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90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3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6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9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7" y="9850"/>
                    <a:pt x="2361" y="9646"/>
                    <a:pt x="2361" y="9443"/>
                  </a:cubicBezTo>
                  <a:cubicBezTo>
                    <a:pt x="2361" y="9239"/>
                    <a:pt x="2157" y="9076"/>
                    <a:pt x="1954" y="9076"/>
                  </a:cubicBezTo>
                  <a:close/>
                  <a:moveTo>
                    <a:pt x="8628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28" y="9850"/>
                  </a:cubicBezTo>
                  <a:lnTo>
                    <a:pt x="12779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79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78"/>
                    <a:pt x="2361" y="11233"/>
                  </a:cubicBezTo>
                  <a:cubicBezTo>
                    <a:pt x="2361" y="11030"/>
                    <a:pt x="2157" y="10867"/>
                    <a:pt x="1954" y="10867"/>
                  </a:cubicBezTo>
                  <a:close/>
                  <a:moveTo>
                    <a:pt x="8628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79" y="10867"/>
                  </a:cubicBezTo>
                  <a:close/>
                  <a:moveTo>
                    <a:pt x="14204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4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7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90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3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6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9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7" y="13431"/>
                    <a:pt x="2361" y="13268"/>
                    <a:pt x="2361" y="13065"/>
                  </a:cubicBezTo>
                  <a:cubicBezTo>
                    <a:pt x="2361" y="12821"/>
                    <a:pt x="2157" y="12658"/>
                    <a:pt x="1954" y="12658"/>
                  </a:cubicBezTo>
                  <a:close/>
                  <a:moveTo>
                    <a:pt x="8628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28" y="13431"/>
                  </a:cubicBezTo>
                  <a:lnTo>
                    <a:pt x="12779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6" name="Google Shape;1800;p35"/>
            <p:cNvSpPr/>
            <p:nvPr/>
          </p:nvSpPr>
          <p:spPr>
            <a:xfrm>
              <a:off x="4015440" y="342684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7" h="13431">
                  <a:moveTo>
                    <a:pt x="367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7" y="855"/>
                    <a:pt x="2361" y="692"/>
                    <a:pt x="2361" y="448"/>
                  </a:cubicBezTo>
                  <a:cubicBezTo>
                    <a:pt x="2361" y="244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4"/>
                    <a:pt x="3338" y="448"/>
                  </a:cubicBezTo>
                  <a:cubicBezTo>
                    <a:pt x="3338" y="692"/>
                    <a:pt x="3500" y="855"/>
                    <a:pt x="3704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7" y="204"/>
                    <a:pt x="9157" y="448"/>
                  </a:cubicBezTo>
                  <a:cubicBezTo>
                    <a:pt x="9157" y="692"/>
                    <a:pt x="9361" y="896"/>
                    <a:pt x="9605" y="896"/>
                  </a:cubicBezTo>
                  <a:cubicBezTo>
                    <a:pt x="9849" y="896"/>
                    <a:pt x="10053" y="692"/>
                    <a:pt x="10053" y="448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0" y="204"/>
                    <a:pt x="10500" y="448"/>
                  </a:cubicBezTo>
                  <a:cubicBezTo>
                    <a:pt x="10500" y="692"/>
                    <a:pt x="10704" y="896"/>
                    <a:pt x="10948" y="896"/>
                  </a:cubicBezTo>
                  <a:cubicBezTo>
                    <a:pt x="11192" y="896"/>
                    <a:pt x="11396" y="692"/>
                    <a:pt x="11396" y="448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3" y="204"/>
                    <a:pt x="11843" y="448"/>
                  </a:cubicBezTo>
                  <a:cubicBezTo>
                    <a:pt x="11843" y="692"/>
                    <a:pt x="12047" y="896"/>
                    <a:pt x="12291" y="896"/>
                  </a:cubicBezTo>
                  <a:cubicBezTo>
                    <a:pt x="12535" y="896"/>
                    <a:pt x="12739" y="692"/>
                    <a:pt x="12739" y="448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6" y="204"/>
                    <a:pt x="13186" y="448"/>
                  </a:cubicBezTo>
                  <a:cubicBezTo>
                    <a:pt x="13186" y="692"/>
                    <a:pt x="13390" y="896"/>
                    <a:pt x="13634" y="896"/>
                  </a:cubicBezTo>
                  <a:cubicBezTo>
                    <a:pt x="13878" y="896"/>
                    <a:pt x="14082" y="692"/>
                    <a:pt x="14082" y="448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29" y="204"/>
                    <a:pt x="14529" y="448"/>
                  </a:cubicBezTo>
                  <a:cubicBezTo>
                    <a:pt x="14529" y="692"/>
                    <a:pt x="14733" y="896"/>
                    <a:pt x="14977" y="896"/>
                  </a:cubicBezTo>
                  <a:cubicBezTo>
                    <a:pt x="15221" y="896"/>
                    <a:pt x="15425" y="692"/>
                    <a:pt x="15425" y="448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2" y="204"/>
                    <a:pt x="15872" y="448"/>
                  </a:cubicBezTo>
                  <a:cubicBezTo>
                    <a:pt x="15872" y="692"/>
                    <a:pt x="16076" y="896"/>
                    <a:pt x="16320" y="896"/>
                  </a:cubicBezTo>
                  <a:cubicBezTo>
                    <a:pt x="16564" y="896"/>
                    <a:pt x="16768" y="692"/>
                    <a:pt x="16768" y="448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39"/>
                  </a:cubicBezTo>
                  <a:cubicBezTo>
                    <a:pt x="2361" y="2035"/>
                    <a:pt x="2157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0" y="1872"/>
                    <a:pt x="3338" y="2035"/>
                    <a:pt x="3338" y="2239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7" y="4436"/>
                    <a:pt x="2361" y="4273"/>
                    <a:pt x="2361" y="4070"/>
                  </a:cubicBezTo>
                  <a:cubicBezTo>
                    <a:pt x="2361" y="3826"/>
                    <a:pt x="2157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0" y="3663"/>
                    <a:pt x="3338" y="3826"/>
                    <a:pt x="3338" y="4070"/>
                  </a:cubicBezTo>
                  <a:cubicBezTo>
                    <a:pt x="3338" y="4273"/>
                    <a:pt x="3500" y="4436"/>
                    <a:pt x="3704" y="4436"/>
                  </a:cubicBezTo>
                  <a:lnTo>
                    <a:pt x="7814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7" y="3785"/>
                    <a:pt x="9157" y="4070"/>
                  </a:cubicBezTo>
                  <a:cubicBezTo>
                    <a:pt x="9157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0" y="3785"/>
                    <a:pt x="10500" y="4070"/>
                  </a:cubicBezTo>
                  <a:cubicBezTo>
                    <a:pt x="10500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3" y="3785"/>
                    <a:pt x="11843" y="4070"/>
                  </a:cubicBezTo>
                  <a:cubicBezTo>
                    <a:pt x="11843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6" y="3785"/>
                    <a:pt x="13186" y="4070"/>
                  </a:cubicBezTo>
                  <a:cubicBezTo>
                    <a:pt x="13186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29" y="3785"/>
                    <a:pt x="14529" y="4070"/>
                  </a:cubicBezTo>
                  <a:cubicBezTo>
                    <a:pt x="14529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2" y="3785"/>
                    <a:pt x="15872" y="4070"/>
                  </a:cubicBezTo>
                  <a:cubicBezTo>
                    <a:pt x="15872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785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7" y="6227"/>
                    <a:pt x="2361" y="6064"/>
                    <a:pt x="2361" y="5861"/>
                  </a:cubicBezTo>
                  <a:cubicBezTo>
                    <a:pt x="2361" y="5617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17"/>
                    <a:pt x="3338" y="5861"/>
                  </a:cubicBezTo>
                  <a:cubicBezTo>
                    <a:pt x="3338" y="6064"/>
                    <a:pt x="3500" y="6227"/>
                    <a:pt x="3704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7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7" y="8018"/>
                    <a:pt x="2361" y="7855"/>
                    <a:pt x="2361" y="7651"/>
                  </a:cubicBezTo>
                  <a:cubicBezTo>
                    <a:pt x="2361" y="7448"/>
                    <a:pt x="2157" y="7244"/>
                    <a:pt x="1954" y="7244"/>
                  </a:cubicBezTo>
                  <a:close/>
                  <a:moveTo>
                    <a:pt x="3704" y="7244"/>
                  </a:moveTo>
                  <a:cubicBezTo>
                    <a:pt x="3500" y="7244"/>
                    <a:pt x="3338" y="7448"/>
                    <a:pt x="3338" y="7651"/>
                  </a:cubicBezTo>
                  <a:cubicBezTo>
                    <a:pt x="3338" y="7855"/>
                    <a:pt x="3500" y="8018"/>
                    <a:pt x="3704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14" y="7244"/>
                  </a:cubicBezTo>
                  <a:close/>
                  <a:moveTo>
                    <a:pt x="14204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4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7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90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3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6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9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9" y="8750"/>
                  </a:cubicBezTo>
                  <a:close/>
                  <a:moveTo>
                    <a:pt x="367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7" y="9849"/>
                    <a:pt x="2361" y="9646"/>
                    <a:pt x="2361" y="9442"/>
                  </a:cubicBezTo>
                  <a:cubicBezTo>
                    <a:pt x="2361" y="9239"/>
                    <a:pt x="2157" y="9035"/>
                    <a:pt x="1954" y="9035"/>
                  </a:cubicBezTo>
                  <a:close/>
                  <a:moveTo>
                    <a:pt x="8628" y="9035"/>
                  </a:moveTo>
                  <a:cubicBezTo>
                    <a:pt x="8425" y="9035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8" y="9849"/>
                  </a:cubicBezTo>
                  <a:lnTo>
                    <a:pt x="12779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35"/>
                    <a:pt x="12779" y="9035"/>
                  </a:cubicBezTo>
                  <a:close/>
                  <a:moveTo>
                    <a:pt x="367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36"/>
                    <a:pt x="2361" y="11233"/>
                  </a:cubicBezTo>
                  <a:cubicBezTo>
                    <a:pt x="2361" y="11029"/>
                    <a:pt x="2157" y="10866"/>
                    <a:pt x="1954" y="10866"/>
                  </a:cubicBezTo>
                  <a:close/>
                  <a:moveTo>
                    <a:pt x="8628" y="10866"/>
                  </a:moveTo>
                  <a:cubicBezTo>
                    <a:pt x="8425" y="10866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6"/>
                    <a:pt x="12779" y="10866"/>
                  </a:cubicBezTo>
                  <a:close/>
                  <a:moveTo>
                    <a:pt x="14204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4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7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90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3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6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9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9" y="1245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7" y="13430"/>
                    <a:pt x="2361" y="13268"/>
                    <a:pt x="2361" y="13023"/>
                  </a:cubicBezTo>
                  <a:cubicBezTo>
                    <a:pt x="2361" y="12820"/>
                    <a:pt x="2157" y="12657"/>
                    <a:pt x="1954" y="12657"/>
                  </a:cubicBezTo>
                  <a:close/>
                  <a:moveTo>
                    <a:pt x="8628" y="12657"/>
                  </a:moveTo>
                  <a:cubicBezTo>
                    <a:pt x="8425" y="12657"/>
                    <a:pt x="8262" y="12820"/>
                    <a:pt x="8262" y="13023"/>
                  </a:cubicBezTo>
                  <a:cubicBezTo>
                    <a:pt x="8262" y="13268"/>
                    <a:pt x="8425" y="13430"/>
                    <a:pt x="8628" y="13430"/>
                  </a:cubicBezTo>
                  <a:lnTo>
                    <a:pt x="12779" y="13430"/>
                  </a:lnTo>
                  <a:cubicBezTo>
                    <a:pt x="12983" y="13430"/>
                    <a:pt x="13146" y="13268"/>
                    <a:pt x="13146" y="13023"/>
                  </a:cubicBezTo>
                  <a:cubicBezTo>
                    <a:pt x="13146" y="12820"/>
                    <a:pt x="12983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7" name="Google Shape;1801;p35"/>
            <p:cNvSpPr/>
            <p:nvPr/>
          </p:nvSpPr>
          <p:spPr>
            <a:xfrm>
              <a:off x="3080520" y="2794320"/>
              <a:ext cx="525600" cy="58320"/>
            </a:xfrm>
            <a:custGeom>
              <a:avLst/>
              <a:gdLst>
                <a:gd name="textAreaLeft" fmla="*/ 0 w 525600"/>
                <a:gd name="textAreaRight" fmla="*/ 525960 w 525600"/>
                <a:gd name="textAreaTop" fmla="*/ 0 h 58320"/>
                <a:gd name="textAreaBottom" fmla="*/ 58680 h 58320"/>
              </a:gdLst>
              <a:ahLst/>
              <a:rect l="textAreaLeft" t="textAreaTop" r="textAreaRight" b="textAreaBottom"/>
              <a:pathLst>
                <a:path w="26291" h="2931">
                  <a:moveTo>
                    <a:pt x="5088" y="1"/>
                  </a:moveTo>
                  <a:lnTo>
                    <a:pt x="4965" y="41"/>
                  </a:lnTo>
                  <a:lnTo>
                    <a:pt x="326" y="2239"/>
                  </a:lnTo>
                  <a:cubicBezTo>
                    <a:pt x="0" y="2442"/>
                    <a:pt x="123" y="2931"/>
                    <a:pt x="489" y="2931"/>
                  </a:cubicBezTo>
                  <a:lnTo>
                    <a:pt x="22913" y="2931"/>
                  </a:lnTo>
                  <a:cubicBezTo>
                    <a:pt x="22994" y="2931"/>
                    <a:pt x="23076" y="2890"/>
                    <a:pt x="23157" y="2849"/>
                  </a:cubicBezTo>
                  <a:lnTo>
                    <a:pt x="26047" y="652"/>
                  </a:lnTo>
                  <a:cubicBezTo>
                    <a:pt x="26291" y="448"/>
                    <a:pt x="26169" y="1"/>
                    <a:pt x="2580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9160" bIns="29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8" name="Google Shape;1802;p35"/>
            <p:cNvSpPr/>
            <p:nvPr/>
          </p:nvSpPr>
          <p:spPr>
            <a:xfrm>
              <a:off x="3076200" y="2787840"/>
              <a:ext cx="534600" cy="71280"/>
            </a:xfrm>
            <a:custGeom>
              <a:avLst/>
              <a:gdLst>
                <a:gd name="textAreaLeft" fmla="*/ 0 w 534600"/>
                <a:gd name="textAreaRight" fmla="*/ 534960 w 534600"/>
                <a:gd name="textAreaTop" fmla="*/ 0 h 71280"/>
                <a:gd name="textAreaBottom" fmla="*/ 71640 h 71280"/>
              </a:gdLst>
              <a:ahLst/>
              <a:rect l="textAreaLeft" t="textAreaTop" r="textAreaRight" b="textAreaBottom"/>
              <a:pathLst>
                <a:path w="26739" h="3583">
                  <a:moveTo>
                    <a:pt x="26047" y="652"/>
                  </a:moveTo>
                  <a:lnTo>
                    <a:pt x="26047" y="693"/>
                  </a:lnTo>
                  <a:lnTo>
                    <a:pt x="23158" y="2931"/>
                  </a:lnTo>
                  <a:lnTo>
                    <a:pt x="693" y="2931"/>
                  </a:lnTo>
                  <a:lnTo>
                    <a:pt x="693" y="2890"/>
                  </a:lnTo>
                  <a:lnTo>
                    <a:pt x="5251" y="693"/>
                  </a:lnTo>
                  <a:lnTo>
                    <a:pt x="5332" y="652"/>
                  </a:lnTo>
                  <a:close/>
                  <a:moveTo>
                    <a:pt x="5251" y="1"/>
                  </a:moveTo>
                  <a:lnTo>
                    <a:pt x="5088" y="42"/>
                  </a:lnTo>
                  <a:lnTo>
                    <a:pt x="5007" y="42"/>
                  </a:lnTo>
                  <a:lnTo>
                    <a:pt x="408" y="2280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82" y="3257"/>
                    <a:pt x="164" y="3379"/>
                  </a:cubicBezTo>
                  <a:cubicBezTo>
                    <a:pt x="286" y="3501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2"/>
                    <a:pt x="23565" y="3460"/>
                  </a:cubicBezTo>
                  <a:lnTo>
                    <a:pt x="26454" y="1222"/>
                  </a:lnTo>
                  <a:cubicBezTo>
                    <a:pt x="26617" y="1100"/>
                    <a:pt x="26739" y="896"/>
                    <a:pt x="26698" y="693"/>
                  </a:cubicBezTo>
                  <a:cubicBezTo>
                    <a:pt x="26698" y="489"/>
                    <a:pt x="26658" y="327"/>
                    <a:pt x="26535" y="204"/>
                  </a:cubicBezTo>
                  <a:cubicBezTo>
                    <a:pt x="26413" y="82"/>
                    <a:pt x="26210" y="1"/>
                    <a:pt x="2600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5640" bIns="356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599" name="Google Shape;1803;p35"/>
            <p:cNvSpPr/>
            <p:nvPr/>
          </p:nvSpPr>
          <p:spPr>
            <a:xfrm>
              <a:off x="3324600" y="2514240"/>
              <a:ext cx="82800" cy="313920"/>
            </a:xfrm>
            <a:custGeom>
              <a:avLst/>
              <a:gdLst>
                <a:gd name="textAreaLeft" fmla="*/ 0 w 82800"/>
                <a:gd name="textAreaRight" fmla="*/ 83160 w 82800"/>
                <a:gd name="textAreaTop" fmla="*/ 0 h 313920"/>
                <a:gd name="textAreaBottom" fmla="*/ 314280 h 313920"/>
              </a:gdLst>
              <a:ahLst/>
              <a:rect l="textAreaLeft" t="textAreaTop" r="textAreaRight" b="textAreaBottom"/>
              <a:pathLst>
                <a:path w="4152" h="15710">
                  <a:moveTo>
                    <a:pt x="1" y="1"/>
                  </a:moveTo>
                  <a:lnTo>
                    <a:pt x="1" y="15710"/>
                  </a:lnTo>
                  <a:lnTo>
                    <a:pt x="4152" y="15710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chemeClr val="lt1"/>
            </a:solidFill>
            <a:ln w="9525">
              <a:solidFill>
                <a:srgbClr val="49494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0" name="Google Shape;1804;p35"/>
            <p:cNvSpPr/>
            <p:nvPr/>
          </p:nvSpPr>
          <p:spPr>
            <a:xfrm>
              <a:off x="3318120" y="2507040"/>
              <a:ext cx="95760" cy="32760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327600"/>
                <a:gd name="textAreaBottom" fmla="*/ 327960 h 327600"/>
              </a:gdLst>
              <a:ahLst/>
              <a:rect l="textAreaLeft" t="textAreaTop" r="textAreaRight" b="textAreaBottom"/>
              <a:pathLst>
                <a:path w="4804" h="16402">
                  <a:moveTo>
                    <a:pt x="4111" y="692"/>
                  </a:moveTo>
                  <a:lnTo>
                    <a:pt x="4111" y="15750"/>
                  </a:lnTo>
                  <a:lnTo>
                    <a:pt x="693" y="15750"/>
                  </a:lnTo>
                  <a:lnTo>
                    <a:pt x="693" y="692"/>
                  </a:lnTo>
                  <a:close/>
                  <a:moveTo>
                    <a:pt x="327" y="0"/>
                  </a:moveTo>
                  <a:cubicBezTo>
                    <a:pt x="245" y="0"/>
                    <a:pt x="164" y="41"/>
                    <a:pt x="82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6076"/>
                  </a:lnTo>
                  <a:cubicBezTo>
                    <a:pt x="1" y="16157"/>
                    <a:pt x="42" y="16239"/>
                    <a:pt x="82" y="16320"/>
                  </a:cubicBezTo>
                  <a:cubicBezTo>
                    <a:pt x="164" y="16361"/>
                    <a:pt x="245" y="16401"/>
                    <a:pt x="327" y="16401"/>
                  </a:cubicBezTo>
                  <a:lnTo>
                    <a:pt x="4478" y="16401"/>
                  </a:lnTo>
                  <a:cubicBezTo>
                    <a:pt x="4559" y="16401"/>
                    <a:pt x="4640" y="16361"/>
                    <a:pt x="4722" y="16320"/>
                  </a:cubicBezTo>
                  <a:cubicBezTo>
                    <a:pt x="4763" y="16239"/>
                    <a:pt x="4803" y="16157"/>
                    <a:pt x="4803" y="16076"/>
                  </a:cubicBezTo>
                  <a:lnTo>
                    <a:pt x="4803" y="367"/>
                  </a:lnTo>
                  <a:cubicBezTo>
                    <a:pt x="4803" y="285"/>
                    <a:pt x="4763" y="163"/>
                    <a:pt x="4722" y="123"/>
                  </a:cubicBezTo>
                  <a:cubicBezTo>
                    <a:pt x="4640" y="41"/>
                    <a:pt x="4559" y="0"/>
                    <a:pt x="447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1" name="Google Shape;1805;p35"/>
            <p:cNvSpPr/>
            <p:nvPr/>
          </p:nvSpPr>
          <p:spPr>
            <a:xfrm>
              <a:off x="3311640" y="2514240"/>
              <a:ext cx="108720" cy="227520"/>
            </a:xfrm>
            <a:custGeom>
              <a:avLst/>
              <a:gdLst>
                <a:gd name="textAreaLeft" fmla="*/ 0 w 108720"/>
                <a:gd name="textAreaRight" fmla="*/ 109080 w 108720"/>
                <a:gd name="textAreaTop" fmla="*/ 0 h 227520"/>
                <a:gd name="textAreaBottom" fmla="*/ 227880 h 227520"/>
              </a:gdLst>
              <a:ahLst/>
              <a:rect l="textAreaLeft" t="textAreaTop" r="textAreaRight" b="textAreaBottom"/>
              <a:pathLst>
                <a:path w="5454" h="11396">
                  <a:moveTo>
                    <a:pt x="0" y="1"/>
                  </a:moveTo>
                  <a:lnTo>
                    <a:pt x="0" y="11396"/>
                  </a:lnTo>
                  <a:lnTo>
                    <a:pt x="5454" y="11396"/>
                  </a:lnTo>
                  <a:lnTo>
                    <a:pt x="5454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2" name="Google Shape;1806;p35"/>
            <p:cNvSpPr/>
            <p:nvPr/>
          </p:nvSpPr>
          <p:spPr>
            <a:xfrm>
              <a:off x="3305160" y="2507040"/>
              <a:ext cx="121680" cy="242280"/>
            </a:xfrm>
            <a:custGeom>
              <a:avLst/>
              <a:gdLst>
                <a:gd name="textAreaLeft" fmla="*/ 0 w 121680"/>
                <a:gd name="textAreaRight" fmla="*/ 122040 w 121680"/>
                <a:gd name="textAreaTop" fmla="*/ 0 h 242280"/>
                <a:gd name="textAreaBottom" fmla="*/ 242640 h 242280"/>
              </a:gdLst>
              <a:ahLst/>
              <a:rect l="textAreaLeft" t="textAreaTop" r="textAreaRight" b="textAreaBottom"/>
              <a:pathLst>
                <a:path w="6106" h="12129">
                  <a:moveTo>
                    <a:pt x="5414" y="692"/>
                  </a:moveTo>
                  <a:lnTo>
                    <a:pt x="5414" y="11436"/>
                  </a:lnTo>
                  <a:lnTo>
                    <a:pt x="693" y="11436"/>
                  </a:lnTo>
                  <a:lnTo>
                    <a:pt x="693" y="692"/>
                  </a:lnTo>
                  <a:close/>
                  <a:moveTo>
                    <a:pt x="326" y="0"/>
                  </a:moveTo>
                  <a:cubicBezTo>
                    <a:pt x="245" y="0"/>
                    <a:pt x="164" y="41"/>
                    <a:pt x="123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1762"/>
                  </a:lnTo>
                  <a:cubicBezTo>
                    <a:pt x="1" y="11843"/>
                    <a:pt x="42" y="11965"/>
                    <a:pt x="123" y="12006"/>
                  </a:cubicBezTo>
                  <a:cubicBezTo>
                    <a:pt x="164" y="12087"/>
                    <a:pt x="245" y="12128"/>
                    <a:pt x="326" y="12128"/>
                  </a:cubicBezTo>
                  <a:lnTo>
                    <a:pt x="5780" y="12128"/>
                  </a:lnTo>
                  <a:cubicBezTo>
                    <a:pt x="5861" y="12128"/>
                    <a:pt x="5943" y="12087"/>
                    <a:pt x="5983" y="12006"/>
                  </a:cubicBezTo>
                  <a:cubicBezTo>
                    <a:pt x="6065" y="11925"/>
                    <a:pt x="6105" y="11843"/>
                    <a:pt x="6105" y="11762"/>
                  </a:cubicBezTo>
                  <a:lnTo>
                    <a:pt x="6105" y="367"/>
                  </a:lnTo>
                  <a:cubicBezTo>
                    <a:pt x="6105" y="285"/>
                    <a:pt x="6065" y="163"/>
                    <a:pt x="5983" y="123"/>
                  </a:cubicBezTo>
                  <a:cubicBezTo>
                    <a:pt x="5943" y="41"/>
                    <a:pt x="5861" y="0"/>
                    <a:pt x="578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3" name="Google Shape;1807;p35"/>
            <p:cNvSpPr/>
            <p:nvPr/>
          </p:nvSpPr>
          <p:spPr>
            <a:xfrm>
              <a:off x="2702520" y="1468440"/>
              <a:ext cx="1365480" cy="1068480"/>
            </a:xfrm>
            <a:custGeom>
              <a:avLst/>
              <a:gdLst>
                <a:gd name="textAreaLeft" fmla="*/ 0 w 1365480"/>
                <a:gd name="textAreaRight" fmla="*/ 1365840 w 1365480"/>
                <a:gd name="textAreaTop" fmla="*/ 0 h 1068480"/>
                <a:gd name="textAreaBottom" fmla="*/ 1068840 h 1068480"/>
              </a:gdLst>
              <a:ahLst/>
              <a:rect l="textAreaLeft" t="textAreaTop" r="textAreaRight" b="textAreaBottom"/>
              <a:pathLst>
                <a:path w="68291" h="53437">
                  <a:moveTo>
                    <a:pt x="1" y="1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4" name="Google Shape;1808;p35"/>
            <p:cNvSpPr/>
            <p:nvPr/>
          </p:nvSpPr>
          <p:spPr>
            <a:xfrm>
              <a:off x="2696040" y="1461960"/>
              <a:ext cx="1378440" cy="1081440"/>
            </a:xfrm>
            <a:custGeom>
              <a:avLst/>
              <a:gdLst>
                <a:gd name="textAreaLeft" fmla="*/ 0 w 1378440"/>
                <a:gd name="textAreaRight" fmla="*/ 1378800 w 1378440"/>
                <a:gd name="textAreaTop" fmla="*/ 0 h 1081440"/>
                <a:gd name="textAreaBottom" fmla="*/ 1081800 h 1081440"/>
              </a:gdLst>
              <a:ahLst/>
              <a:rect l="textAreaLeft" t="textAreaTop" r="textAreaRight" b="textAreaBottom"/>
              <a:pathLst>
                <a:path w="68942" h="54087">
                  <a:moveTo>
                    <a:pt x="68290" y="692"/>
                  </a:moveTo>
                  <a:lnTo>
                    <a:pt x="68290" y="53395"/>
                  </a:lnTo>
                  <a:lnTo>
                    <a:pt x="652" y="53395"/>
                  </a:lnTo>
                  <a:lnTo>
                    <a:pt x="65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82" y="82"/>
                  </a:cubicBezTo>
                  <a:cubicBezTo>
                    <a:pt x="0" y="163"/>
                    <a:pt x="0" y="244"/>
                    <a:pt x="0" y="326"/>
                  </a:cubicBezTo>
                  <a:lnTo>
                    <a:pt x="0" y="53761"/>
                  </a:lnTo>
                  <a:cubicBezTo>
                    <a:pt x="0" y="53843"/>
                    <a:pt x="0" y="53924"/>
                    <a:pt x="82" y="54005"/>
                  </a:cubicBezTo>
                  <a:cubicBezTo>
                    <a:pt x="163" y="54046"/>
                    <a:pt x="245" y="54087"/>
                    <a:pt x="326" y="54087"/>
                  </a:cubicBezTo>
                  <a:lnTo>
                    <a:pt x="68616" y="54087"/>
                  </a:lnTo>
                  <a:cubicBezTo>
                    <a:pt x="68697" y="54087"/>
                    <a:pt x="68778" y="54046"/>
                    <a:pt x="68860" y="54005"/>
                  </a:cubicBezTo>
                  <a:cubicBezTo>
                    <a:pt x="68901" y="53924"/>
                    <a:pt x="68941" y="53843"/>
                    <a:pt x="68941" y="53761"/>
                  </a:cubicBezTo>
                  <a:lnTo>
                    <a:pt x="68941" y="326"/>
                  </a:lnTo>
                  <a:cubicBezTo>
                    <a:pt x="68941" y="244"/>
                    <a:pt x="68901" y="163"/>
                    <a:pt x="68860" y="82"/>
                  </a:cubicBezTo>
                  <a:cubicBezTo>
                    <a:pt x="68778" y="41"/>
                    <a:pt x="68697" y="0"/>
                    <a:pt x="6861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5" name="Google Shape;1809;p35"/>
            <p:cNvSpPr/>
            <p:nvPr/>
          </p:nvSpPr>
          <p:spPr>
            <a:xfrm>
              <a:off x="2775960" y="1525320"/>
              <a:ext cx="1218960" cy="954360"/>
            </a:xfrm>
            <a:custGeom>
              <a:avLst/>
              <a:gdLst>
                <a:gd name="textAreaLeft" fmla="*/ 0 w 1218960"/>
                <a:gd name="textAreaRight" fmla="*/ 1219320 w 1218960"/>
                <a:gd name="textAreaTop" fmla="*/ 0 h 954360"/>
                <a:gd name="textAreaBottom" fmla="*/ 954720 h 954360"/>
              </a:gdLst>
              <a:ahLst/>
              <a:rect l="textAreaLeft" t="textAreaTop" r="textAreaRight" b="textAreaBottom"/>
              <a:pathLst>
                <a:path w="60965" h="47739">
                  <a:moveTo>
                    <a:pt x="1" y="1"/>
                  </a:moveTo>
                  <a:lnTo>
                    <a:pt x="1" y="47738"/>
                  </a:lnTo>
                  <a:lnTo>
                    <a:pt x="60965" y="47738"/>
                  </a:lnTo>
                  <a:lnTo>
                    <a:pt x="60965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6" name="Google Shape;1810;p35"/>
            <p:cNvSpPr/>
            <p:nvPr/>
          </p:nvSpPr>
          <p:spPr>
            <a:xfrm>
              <a:off x="2768760" y="1518840"/>
              <a:ext cx="1233720" cy="967320"/>
            </a:xfrm>
            <a:custGeom>
              <a:avLst/>
              <a:gdLst>
                <a:gd name="textAreaLeft" fmla="*/ 0 w 1233720"/>
                <a:gd name="textAreaRight" fmla="*/ 1234080 w 1233720"/>
                <a:gd name="textAreaTop" fmla="*/ 0 h 967320"/>
                <a:gd name="textAreaBottom" fmla="*/ 967680 h 967320"/>
              </a:gdLst>
              <a:ahLst/>
              <a:rect l="textAreaLeft" t="textAreaTop" r="textAreaRight" b="textAreaBottom"/>
              <a:pathLst>
                <a:path w="61698" h="48390">
                  <a:moveTo>
                    <a:pt x="61005" y="693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2"/>
                    <a:pt x="123" y="123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48064"/>
                  </a:lnTo>
                  <a:cubicBezTo>
                    <a:pt x="0" y="48146"/>
                    <a:pt x="41" y="48227"/>
                    <a:pt x="123" y="48268"/>
                  </a:cubicBezTo>
                  <a:cubicBezTo>
                    <a:pt x="163" y="48349"/>
                    <a:pt x="245" y="48390"/>
                    <a:pt x="367" y="48390"/>
                  </a:cubicBezTo>
                  <a:lnTo>
                    <a:pt x="61331" y="48390"/>
                  </a:lnTo>
                  <a:cubicBezTo>
                    <a:pt x="61412" y="48390"/>
                    <a:pt x="61494" y="48349"/>
                    <a:pt x="61575" y="48268"/>
                  </a:cubicBezTo>
                  <a:cubicBezTo>
                    <a:pt x="61657" y="48227"/>
                    <a:pt x="61697" y="48146"/>
                    <a:pt x="61697" y="48064"/>
                  </a:cubicBezTo>
                  <a:lnTo>
                    <a:pt x="61697" y="327"/>
                  </a:lnTo>
                  <a:cubicBezTo>
                    <a:pt x="61697" y="245"/>
                    <a:pt x="61657" y="164"/>
                    <a:pt x="61575" y="123"/>
                  </a:cubicBezTo>
                  <a:cubicBezTo>
                    <a:pt x="61494" y="42"/>
                    <a:pt x="61412" y="1"/>
                    <a:pt x="613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7" name="Google Shape;1811;p35"/>
            <p:cNvSpPr/>
            <p:nvPr/>
          </p:nvSpPr>
          <p:spPr>
            <a:xfrm>
              <a:off x="2864520" y="1625400"/>
              <a:ext cx="510120" cy="234000"/>
            </a:xfrm>
            <a:custGeom>
              <a:avLst/>
              <a:gdLst>
                <a:gd name="textAreaLeft" fmla="*/ 0 w 510120"/>
                <a:gd name="textAreaRight" fmla="*/ 510480 w 510120"/>
                <a:gd name="textAreaTop" fmla="*/ 0 h 234000"/>
                <a:gd name="textAreaBottom" fmla="*/ 234360 h 234000"/>
              </a:gdLst>
              <a:ahLst/>
              <a:rect l="textAreaLeft" t="textAreaTop" r="textAreaRight" b="textAreaBottom"/>
              <a:pathLst>
                <a:path w="25518" h="11722">
                  <a:moveTo>
                    <a:pt x="24826" y="692"/>
                  </a:moveTo>
                  <a:lnTo>
                    <a:pt x="24826" y="11070"/>
                  </a:lnTo>
                  <a:lnTo>
                    <a:pt x="652" y="11070"/>
                  </a:lnTo>
                  <a:lnTo>
                    <a:pt x="652" y="692"/>
                  </a:lnTo>
                  <a:close/>
                  <a:moveTo>
                    <a:pt x="1" y="0"/>
                  </a:moveTo>
                  <a:lnTo>
                    <a:pt x="1" y="11721"/>
                  </a:lnTo>
                  <a:lnTo>
                    <a:pt x="25518" y="11721"/>
                  </a:lnTo>
                  <a:lnTo>
                    <a:pt x="25518" y="11396"/>
                  </a:lnTo>
                  <a:lnTo>
                    <a:pt x="2551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8" name="Google Shape;1812;p35"/>
            <p:cNvSpPr/>
            <p:nvPr/>
          </p:nvSpPr>
          <p:spPr>
            <a:xfrm>
              <a:off x="2935440" y="1999800"/>
              <a:ext cx="838080" cy="92520"/>
            </a:xfrm>
            <a:custGeom>
              <a:avLst/>
              <a:gdLst>
                <a:gd name="textAreaLeft" fmla="*/ 0 w 838080"/>
                <a:gd name="textAreaRight" fmla="*/ 838440 w 838080"/>
                <a:gd name="textAreaTop" fmla="*/ 0 h 92520"/>
                <a:gd name="textAreaBottom" fmla="*/ 92880 h 92520"/>
              </a:gdLst>
              <a:ahLst/>
              <a:rect l="textAreaLeft" t="textAreaTop" r="textAreaRight" b="textAreaBottom"/>
              <a:pathLst>
                <a:path w="41919" h="464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21"/>
                    <a:pt x="13227" y="2320"/>
                  </a:cubicBezTo>
                  <a:lnTo>
                    <a:pt x="15913" y="3581"/>
                  </a:lnTo>
                  <a:cubicBezTo>
                    <a:pt x="17419" y="4273"/>
                    <a:pt x="19006" y="4640"/>
                    <a:pt x="20593" y="4640"/>
                  </a:cubicBezTo>
                  <a:cubicBezTo>
                    <a:pt x="22384" y="4640"/>
                    <a:pt x="24215" y="4151"/>
                    <a:pt x="25843" y="3256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38"/>
                  </a:cubicBezTo>
                  <a:lnTo>
                    <a:pt x="25517" y="2686"/>
                  </a:lnTo>
                  <a:cubicBezTo>
                    <a:pt x="23971" y="3500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570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440" bIns="46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09" name="Google Shape;1813;p35"/>
            <p:cNvSpPr/>
            <p:nvPr/>
          </p:nvSpPr>
          <p:spPr>
            <a:xfrm>
              <a:off x="2935440" y="2080440"/>
              <a:ext cx="838080" cy="92520"/>
            </a:xfrm>
            <a:custGeom>
              <a:avLst/>
              <a:gdLst>
                <a:gd name="textAreaLeft" fmla="*/ 0 w 838080"/>
                <a:gd name="textAreaRight" fmla="*/ 838440 w 838080"/>
                <a:gd name="textAreaTop" fmla="*/ 0 h 92520"/>
                <a:gd name="textAreaBottom" fmla="*/ 92880 h 92520"/>
              </a:gdLst>
              <a:ahLst/>
              <a:rect l="textAreaLeft" t="textAreaTop" r="textAreaRight" b="textAreaBottom"/>
              <a:pathLst>
                <a:path w="41919" h="464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62"/>
                    <a:pt x="13227" y="2320"/>
                  </a:cubicBezTo>
                  <a:lnTo>
                    <a:pt x="15913" y="3622"/>
                  </a:lnTo>
                  <a:cubicBezTo>
                    <a:pt x="17419" y="4314"/>
                    <a:pt x="19006" y="4640"/>
                    <a:pt x="20593" y="4640"/>
                  </a:cubicBezTo>
                  <a:cubicBezTo>
                    <a:pt x="22384" y="4640"/>
                    <a:pt x="24215" y="4192"/>
                    <a:pt x="25843" y="3297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79"/>
                  </a:cubicBezTo>
                  <a:lnTo>
                    <a:pt x="25517" y="2686"/>
                  </a:lnTo>
                  <a:cubicBezTo>
                    <a:pt x="24012" y="3541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611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440" bIns="46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0" name="Google Shape;1814;p35"/>
            <p:cNvSpPr/>
            <p:nvPr/>
          </p:nvSpPr>
          <p:spPr>
            <a:xfrm>
              <a:off x="2935440" y="2261880"/>
              <a:ext cx="838080" cy="91800"/>
            </a:xfrm>
            <a:custGeom>
              <a:avLst/>
              <a:gdLst>
                <a:gd name="textAreaLeft" fmla="*/ 0 w 838080"/>
                <a:gd name="textAreaRight" fmla="*/ 838440 w 838080"/>
                <a:gd name="textAreaTop" fmla="*/ 0 h 91800"/>
                <a:gd name="textAreaBottom" fmla="*/ 92160 h 91800"/>
              </a:gdLst>
              <a:ahLst/>
              <a:rect l="textAreaLeft" t="textAreaTop" r="textAreaRight" b="textAreaBottom"/>
              <a:pathLst>
                <a:path w="41919" h="4600">
                  <a:moveTo>
                    <a:pt x="20593" y="1"/>
                  </a:moveTo>
                  <a:cubicBezTo>
                    <a:pt x="19006" y="1"/>
                    <a:pt x="17419" y="326"/>
                    <a:pt x="15913" y="1018"/>
                  </a:cubicBezTo>
                  <a:lnTo>
                    <a:pt x="13227" y="2280"/>
                  </a:lnTo>
                  <a:cubicBezTo>
                    <a:pt x="10907" y="3378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599"/>
                  </a:lnTo>
                  <a:lnTo>
                    <a:pt x="5820" y="4599"/>
                  </a:lnTo>
                  <a:cubicBezTo>
                    <a:pt x="8465" y="4599"/>
                    <a:pt x="11111" y="4030"/>
                    <a:pt x="13512" y="2890"/>
                  </a:cubicBezTo>
                  <a:lnTo>
                    <a:pt x="16198" y="1628"/>
                  </a:lnTo>
                  <a:cubicBezTo>
                    <a:pt x="17581" y="977"/>
                    <a:pt x="19087" y="652"/>
                    <a:pt x="20593" y="652"/>
                  </a:cubicBezTo>
                  <a:cubicBezTo>
                    <a:pt x="22302" y="652"/>
                    <a:pt x="23971" y="1099"/>
                    <a:pt x="25517" y="1913"/>
                  </a:cubicBezTo>
                  <a:lnTo>
                    <a:pt x="26291" y="2361"/>
                  </a:lnTo>
                  <a:cubicBezTo>
                    <a:pt x="28977" y="3826"/>
                    <a:pt x="31988" y="4599"/>
                    <a:pt x="35081" y="4599"/>
                  </a:cubicBezTo>
                  <a:lnTo>
                    <a:pt x="41918" y="4599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175"/>
                    <a:pt x="26616" y="1751"/>
                  </a:cubicBezTo>
                  <a:lnTo>
                    <a:pt x="25843" y="1344"/>
                  </a:lnTo>
                  <a:cubicBezTo>
                    <a:pt x="24215" y="448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080" bIns="46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1" name="Google Shape;1815;p35"/>
            <p:cNvSpPr/>
            <p:nvPr/>
          </p:nvSpPr>
          <p:spPr>
            <a:xfrm>
              <a:off x="2935440" y="2180520"/>
              <a:ext cx="838080" cy="92520"/>
            </a:xfrm>
            <a:custGeom>
              <a:avLst/>
              <a:gdLst>
                <a:gd name="textAreaLeft" fmla="*/ 0 w 838080"/>
                <a:gd name="textAreaRight" fmla="*/ 838440 w 838080"/>
                <a:gd name="textAreaTop" fmla="*/ 0 h 92520"/>
                <a:gd name="textAreaBottom" fmla="*/ 92880 h 92520"/>
              </a:gdLst>
              <a:ahLst/>
              <a:rect l="textAreaLeft" t="textAreaTop" r="textAreaRight" b="textAreaBottom"/>
              <a:pathLst>
                <a:path w="41919" h="4641">
                  <a:moveTo>
                    <a:pt x="20593" y="1"/>
                  </a:moveTo>
                  <a:cubicBezTo>
                    <a:pt x="19006" y="1"/>
                    <a:pt x="17419" y="367"/>
                    <a:pt x="15913" y="1059"/>
                  </a:cubicBezTo>
                  <a:lnTo>
                    <a:pt x="13227" y="2321"/>
                  </a:lnTo>
                  <a:cubicBezTo>
                    <a:pt x="10907" y="3379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640"/>
                  </a:lnTo>
                  <a:lnTo>
                    <a:pt x="5820" y="4640"/>
                  </a:lnTo>
                  <a:cubicBezTo>
                    <a:pt x="8465" y="4640"/>
                    <a:pt x="11111" y="4030"/>
                    <a:pt x="13512" y="2931"/>
                  </a:cubicBezTo>
                  <a:lnTo>
                    <a:pt x="16198" y="1669"/>
                  </a:lnTo>
                  <a:cubicBezTo>
                    <a:pt x="17581" y="1018"/>
                    <a:pt x="19087" y="693"/>
                    <a:pt x="20593" y="693"/>
                  </a:cubicBezTo>
                  <a:cubicBezTo>
                    <a:pt x="22302" y="693"/>
                    <a:pt x="24012" y="1100"/>
                    <a:pt x="25517" y="1954"/>
                  </a:cubicBezTo>
                  <a:lnTo>
                    <a:pt x="26291" y="2402"/>
                  </a:lnTo>
                  <a:cubicBezTo>
                    <a:pt x="28977" y="3867"/>
                    <a:pt x="31988" y="4640"/>
                    <a:pt x="35081" y="4640"/>
                  </a:cubicBezTo>
                  <a:lnTo>
                    <a:pt x="41918" y="4640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216"/>
                    <a:pt x="26616" y="1792"/>
                  </a:cubicBezTo>
                  <a:lnTo>
                    <a:pt x="25843" y="1344"/>
                  </a:lnTo>
                  <a:cubicBezTo>
                    <a:pt x="24215" y="449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440" bIns="46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2" name="Google Shape;1816;p35"/>
            <p:cNvSpPr/>
            <p:nvPr/>
          </p:nvSpPr>
          <p:spPr>
            <a:xfrm>
              <a:off x="3787560" y="1952640"/>
              <a:ext cx="77040" cy="7776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760"/>
                <a:gd name="textAreaBottom" fmla="*/ 78120 h 77760"/>
              </a:gdLst>
              <a:ahLst/>
              <a:rect l="textAreaLeft" t="textAreaTop" r="textAreaRight" b="textAreaBottom"/>
              <a:pathLst>
                <a:path w="3867" h="3908">
                  <a:moveTo>
                    <a:pt x="0" y="1"/>
                  </a:moveTo>
                  <a:lnTo>
                    <a:pt x="0" y="3908"/>
                  </a:lnTo>
                  <a:lnTo>
                    <a:pt x="3866" y="3908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880" bIns="38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3" name="Google Shape;1817;p35"/>
            <p:cNvSpPr/>
            <p:nvPr/>
          </p:nvSpPr>
          <p:spPr>
            <a:xfrm>
              <a:off x="3787560" y="2048760"/>
              <a:ext cx="77040" cy="7704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040"/>
                <a:gd name="textAreaBottom" fmla="*/ 77400 h 77040"/>
              </a:gdLst>
              <a:ahLst/>
              <a:rect l="textAreaLeft" t="textAreaTop" r="textAreaRight" b="textAreaBottom"/>
              <a:pathLst>
                <a:path w="3867" h="3868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520" bIns="385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4" name="Google Shape;1818;p35"/>
            <p:cNvSpPr/>
            <p:nvPr/>
          </p:nvSpPr>
          <p:spPr>
            <a:xfrm>
              <a:off x="3787560" y="2213280"/>
              <a:ext cx="77040" cy="7704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040"/>
                <a:gd name="textAreaBottom" fmla="*/ 77400 h 77040"/>
              </a:gdLst>
              <a:ahLst/>
              <a:rect l="textAreaLeft" t="textAreaTop" r="textAreaRight" b="textAreaBottom"/>
              <a:pathLst>
                <a:path w="3867" h="3867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520" bIns="385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5" name="Google Shape;1819;p35"/>
            <p:cNvSpPr/>
            <p:nvPr/>
          </p:nvSpPr>
          <p:spPr>
            <a:xfrm>
              <a:off x="3787560" y="2308320"/>
              <a:ext cx="77040" cy="7776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760"/>
                <a:gd name="textAreaBottom" fmla="*/ 78120 h 77760"/>
              </a:gdLst>
              <a:ahLst/>
              <a:rect l="textAreaLeft" t="textAreaTop" r="textAreaRight" b="textAreaBottom"/>
              <a:pathLst>
                <a:path w="3867" h="3908">
                  <a:moveTo>
                    <a:pt x="0" y="0"/>
                  </a:moveTo>
                  <a:lnTo>
                    <a:pt x="0" y="3907"/>
                  </a:lnTo>
                  <a:lnTo>
                    <a:pt x="3866" y="3907"/>
                  </a:lnTo>
                  <a:lnTo>
                    <a:pt x="3866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880" bIns="38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6" name="Google Shape;1820;p35"/>
            <p:cNvSpPr/>
            <p:nvPr/>
          </p:nvSpPr>
          <p:spPr>
            <a:xfrm>
              <a:off x="2842560" y="1952640"/>
              <a:ext cx="77040" cy="7776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760"/>
                <a:gd name="textAreaBottom" fmla="*/ 78120 h 77760"/>
              </a:gdLst>
              <a:ahLst/>
              <a:rect l="textAreaLeft" t="textAreaTop" r="textAreaRight" b="textAreaBottom"/>
              <a:pathLst>
                <a:path w="3868" h="3908">
                  <a:moveTo>
                    <a:pt x="1" y="1"/>
                  </a:moveTo>
                  <a:lnTo>
                    <a:pt x="1" y="3908"/>
                  </a:lnTo>
                  <a:lnTo>
                    <a:pt x="3867" y="3908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880" bIns="38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7" name="Google Shape;1821;p35"/>
            <p:cNvSpPr/>
            <p:nvPr/>
          </p:nvSpPr>
          <p:spPr>
            <a:xfrm>
              <a:off x="2842560" y="2048760"/>
              <a:ext cx="77040" cy="7704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040"/>
                <a:gd name="textAreaBottom" fmla="*/ 77400 h 77040"/>
              </a:gdLst>
              <a:ahLst/>
              <a:rect l="textAreaLeft" t="textAreaTop" r="textAreaRight" b="textAreaBottom"/>
              <a:pathLst>
                <a:path w="3868" h="3868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520" bIns="385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8" name="Google Shape;1822;p35"/>
            <p:cNvSpPr/>
            <p:nvPr/>
          </p:nvSpPr>
          <p:spPr>
            <a:xfrm>
              <a:off x="2842560" y="2213280"/>
              <a:ext cx="77040" cy="7704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040"/>
                <a:gd name="textAreaBottom" fmla="*/ 77400 h 77040"/>
              </a:gdLst>
              <a:ahLst/>
              <a:rect l="textAreaLeft" t="textAreaTop" r="textAreaRight" b="textAreaBottom"/>
              <a:pathLst>
                <a:path w="3868" h="3867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520" bIns="385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19" name="Google Shape;1823;p35"/>
            <p:cNvSpPr/>
            <p:nvPr/>
          </p:nvSpPr>
          <p:spPr>
            <a:xfrm>
              <a:off x="2842560" y="2308320"/>
              <a:ext cx="77040" cy="77760"/>
            </a:xfrm>
            <a:custGeom>
              <a:avLst/>
              <a:gdLst>
                <a:gd name="textAreaLeft" fmla="*/ 0 w 77040"/>
                <a:gd name="textAreaRight" fmla="*/ 77400 w 77040"/>
                <a:gd name="textAreaTop" fmla="*/ 0 h 77760"/>
                <a:gd name="textAreaBottom" fmla="*/ 78120 h 77760"/>
              </a:gdLst>
              <a:ahLst/>
              <a:rect l="textAreaLeft" t="textAreaTop" r="textAreaRight" b="textAreaBottom"/>
              <a:pathLst>
                <a:path w="3868" h="3908">
                  <a:moveTo>
                    <a:pt x="1" y="0"/>
                  </a:moveTo>
                  <a:lnTo>
                    <a:pt x="1" y="3907"/>
                  </a:lnTo>
                  <a:lnTo>
                    <a:pt x="3867" y="3907"/>
                  </a:lnTo>
                  <a:lnTo>
                    <a:pt x="3867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880" bIns="38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0" name="Google Shape;1824;p35"/>
            <p:cNvSpPr/>
            <p:nvPr/>
          </p:nvSpPr>
          <p:spPr>
            <a:xfrm>
              <a:off x="3439440" y="161172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7" h="13431">
                  <a:moveTo>
                    <a:pt x="367" y="82"/>
                  </a:moveTo>
                  <a:cubicBezTo>
                    <a:pt x="164" y="82"/>
                    <a:pt x="1" y="245"/>
                    <a:pt x="1" y="448"/>
                  </a:cubicBezTo>
                  <a:cubicBezTo>
                    <a:pt x="1" y="692"/>
                    <a:pt x="164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21" y="692"/>
                    <a:pt x="2321" y="448"/>
                  </a:cubicBezTo>
                  <a:cubicBezTo>
                    <a:pt x="232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297" y="245"/>
                    <a:pt x="3297" y="448"/>
                  </a:cubicBezTo>
                  <a:cubicBezTo>
                    <a:pt x="3297" y="692"/>
                    <a:pt x="3501" y="855"/>
                    <a:pt x="3704" y="855"/>
                  </a:cubicBezTo>
                  <a:lnTo>
                    <a:pt x="7815" y="855"/>
                  </a:lnTo>
                  <a:cubicBezTo>
                    <a:pt x="8059" y="855"/>
                    <a:pt x="8222" y="692"/>
                    <a:pt x="8222" y="448"/>
                  </a:cubicBezTo>
                  <a:cubicBezTo>
                    <a:pt x="8222" y="245"/>
                    <a:pt x="8059" y="82"/>
                    <a:pt x="7815" y="82"/>
                  </a:cubicBezTo>
                  <a:close/>
                  <a:moveTo>
                    <a:pt x="9565" y="0"/>
                  </a:moveTo>
                  <a:cubicBezTo>
                    <a:pt x="9320" y="0"/>
                    <a:pt x="9117" y="204"/>
                    <a:pt x="9117" y="448"/>
                  </a:cubicBezTo>
                  <a:cubicBezTo>
                    <a:pt x="9117" y="692"/>
                    <a:pt x="9320" y="896"/>
                    <a:pt x="9565" y="896"/>
                  </a:cubicBezTo>
                  <a:cubicBezTo>
                    <a:pt x="9850" y="896"/>
                    <a:pt x="10053" y="692"/>
                    <a:pt x="10053" y="448"/>
                  </a:cubicBezTo>
                  <a:cubicBezTo>
                    <a:pt x="10053" y="204"/>
                    <a:pt x="9850" y="0"/>
                    <a:pt x="956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48"/>
                  </a:cubicBezTo>
                  <a:cubicBezTo>
                    <a:pt x="10501" y="692"/>
                    <a:pt x="10704" y="896"/>
                    <a:pt x="10948" y="896"/>
                  </a:cubicBezTo>
                  <a:cubicBezTo>
                    <a:pt x="11193" y="896"/>
                    <a:pt x="11396" y="692"/>
                    <a:pt x="11396" y="448"/>
                  </a:cubicBezTo>
                  <a:cubicBezTo>
                    <a:pt x="11396" y="204"/>
                    <a:pt x="11193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48"/>
                  </a:cubicBezTo>
                  <a:cubicBezTo>
                    <a:pt x="11844" y="692"/>
                    <a:pt x="12047" y="896"/>
                    <a:pt x="12291" y="896"/>
                  </a:cubicBezTo>
                  <a:cubicBezTo>
                    <a:pt x="12536" y="896"/>
                    <a:pt x="12739" y="692"/>
                    <a:pt x="12739" y="448"/>
                  </a:cubicBezTo>
                  <a:cubicBezTo>
                    <a:pt x="12739" y="204"/>
                    <a:pt x="12536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48"/>
                  </a:cubicBezTo>
                  <a:cubicBezTo>
                    <a:pt x="13187" y="692"/>
                    <a:pt x="13390" y="896"/>
                    <a:pt x="13634" y="896"/>
                  </a:cubicBezTo>
                  <a:cubicBezTo>
                    <a:pt x="13879" y="896"/>
                    <a:pt x="14082" y="692"/>
                    <a:pt x="14082" y="448"/>
                  </a:cubicBezTo>
                  <a:cubicBezTo>
                    <a:pt x="14082" y="204"/>
                    <a:pt x="13879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48"/>
                  </a:cubicBezTo>
                  <a:cubicBezTo>
                    <a:pt x="14530" y="692"/>
                    <a:pt x="14733" y="896"/>
                    <a:pt x="14977" y="896"/>
                  </a:cubicBezTo>
                  <a:cubicBezTo>
                    <a:pt x="15222" y="896"/>
                    <a:pt x="15425" y="692"/>
                    <a:pt x="15425" y="448"/>
                  </a:cubicBezTo>
                  <a:cubicBezTo>
                    <a:pt x="15425" y="204"/>
                    <a:pt x="15222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48"/>
                  </a:cubicBezTo>
                  <a:cubicBezTo>
                    <a:pt x="15873" y="692"/>
                    <a:pt x="16076" y="896"/>
                    <a:pt x="16320" y="896"/>
                  </a:cubicBezTo>
                  <a:cubicBezTo>
                    <a:pt x="16565" y="896"/>
                    <a:pt x="16768" y="692"/>
                    <a:pt x="16768" y="448"/>
                  </a:cubicBezTo>
                  <a:cubicBezTo>
                    <a:pt x="16768" y="204"/>
                    <a:pt x="16565" y="0"/>
                    <a:pt x="16320" y="0"/>
                  </a:cubicBezTo>
                  <a:close/>
                  <a:moveTo>
                    <a:pt x="367" y="1873"/>
                  </a:moveTo>
                  <a:cubicBezTo>
                    <a:pt x="164" y="1873"/>
                    <a:pt x="1" y="2035"/>
                    <a:pt x="1" y="2239"/>
                  </a:cubicBezTo>
                  <a:cubicBezTo>
                    <a:pt x="1" y="2483"/>
                    <a:pt x="164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21" y="2483"/>
                    <a:pt x="2321" y="2239"/>
                  </a:cubicBezTo>
                  <a:cubicBezTo>
                    <a:pt x="2321" y="2035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297" y="2035"/>
                    <a:pt x="3297" y="2239"/>
                  </a:cubicBezTo>
                  <a:cubicBezTo>
                    <a:pt x="3297" y="2483"/>
                    <a:pt x="3501" y="2646"/>
                    <a:pt x="3704" y="2646"/>
                  </a:cubicBezTo>
                  <a:lnTo>
                    <a:pt x="7815" y="2646"/>
                  </a:lnTo>
                  <a:cubicBezTo>
                    <a:pt x="8059" y="2646"/>
                    <a:pt x="8222" y="2483"/>
                    <a:pt x="8222" y="2239"/>
                  </a:cubicBezTo>
                  <a:cubicBezTo>
                    <a:pt x="8222" y="2035"/>
                    <a:pt x="8059" y="1873"/>
                    <a:pt x="7815" y="1873"/>
                  </a:cubicBezTo>
                  <a:close/>
                  <a:moveTo>
                    <a:pt x="367" y="3663"/>
                  </a:moveTo>
                  <a:cubicBezTo>
                    <a:pt x="164" y="3663"/>
                    <a:pt x="1" y="3826"/>
                    <a:pt x="1" y="4070"/>
                  </a:cubicBezTo>
                  <a:cubicBezTo>
                    <a:pt x="1" y="4274"/>
                    <a:pt x="164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21" y="4274"/>
                    <a:pt x="2321" y="4070"/>
                  </a:cubicBezTo>
                  <a:cubicBezTo>
                    <a:pt x="232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297" y="3826"/>
                    <a:pt x="3297" y="4070"/>
                  </a:cubicBezTo>
                  <a:cubicBezTo>
                    <a:pt x="3297" y="4274"/>
                    <a:pt x="3501" y="4436"/>
                    <a:pt x="3704" y="4436"/>
                  </a:cubicBezTo>
                  <a:lnTo>
                    <a:pt x="781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26"/>
                    <a:pt x="8059" y="3663"/>
                    <a:pt x="7815" y="3663"/>
                  </a:cubicBezTo>
                  <a:close/>
                  <a:moveTo>
                    <a:pt x="9565" y="3623"/>
                  </a:moveTo>
                  <a:cubicBezTo>
                    <a:pt x="9320" y="3623"/>
                    <a:pt x="9117" y="3826"/>
                    <a:pt x="9117" y="4070"/>
                  </a:cubicBezTo>
                  <a:cubicBezTo>
                    <a:pt x="9117" y="4314"/>
                    <a:pt x="9320" y="4518"/>
                    <a:pt x="9565" y="4518"/>
                  </a:cubicBezTo>
                  <a:cubicBezTo>
                    <a:pt x="9850" y="4518"/>
                    <a:pt x="10053" y="4314"/>
                    <a:pt x="10053" y="4070"/>
                  </a:cubicBezTo>
                  <a:cubicBezTo>
                    <a:pt x="10053" y="3826"/>
                    <a:pt x="9850" y="3623"/>
                    <a:pt x="956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3" y="4518"/>
                    <a:pt x="11396" y="4314"/>
                    <a:pt x="11396" y="4070"/>
                  </a:cubicBezTo>
                  <a:cubicBezTo>
                    <a:pt x="11396" y="3826"/>
                    <a:pt x="11193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6" y="4518"/>
                    <a:pt x="12739" y="4314"/>
                    <a:pt x="12739" y="4070"/>
                  </a:cubicBezTo>
                  <a:cubicBezTo>
                    <a:pt x="12739" y="3826"/>
                    <a:pt x="12536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9" y="4518"/>
                    <a:pt x="14082" y="4314"/>
                    <a:pt x="14082" y="4070"/>
                  </a:cubicBezTo>
                  <a:cubicBezTo>
                    <a:pt x="14082" y="3826"/>
                    <a:pt x="13879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2" y="4518"/>
                    <a:pt x="15425" y="4314"/>
                    <a:pt x="15425" y="4070"/>
                  </a:cubicBezTo>
                  <a:cubicBezTo>
                    <a:pt x="15425" y="3826"/>
                    <a:pt x="15222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5" y="4518"/>
                    <a:pt x="16768" y="4314"/>
                    <a:pt x="16768" y="4070"/>
                  </a:cubicBezTo>
                  <a:cubicBezTo>
                    <a:pt x="16768" y="3826"/>
                    <a:pt x="16565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4" y="5454"/>
                    <a:pt x="1" y="5617"/>
                    <a:pt x="1" y="5861"/>
                  </a:cubicBezTo>
                  <a:cubicBezTo>
                    <a:pt x="1" y="6064"/>
                    <a:pt x="164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21" y="6064"/>
                    <a:pt x="2321" y="5861"/>
                  </a:cubicBezTo>
                  <a:cubicBezTo>
                    <a:pt x="232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297" y="5617"/>
                    <a:pt x="3297" y="5861"/>
                  </a:cubicBezTo>
                  <a:cubicBezTo>
                    <a:pt x="3297" y="6064"/>
                    <a:pt x="3501" y="6227"/>
                    <a:pt x="3704" y="6227"/>
                  </a:cubicBezTo>
                  <a:lnTo>
                    <a:pt x="781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17"/>
                    <a:pt x="8059" y="5454"/>
                    <a:pt x="7815" y="5454"/>
                  </a:cubicBezTo>
                  <a:close/>
                  <a:moveTo>
                    <a:pt x="367" y="7245"/>
                  </a:moveTo>
                  <a:cubicBezTo>
                    <a:pt x="164" y="7245"/>
                    <a:pt x="1" y="7448"/>
                    <a:pt x="1" y="7652"/>
                  </a:cubicBezTo>
                  <a:cubicBezTo>
                    <a:pt x="1" y="7855"/>
                    <a:pt x="164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21" y="7855"/>
                    <a:pt x="2321" y="7652"/>
                  </a:cubicBezTo>
                  <a:cubicBezTo>
                    <a:pt x="2321" y="744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297" y="7448"/>
                    <a:pt x="3297" y="7652"/>
                  </a:cubicBezTo>
                  <a:cubicBezTo>
                    <a:pt x="3297" y="7855"/>
                    <a:pt x="3501" y="8018"/>
                    <a:pt x="3704" y="8018"/>
                  </a:cubicBezTo>
                  <a:lnTo>
                    <a:pt x="7815" y="8018"/>
                  </a:lnTo>
                  <a:cubicBezTo>
                    <a:pt x="8059" y="8018"/>
                    <a:pt x="8222" y="7855"/>
                    <a:pt x="8222" y="7652"/>
                  </a:cubicBezTo>
                  <a:cubicBezTo>
                    <a:pt x="8222" y="7448"/>
                    <a:pt x="8059" y="7245"/>
                    <a:pt x="7815" y="7245"/>
                  </a:cubicBezTo>
                  <a:close/>
                  <a:moveTo>
                    <a:pt x="14204" y="8750"/>
                  </a:moveTo>
                  <a:cubicBezTo>
                    <a:pt x="13960" y="8750"/>
                    <a:pt x="13756" y="895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3" y="8750"/>
                    <a:pt x="15099" y="895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6" y="8750"/>
                    <a:pt x="16442" y="895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9" y="8750"/>
                    <a:pt x="17785" y="895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2" y="8750"/>
                    <a:pt x="19128" y="895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5" y="8750"/>
                    <a:pt x="20471" y="895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54"/>
                    <a:pt x="21163" y="8750"/>
                    <a:pt x="20919" y="8750"/>
                  </a:cubicBezTo>
                  <a:close/>
                  <a:moveTo>
                    <a:pt x="367" y="9076"/>
                  </a:moveTo>
                  <a:cubicBezTo>
                    <a:pt x="164" y="9076"/>
                    <a:pt x="1" y="9239"/>
                    <a:pt x="1" y="9442"/>
                  </a:cubicBezTo>
                  <a:cubicBezTo>
                    <a:pt x="1" y="9646"/>
                    <a:pt x="164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21" y="9646"/>
                    <a:pt x="2321" y="9442"/>
                  </a:cubicBezTo>
                  <a:cubicBezTo>
                    <a:pt x="2321" y="9239"/>
                    <a:pt x="2158" y="9076"/>
                    <a:pt x="1954" y="9076"/>
                  </a:cubicBezTo>
                  <a:close/>
                  <a:moveTo>
                    <a:pt x="862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4" y="10867"/>
                    <a:pt x="1" y="11029"/>
                    <a:pt x="1" y="11233"/>
                  </a:cubicBezTo>
                  <a:cubicBezTo>
                    <a:pt x="1" y="11436"/>
                    <a:pt x="164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21" y="11436"/>
                    <a:pt x="2321" y="11233"/>
                  </a:cubicBezTo>
                  <a:cubicBezTo>
                    <a:pt x="2321" y="11029"/>
                    <a:pt x="2158" y="10867"/>
                    <a:pt x="1954" y="10867"/>
                  </a:cubicBezTo>
                  <a:close/>
                  <a:moveTo>
                    <a:pt x="862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9" y="11640"/>
                  </a:cubicBezTo>
                  <a:lnTo>
                    <a:pt x="12780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57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57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57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57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57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57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57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57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57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57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57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57"/>
                    <a:pt x="21163" y="12495"/>
                    <a:pt x="20919" y="12495"/>
                  </a:cubicBezTo>
                  <a:close/>
                  <a:moveTo>
                    <a:pt x="367" y="12657"/>
                  </a:moveTo>
                  <a:cubicBezTo>
                    <a:pt x="164" y="12657"/>
                    <a:pt x="1" y="12820"/>
                    <a:pt x="1" y="13024"/>
                  </a:cubicBezTo>
                  <a:cubicBezTo>
                    <a:pt x="1" y="13268"/>
                    <a:pt x="164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21" y="13268"/>
                    <a:pt x="2321" y="13024"/>
                  </a:cubicBezTo>
                  <a:cubicBezTo>
                    <a:pt x="2321" y="12820"/>
                    <a:pt x="2158" y="12657"/>
                    <a:pt x="1954" y="12657"/>
                  </a:cubicBezTo>
                  <a:close/>
                  <a:moveTo>
                    <a:pt x="8629" y="12657"/>
                  </a:moveTo>
                  <a:cubicBezTo>
                    <a:pt x="8425" y="12657"/>
                    <a:pt x="8262" y="12820"/>
                    <a:pt x="8262" y="13024"/>
                  </a:cubicBezTo>
                  <a:cubicBezTo>
                    <a:pt x="8262" y="13268"/>
                    <a:pt x="8425" y="13431"/>
                    <a:pt x="862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2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1" name="Google Shape;1825;p35"/>
            <p:cNvSpPr/>
            <p:nvPr/>
          </p:nvSpPr>
          <p:spPr>
            <a:xfrm>
              <a:off x="2161440" y="4352400"/>
              <a:ext cx="525600" cy="58320"/>
            </a:xfrm>
            <a:custGeom>
              <a:avLst/>
              <a:gdLst>
                <a:gd name="textAreaLeft" fmla="*/ 0 w 525600"/>
                <a:gd name="textAreaRight" fmla="*/ 525960 w 525600"/>
                <a:gd name="textAreaTop" fmla="*/ 0 h 58320"/>
                <a:gd name="textAreaBottom" fmla="*/ 58680 h 58320"/>
              </a:gdLst>
              <a:ahLst/>
              <a:rect l="textAreaLeft" t="textAreaTop" r="textAreaRight" b="textAreaBottom"/>
              <a:pathLst>
                <a:path w="26291" h="2931">
                  <a:moveTo>
                    <a:pt x="5088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3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6" y="2890"/>
                    <a:pt x="23157" y="2849"/>
                  </a:cubicBezTo>
                  <a:lnTo>
                    <a:pt x="26047" y="651"/>
                  </a:lnTo>
                  <a:cubicBezTo>
                    <a:pt x="26291" y="448"/>
                    <a:pt x="26169" y="0"/>
                    <a:pt x="25802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9160" bIns="29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2" name="Google Shape;1826;p35"/>
            <p:cNvSpPr/>
            <p:nvPr/>
          </p:nvSpPr>
          <p:spPr>
            <a:xfrm>
              <a:off x="2157480" y="4345560"/>
              <a:ext cx="533520" cy="71280"/>
            </a:xfrm>
            <a:custGeom>
              <a:avLst/>
              <a:gdLst>
                <a:gd name="textAreaLeft" fmla="*/ 0 w 533520"/>
                <a:gd name="textAreaRight" fmla="*/ 533880 w 533520"/>
                <a:gd name="textAreaTop" fmla="*/ 0 h 71280"/>
                <a:gd name="textAreaBottom" fmla="*/ 71640 h 71280"/>
              </a:gdLst>
              <a:ahLst/>
              <a:rect l="textAreaLeft" t="textAreaTop" r="textAreaRight" b="textAreaBottom"/>
              <a:pathLst>
                <a:path w="26699" h="3582">
                  <a:moveTo>
                    <a:pt x="26047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88" y="41"/>
                  </a:lnTo>
                  <a:lnTo>
                    <a:pt x="5007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2" y="3256"/>
                    <a:pt x="164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1"/>
                    <a:pt x="23565" y="3460"/>
                  </a:cubicBez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8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5640" bIns="356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3" name="Google Shape;1827;p35"/>
            <p:cNvSpPr/>
            <p:nvPr/>
          </p:nvSpPr>
          <p:spPr>
            <a:xfrm>
              <a:off x="2405520" y="4072320"/>
              <a:ext cx="81720" cy="313920"/>
            </a:xfrm>
            <a:custGeom>
              <a:avLst/>
              <a:gdLst>
                <a:gd name="textAreaLeft" fmla="*/ 0 w 81720"/>
                <a:gd name="textAreaRight" fmla="*/ 82080 w 81720"/>
                <a:gd name="textAreaTop" fmla="*/ 0 h 313920"/>
                <a:gd name="textAreaBottom" fmla="*/ 314280 h 313920"/>
              </a:gdLst>
              <a:ahLst/>
              <a:rect l="textAreaLeft" t="textAreaTop" r="textAreaRight" b="textAreaBottom"/>
              <a:pathLst>
                <a:path w="4111" h="15710">
                  <a:moveTo>
                    <a:pt x="1" y="0"/>
                  </a:moveTo>
                  <a:lnTo>
                    <a:pt x="1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4" name="Google Shape;1828;p35"/>
            <p:cNvSpPr/>
            <p:nvPr/>
          </p:nvSpPr>
          <p:spPr>
            <a:xfrm>
              <a:off x="2399040" y="4064760"/>
              <a:ext cx="95760" cy="32760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327600"/>
                <a:gd name="textAreaBottom" fmla="*/ 327960 h 327600"/>
              </a:gdLst>
              <a:ahLst/>
              <a:rect l="textAreaLeft" t="textAreaTop" r="textAreaRight" b="textAreaBottom"/>
              <a:pathLst>
                <a:path w="4804" h="16402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7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2" y="16239"/>
                    <a:pt x="82" y="16320"/>
                  </a:cubicBezTo>
                  <a:cubicBezTo>
                    <a:pt x="164" y="16361"/>
                    <a:pt x="245" y="16402"/>
                    <a:pt x="327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3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3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5" name="Google Shape;1829;p35"/>
            <p:cNvSpPr/>
            <p:nvPr/>
          </p:nvSpPr>
          <p:spPr>
            <a:xfrm>
              <a:off x="2392560" y="4072320"/>
              <a:ext cx="108000" cy="227520"/>
            </a:xfrm>
            <a:custGeom>
              <a:avLst/>
              <a:gdLst>
                <a:gd name="textAreaLeft" fmla="*/ 0 w 108000"/>
                <a:gd name="textAreaRight" fmla="*/ 108360 w 108000"/>
                <a:gd name="textAreaTop" fmla="*/ 0 h 227520"/>
                <a:gd name="textAreaBottom" fmla="*/ 227880 h 227520"/>
              </a:gdLst>
              <a:ahLst/>
              <a:rect l="textAreaLeft" t="textAreaTop" r="textAreaRight" b="textAreaBottom"/>
              <a:pathLst>
                <a:path w="5414" h="11396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6" name="Google Shape;1830;p35"/>
            <p:cNvSpPr/>
            <p:nvPr/>
          </p:nvSpPr>
          <p:spPr>
            <a:xfrm>
              <a:off x="2386080" y="4064760"/>
              <a:ext cx="121680" cy="241560"/>
            </a:xfrm>
            <a:custGeom>
              <a:avLst/>
              <a:gdLst>
                <a:gd name="textAreaLeft" fmla="*/ 0 w 121680"/>
                <a:gd name="textAreaRight" fmla="*/ 122040 w 121680"/>
                <a:gd name="textAreaTop" fmla="*/ 0 h 241560"/>
                <a:gd name="textAreaBottom" fmla="*/ 241920 h 241560"/>
              </a:gdLst>
              <a:ahLst/>
              <a:rect l="textAreaLeft" t="textAreaTop" r="textAreaRight" b="textAreaBottom"/>
              <a:pathLst>
                <a:path w="6106" h="12088">
                  <a:moveTo>
                    <a:pt x="5414" y="693"/>
                  </a:moveTo>
                  <a:lnTo>
                    <a:pt x="5414" y="11437"/>
                  </a:lnTo>
                  <a:lnTo>
                    <a:pt x="693" y="11437"/>
                  </a:lnTo>
                  <a:lnTo>
                    <a:pt x="693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2" y="11925"/>
                    <a:pt x="82" y="12007"/>
                  </a:cubicBezTo>
                  <a:cubicBezTo>
                    <a:pt x="164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61" y="12088"/>
                    <a:pt x="5943" y="12088"/>
                    <a:pt x="5983" y="12007"/>
                  </a:cubicBezTo>
                  <a:cubicBezTo>
                    <a:pt x="6065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5" y="164"/>
                    <a:pt x="5983" y="123"/>
                  </a:cubicBezTo>
                  <a:cubicBezTo>
                    <a:pt x="5943" y="42"/>
                    <a:pt x="5861" y="1"/>
                    <a:pt x="573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7" name="Google Shape;1831;p35"/>
            <p:cNvSpPr/>
            <p:nvPr/>
          </p:nvSpPr>
          <p:spPr>
            <a:xfrm>
              <a:off x="1783800" y="3026160"/>
              <a:ext cx="1365480" cy="1068480"/>
            </a:xfrm>
            <a:custGeom>
              <a:avLst/>
              <a:gdLst>
                <a:gd name="textAreaLeft" fmla="*/ 0 w 1365480"/>
                <a:gd name="textAreaRight" fmla="*/ 1365840 w 1365480"/>
                <a:gd name="textAreaTop" fmla="*/ 0 h 1068480"/>
                <a:gd name="textAreaBottom" fmla="*/ 1068840 h 1068480"/>
              </a:gdLst>
              <a:ahLst/>
              <a:rect l="textAreaLeft" t="textAreaTop" r="textAreaRight" b="textAreaBottom"/>
              <a:pathLst>
                <a:path w="68291" h="53436">
                  <a:moveTo>
                    <a:pt x="1" y="0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8" name="Google Shape;1832;p35"/>
            <p:cNvSpPr/>
            <p:nvPr/>
          </p:nvSpPr>
          <p:spPr>
            <a:xfrm>
              <a:off x="1776600" y="3019680"/>
              <a:ext cx="1379160" cy="1081440"/>
            </a:xfrm>
            <a:custGeom>
              <a:avLst/>
              <a:gdLst>
                <a:gd name="textAreaLeft" fmla="*/ 0 w 1379160"/>
                <a:gd name="textAreaRight" fmla="*/ 1379520 w 1379160"/>
                <a:gd name="textAreaTop" fmla="*/ 0 h 1081440"/>
                <a:gd name="textAreaBottom" fmla="*/ 1081800 h 1081440"/>
              </a:gdLst>
              <a:ahLst/>
              <a:rect l="textAreaLeft" t="textAreaTop" r="textAreaRight" b="textAreaBottom"/>
              <a:pathLst>
                <a:path w="68983" h="54088">
                  <a:moveTo>
                    <a:pt x="68290" y="693"/>
                  </a:moveTo>
                  <a:lnTo>
                    <a:pt x="68290" y="53395"/>
                  </a:lnTo>
                  <a:lnTo>
                    <a:pt x="693" y="5339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3" y="41"/>
                    <a:pt x="123" y="82"/>
                  </a:cubicBezTo>
                  <a:cubicBezTo>
                    <a:pt x="41" y="163"/>
                    <a:pt x="1" y="245"/>
                    <a:pt x="1" y="326"/>
                  </a:cubicBezTo>
                  <a:lnTo>
                    <a:pt x="1" y="53762"/>
                  </a:lnTo>
                  <a:cubicBezTo>
                    <a:pt x="1" y="53843"/>
                    <a:pt x="41" y="53924"/>
                    <a:pt x="123" y="54006"/>
                  </a:cubicBezTo>
                  <a:cubicBezTo>
                    <a:pt x="163" y="54047"/>
                    <a:pt x="286" y="54087"/>
                    <a:pt x="367" y="54087"/>
                  </a:cubicBezTo>
                  <a:lnTo>
                    <a:pt x="68657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2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2" y="163"/>
                    <a:pt x="68901" y="82"/>
                  </a:cubicBezTo>
                  <a:cubicBezTo>
                    <a:pt x="68819" y="41"/>
                    <a:pt x="68738" y="1"/>
                    <a:pt x="6865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29" name="Google Shape;1833;p35"/>
            <p:cNvSpPr/>
            <p:nvPr/>
          </p:nvSpPr>
          <p:spPr>
            <a:xfrm>
              <a:off x="1856160" y="3083400"/>
              <a:ext cx="1219680" cy="954360"/>
            </a:xfrm>
            <a:custGeom>
              <a:avLst/>
              <a:gdLst>
                <a:gd name="textAreaLeft" fmla="*/ 0 w 1219680"/>
                <a:gd name="textAreaRight" fmla="*/ 1220040 w 1219680"/>
                <a:gd name="textAreaTop" fmla="*/ 0 h 954360"/>
                <a:gd name="textAreaBottom" fmla="*/ 954720 h 954360"/>
              </a:gdLst>
              <a:ahLst/>
              <a:rect l="textAreaLeft" t="textAreaTop" r="textAreaRight" b="textAreaBottom"/>
              <a:pathLst>
                <a:path w="61005" h="47738">
                  <a:moveTo>
                    <a:pt x="0" y="0"/>
                  </a:moveTo>
                  <a:lnTo>
                    <a:pt x="0" y="47738"/>
                  </a:lnTo>
                  <a:lnTo>
                    <a:pt x="61005" y="47738"/>
                  </a:lnTo>
                  <a:lnTo>
                    <a:pt x="61005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0" name="Google Shape;1834;p35"/>
            <p:cNvSpPr/>
            <p:nvPr/>
          </p:nvSpPr>
          <p:spPr>
            <a:xfrm>
              <a:off x="1849680" y="3076920"/>
              <a:ext cx="1232640" cy="967320"/>
            </a:xfrm>
            <a:custGeom>
              <a:avLst/>
              <a:gdLst>
                <a:gd name="textAreaLeft" fmla="*/ 0 w 1232640"/>
                <a:gd name="textAreaRight" fmla="*/ 1233000 w 1232640"/>
                <a:gd name="textAreaTop" fmla="*/ 0 h 967320"/>
                <a:gd name="textAreaBottom" fmla="*/ 967680 h 967320"/>
              </a:gdLst>
              <a:ahLst/>
              <a:rect l="textAreaLeft" t="textAreaTop" r="textAreaRight" b="textAreaBottom"/>
              <a:pathLst>
                <a:path w="61657" h="4839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123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3" y="48267"/>
                  </a:cubicBezTo>
                  <a:cubicBezTo>
                    <a:pt x="163" y="48349"/>
                    <a:pt x="245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4" y="48349"/>
                    <a:pt x="61575" y="48267"/>
                  </a:cubicBezTo>
                  <a:cubicBezTo>
                    <a:pt x="61616" y="48227"/>
                    <a:pt x="61657" y="48145"/>
                    <a:pt x="61657" y="48064"/>
                  </a:cubicBezTo>
                  <a:lnTo>
                    <a:pt x="61657" y="326"/>
                  </a:lnTo>
                  <a:cubicBezTo>
                    <a:pt x="61657" y="245"/>
                    <a:pt x="61616" y="163"/>
                    <a:pt x="61575" y="123"/>
                  </a:cubicBezTo>
                  <a:cubicBezTo>
                    <a:pt x="61494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1" name="Google Shape;1835;p35"/>
            <p:cNvSpPr/>
            <p:nvPr/>
          </p:nvSpPr>
          <p:spPr>
            <a:xfrm>
              <a:off x="2088000" y="313200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7" h="13431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8" y="856"/>
                    <a:pt x="2361" y="693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3"/>
                    <a:pt x="3501" y="856"/>
                    <a:pt x="3704" y="856"/>
                  </a:cubicBezTo>
                  <a:lnTo>
                    <a:pt x="7855" y="856"/>
                  </a:lnTo>
                  <a:cubicBezTo>
                    <a:pt x="8059" y="856"/>
                    <a:pt x="8222" y="693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89"/>
                  </a:cubicBezTo>
                  <a:cubicBezTo>
                    <a:pt x="9158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89"/>
                  </a:cubicBezTo>
                  <a:cubicBezTo>
                    <a:pt x="10501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89"/>
                  </a:cubicBezTo>
                  <a:cubicBezTo>
                    <a:pt x="11844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89"/>
                  </a:cubicBezTo>
                  <a:cubicBezTo>
                    <a:pt x="13187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89"/>
                  </a:cubicBezTo>
                  <a:cubicBezTo>
                    <a:pt x="14530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89"/>
                  </a:cubicBezTo>
                  <a:cubicBezTo>
                    <a:pt x="15873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1" y="2036"/>
                    <a:pt x="1" y="2280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80"/>
                  </a:cubicBezTo>
                  <a:cubicBezTo>
                    <a:pt x="2361" y="2036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338" y="2036"/>
                    <a:pt x="3338" y="2280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80"/>
                  </a:cubicBezTo>
                  <a:cubicBezTo>
                    <a:pt x="8222" y="2036"/>
                    <a:pt x="8059" y="1873"/>
                    <a:pt x="7855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1" y="3867"/>
                    <a:pt x="1" y="4071"/>
                  </a:cubicBezTo>
                  <a:cubicBezTo>
                    <a:pt x="1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74"/>
                    <a:pt x="2361" y="4071"/>
                  </a:cubicBezTo>
                  <a:cubicBezTo>
                    <a:pt x="2361" y="3867"/>
                    <a:pt x="2158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1" y="3664"/>
                    <a:pt x="3338" y="3867"/>
                    <a:pt x="3338" y="4071"/>
                  </a:cubicBezTo>
                  <a:cubicBezTo>
                    <a:pt x="3338" y="4274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74"/>
                    <a:pt x="8222" y="4071"/>
                  </a:cubicBezTo>
                  <a:cubicBezTo>
                    <a:pt x="8222" y="3867"/>
                    <a:pt x="8059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8" y="3826"/>
                    <a:pt x="9158" y="4071"/>
                  </a:cubicBezTo>
                  <a:cubicBezTo>
                    <a:pt x="9158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1"/>
                  </a:cubicBezTo>
                  <a:cubicBezTo>
                    <a:pt x="10501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1"/>
                  </a:cubicBezTo>
                  <a:cubicBezTo>
                    <a:pt x="11844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1"/>
                  </a:cubicBezTo>
                  <a:cubicBezTo>
                    <a:pt x="13187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1"/>
                  </a:cubicBezTo>
                  <a:cubicBezTo>
                    <a:pt x="14530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1"/>
                  </a:cubicBezTo>
                  <a:cubicBezTo>
                    <a:pt x="15873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8"/>
                    <a:pt x="1" y="5861"/>
                  </a:cubicBezTo>
                  <a:cubicBezTo>
                    <a:pt x="1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8" y="6228"/>
                    <a:pt x="2361" y="6065"/>
                    <a:pt x="2361" y="5861"/>
                  </a:cubicBezTo>
                  <a:cubicBezTo>
                    <a:pt x="2361" y="5658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8"/>
                    <a:pt x="3338" y="5861"/>
                  </a:cubicBezTo>
                  <a:cubicBezTo>
                    <a:pt x="3338" y="6065"/>
                    <a:pt x="3501" y="6228"/>
                    <a:pt x="3704" y="6228"/>
                  </a:cubicBezTo>
                  <a:lnTo>
                    <a:pt x="7855" y="6228"/>
                  </a:lnTo>
                  <a:cubicBezTo>
                    <a:pt x="8059" y="6228"/>
                    <a:pt x="8222" y="6065"/>
                    <a:pt x="8222" y="5861"/>
                  </a:cubicBezTo>
                  <a:cubicBezTo>
                    <a:pt x="8222" y="5658"/>
                    <a:pt x="8059" y="5454"/>
                    <a:pt x="7855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1" y="7448"/>
                    <a:pt x="1" y="7652"/>
                  </a:cubicBezTo>
                  <a:cubicBezTo>
                    <a:pt x="1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8" y="8059"/>
                    <a:pt x="2361" y="7855"/>
                    <a:pt x="2361" y="7652"/>
                  </a:cubicBezTo>
                  <a:cubicBezTo>
                    <a:pt x="2361" y="7448"/>
                    <a:pt x="2158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1" y="7286"/>
                    <a:pt x="3338" y="7448"/>
                    <a:pt x="3338" y="7652"/>
                  </a:cubicBezTo>
                  <a:cubicBezTo>
                    <a:pt x="3338" y="7855"/>
                    <a:pt x="3501" y="8059"/>
                    <a:pt x="3704" y="8059"/>
                  </a:cubicBezTo>
                  <a:lnTo>
                    <a:pt x="7855" y="8059"/>
                  </a:lnTo>
                  <a:cubicBezTo>
                    <a:pt x="8059" y="8059"/>
                    <a:pt x="8222" y="7855"/>
                    <a:pt x="8222" y="7652"/>
                  </a:cubicBezTo>
                  <a:cubicBezTo>
                    <a:pt x="8222" y="7448"/>
                    <a:pt x="8059" y="7286"/>
                    <a:pt x="7855" y="7286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5"/>
                    <a:pt x="13756" y="9239"/>
                  </a:cubicBezTo>
                  <a:cubicBezTo>
                    <a:pt x="13756" y="9483"/>
                    <a:pt x="13960" y="9687"/>
                    <a:pt x="14204" y="9687"/>
                  </a:cubicBezTo>
                  <a:cubicBezTo>
                    <a:pt x="14448" y="9687"/>
                    <a:pt x="14652" y="9483"/>
                    <a:pt x="14652" y="9239"/>
                  </a:cubicBezTo>
                  <a:cubicBezTo>
                    <a:pt x="14652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5"/>
                    <a:pt x="15099" y="9239"/>
                  </a:cubicBezTo>
                  <a:cubicBezTo>
                    <a:pt x="15099" y="9483"/>
                    <a:pt x="15303" y="9687"/>
                    <a:pt x="15547" y="9687"/>
                  </a:cubicBezTo>
                  <a:cubicBezTo>
                    <a:pt x="15791" y="9687"/>
                    <a:pt x="15995" y="9483"/>
                    <a:pt x="15995" y="9239"/>
                  </a:cubicBezTo>
                  <a:cubicBezTo>
                    <a:pt x="15995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5"/>
                    <a:pt x="16442" y="9239"/>
                  </a:cubicBezTo>
                  <a:cubicBezTo>
                    <a:pt x="16442" y="9483"/>
                    <a:pt x="16646" y="9687"/>
                    <a:pt x="16890" y="9687"/>
                  </a:cubicBezTo>
                  <a:cubicBezTo>
                    <a:pt x="17134" y="9687"/>
                    <a:pt x="17338" y="9483"/>
                    <a:pt x="17338" y="9239"/>
                  </a:cubicBezTo>
                  <a:cubicBezTo>
                    <a:pt x="17338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5"/>
                    <a:pt x="17785" y="9239"/>
                  </a:cubicBezTo>
                  <a:cubicBezTo>
                    <a:pt x="17785" y="9483"/>
                    <a:pt x="17989" y="9687"/>
                    <a:pt x="18233" y="9687"/>
                  </a:cubicBezTo>
                  <a:cubicBezTo>
                    <a:pt x="18477" y="9687"/>
                    <a:pt x="18681" y="9483"/>
                    <a:pt x="18681" y="9239"/>
                  </a:cubicBezTo>
                  <a:cubicBezTo>
                    <a:pt x="18681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5"/>
                    <a:pt x="19128" y="9239"/>
                  </a:cubicBezTo>
                  <a:cubicBezTo>
                    <a:pt x="19128" y="9483"/>
                    <a:pt x="19332" y="9687"/>
                    <a:pt x="19576" y="9687"/>
                  </a:cubicBezTo>
                  <a:cubicBezTo>
                    <a:pt x="19820" y="9687"/>
                    <a:pt x="20024" y="9483"/>
                    <a:pt x="20024" y="9239"/>
                  </a:cubicBezTo>
                  <a:cubicBezTo>
                    <a:pt x="20024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5"/>
                    <a:pt x="20471" y="9239"/>
                  </a:cubicBezTo>
                  <a:cubicBezTo>
                    <a:pt x="20471" y="9483"/>
                    <a:pt x="20675" y="9687"/>
                    <a:pt x="20919" y="9687"/>
                  </a:cubicBezTo>
                  <a:cubicBezTo>
                    <a:pt x="21163" y="9687"/>
                    <a:pt x="21367" y="9483"/>
                    <a:pt x="21367" y="9239"/>
                  </a:cubicBezTo>
                  <a:cubicBezTo>
                    <a:pt x="21367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3"/>
                  </a:cubicBezTo>
                  <a:cubicBezTo>
                    <a:pt x="1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8" y="9850"/>
                    <a:pt x="2361" y="9646"/>
                    <a:pt x="2361" y="9443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69" y="9850"/>
                  </a:cubicBezTo>
                  <a:lnTo>
                    <a:pt x="12780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30"/>
                    <a:pt x="1" y="11233"/>
                  </a:cubicBezTo>
                  <a:cubicBezTo>
                    <a:pt x="1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8"/>
                    <a:pt x="2361" y="11233"/>
                  </a:cubicBezTo>
                  <a:cubicBezTo>
                    <a:pt x="2361" y="11030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98"/>
                    <a:pt x="13756" y="12943"/>
                  </a:cubicBezTo>
                  <a:cubicBezTo>
                    <a:pt x="13756" y="13187"/>
                    <a:pt x="13960" y="13390"/>
                    <a:pt x="14204" y="13390"/>
                  </a:cubicBezTo>
                  <a:cubicBezTo>
                    <a:pt x="14448" y="13390"/>
                    <a:pt x="14652" y="13187"/>
                    <a:pt x="14652" y="12943"/>
                  </a:cubicBezTo>
                  <a:cubicBezTo>
                    <a:pt x="14652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98"/>
                    <a:pt x="15099" y="12943"/>
                  </a:cubicBezTo>
                  <a:cubicBezTo>
                    <a:pt x="15099" y="13187"/>
                    <a:pt x="15303" y="13390"/>
                    <a:pt x="15547" y="13390"/>
                  </a:cubicBezTo>
                  <a:cubicBezTo>
                    <a:pt x="15791" y="13390"/>
                    <a:pt x="15995" y="13187"/>
                    <a:pt x="15995" y="12943"/>
                  </a:cubicBezTo>
                  <a:cubicBezTo>
                    <a:pt x="15995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98"/>
                    <a:pt x="16442" y="12943"/>
                  </a:cubicBezTo>
                  <a:cubicBezTo>
                    <a:pt x="16442" y="13187"/>
                    <a:pt x="16646" y="13390"/>
                    <a:pt x="16890" y="13390"/>
                  </a:cubicBezTo>
                  <a:cubicBezTo>
                    <a:pt x="17134" y="13390"/>
                    <a:pt x="17338" y="13187"/>
                    <a:pt x="17338" y="12943"/>
                  </a:cubicBezTo>
                  <a:cubicBezTo>
                    <a:pt x="17338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98"/>
                    <a:pt x="17785" y="12943"/>
                  </a:cubicBezTo>
                  <a:cubicBezTo>
                    <a:pt x="17785" y="13187"/>
                    <a:pt x="17989" y="13390"/>
                    <a:pt x="18233" y="13390"/>
                  </a:cubicBezTo>
                  <a:cubicBezTo>
                    <a:pt x="18477" y="13390"/>
                    <a:pt x="18681" y="13187"/>
                    <a:pt x="18681" y="12943"/>
                  </a:cubicBezTo>
                  <a:cubicBezTo>
                    <a:pt x="18681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98"/>
                    <a:pt x="19128" y="12943"/>
                  </a:cubicBezTo>
                  <a:cubicBezTo>
                    <a:pt x="19128" y="13187"/>
                    <a:pt x="19332" y="13390"/>
                    <a:pt x="19576" y="13390"/>
                  </a:cubicBezTo>
                  <a:cubicBezTo>
                    <a:pt x="19820" y="13390"/>
                    <a:pt x="20024" y="13187"/>
                    <a:pt x="20024" y="12943"/>
                  </a:cubicBezTo>
                  <a:cubicBezTo>
                    <a:pt x="20024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98"/>
                    <a:pt x="20471" y="12943"/>
                  </a:cubicBezTo>
                  <a:cubicBezTo>
                    <a:pt x="20471" y="13187"/>
                    <a:pt x="20675" y="13390"/>
                    <a:pt x="20919" y="13390"/>
                  </a:cubicBezTo>
                  <a:cubicBezTo>
                    <a:pt x="21163" y="13390"/>
                    <a:pt x="21367" y="13187"/>
                    <a:pt x="21367" y="12943"/>
                  </a:cubicBezTo>
                  <a:cubicBezTo>
                    <a:pt x="21367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1" y="12821"/>
                    <a:pt x="1" y="13065"/>
                  </a:cubicBezTo>
                  <a:cubicBezTo>
                    <a:pt x="1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61" y="13268"/>
                    <a:pt x="2361" y="13065"/>
                  </a:cubicBezTo>
                  <a:cubicBezTo>
                    <a:pt x="2361" y="12821"/>
                    <a:pt x="2158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6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80" y="1265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2" name="Google Shape;1836;p35"/>
            <p:cNvSpPr/>
            <p:nvPr/>
          </p:nvSpPr>
          <p:spPr>
            <a:xfrm>
              <a:off x="2088000" y="3420360"/>
              <a:ext cx="426960" cy="26748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7480"/>
                <a:gd name="textAreaBottom" fmla="*/ 267840 h 267480"/>
              </a:gdLst>
              <a:ahLst/>
              <a:rect l="textAreaLeft" t="textAreaTop" r="textAreaRight" b="textAreaBottom"/>
              <a:pathLst>
                <a:path w="21367" h="13391">
                  <a:moveTo>
                    <a:pt x="367" y="41"/>
                  </a:moveTo>
                  <a:cubicBezTo>
                    <a:pt x="163" y="41"/>
                    <a:pt x="1" y="204"/>
                    <a:pt x="1" y="448"/>
                  </a:cubicBezTo>
                  <a:cubicBezTo>
                    <a:pt x="1" y="652"/>
                    <a:pt x="163" y="815"/>
                    <a:pt x="367" y="815"/>
                  </a:cubicBezTo>
                  <a:lnTo>
                    <a:pt x="1954" y="815"/>
                  </a:lnTo>
                  <a:cubicBezTo>
                    <a:pt x="2158" y="815"/>
                    <a:pt x="2361" y="652"/>
                    <a:pt x="2361" y="448"/>
                  </a:cubicBezTo>
                  <a:cubicBezTo>
                    <a:pt x="2361" y="204"/>
                    <a:pt x="2158" y="41"/>
                    <a:pt x="1954" y="41"/>
                  </a:cubicBezTo>
                  <a:close/>
                  <a:moveTo>
                    <a:pt x="3704" y="41"/>
                  </a:moveTo>
                  <a:cubicBezTo>
                    <a:pt x="3501" y="41"/>
                    <a:pt x="3338" y="204"/>
                    <a:pt x="3338" y="448"/>
                  </a:cubicBezTo>
                  <a:cubicBezTo>
                    <a:pt x="3338" y="652"/>
                    <a:pt x="3501" y="815"/>
                    <a:pt x="3704" y="815"/>
                  </a:cubicBezTo>
                  <a:lnTo>
                    <a:pt x="7855" y="815"/>
                  </a:lnTo>
                  <a:cubicBezTo>
                    <a:pt x="8059" y="815"/>
                    <a:pt x="8222" y="652"/>
                    <a:pt x="8222" y="448"/>
                  </a:cubicBezTo>
                  <a:cubicBezTo>
                    <a:pt x="8222" y="204"/>
                    <a:pt x="8059" y="41"/>
                    <a:pt x="7855" y="41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48"/>
                  </a:cubicBezTo>
                  <a:cubicBezTo>
                    <a:pt x="9158" y="693"/>
                    <a:pt x="9361" y="896"/>
                    <a:pt x="9605" y="896"/>
                  </a:cubicBezTo>
                  <a:cubicBezTo>
                    <a:pt x="9849" y="896"/>
                    <a:pt x="10053" y="693"/>
                    <a:pt x="10053" y="448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48"/>
                  </a:cubicBezTo>
                  <a:cubicBezTo>
                    <a:pt x="10501" y="693"/>
                    <a:pt x="10704" y="896"/>
                    <a:pt x="10948" y="896"/>
                  </a:cubicBezTo>
                  <a:cubicBezTo>
                    <a:pt x="11192" y="896"/>
                    <a:pt x="11396" y="693"/>
                    <a:pt x="11396" y="448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48"/>
                  </a:cubicBezTo>
                  <a:cubicBezTo>
                    <a:pt x="11844" y="693"/>
                    <a:pt x="12047" y="896"/>
                    <a:pt x="12291" y="896"/>
                  </a:cubicBezTo>
                  <a:cubicBezTo>
                    <a:pt x="12535" y="896"/>
                    <a:pt x="12739" y="693"/>
                    <a:pt x="12739" y="448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48"/>
                  </a:cubicBezTo>
                  <a:cubicBezTo>
                    <a:pt x="13187" y="693"/>
                    <a:pt x="13390" y="896"/>
                    <a:pt x="13634" y="896"/>
                  </a:cubicBezTo>
                  <a:cubicBezTo>
                    <a:pt x="13878" y="896"/>
                    <a:pt x="14082" y="693"/>
                    <a:pt x="14082" y="448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48"/>
                  </a:cubicBezTo>
                  <a:cubicBezTo>
                    <a:pt x="14530" y="693"/>
                    <a:pt x="14733" y="896"/>
                    <a:pt x="14977" y="896"/>
                  </a:cubicBezTo>
                  <a:cubicBezTo>
                    <a:pt x="15221" y="896"/>
                    <a:pt x="15425" y="693"/>
                    <a:pt x="15425" y="448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48"/>
                  </a:cubicBezTo>
                  <a:cubicBezTo>
                    <a:pt x="15873" y="693"/>
                    <a:pt x="16076" y="896"/>
                    <a:pt x="16320" y="896"/>
                  </a:cubicBezTo>
                  <a:cubicBezTo>
                    <a:pt x="16564" y="896"/>
                    <a:pt x="16768" y="693"/>
                    <a:pt x="16768" y="448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32"/>
                  </a:moveTo>
                  <a:cubicBezTo>
                    <a:pt x="163" y="1832"/>
                    <a:pt x="1" y="2036"/>
                    <a:pt x="1" y="2239"/>
                  </a:cubicBezTo>
                  <a:cubicBezTo>
                    <a:pt x="1" y="2443"/>
                    <a:pt x="163" y="2605"/>
                    <a:pt x="367" y="2605"/>
                  </a:cubicBezTo>
                  <a:lnTo>
                    <a:pt x="1954" y="2605"/>
                  </a:lnTo>
                  <a:cubicBezTo>
                    <a:pt x="2158" y="2605"/>
                    <a:pt x="2361" y="2443"/>
                    <a:pt x="2361" y="2239"/>
                  </a:cubicBezTo>
                  <a:cubicBezTo>
                    <a:pt x="2361" y="2036"/>
                    <a:pt x="2158" y="1832"/>
                    <a:pt x="1954" y="1832"/>
                  </a:cubicBezTo>
                  <a:close/>
                  <a:moveTo>
                    <a:pt x="3704" y="1832"/>
                  </a:moveTo>
                  <a:cubicBezTo>
                    <a:pt x="3501" y="1832"/>
                    <a:pt x="3338" y="2036"/>
                    <a:pt x="3338" y="2239"/>
                  </a:cubicBezTo>
                  <a:cubicBezTo>
                    <a:pt x="3338" y="2443"/>
                    <a:pt x="3501" y="2605"/>
                    <a:pt x="3704" y="2605"/>
                  </a:cubicBezTo>
                  <a:lnTo>
                    <a:pt x="7855" y="2605"/>
                  </a:lnTo>
                  <a:cubicBezTo>
                    <a:pt x="8059" y="2605"/>
                    <a:pt x="8222" y="2443"/>
                    <a:pt x="8222" y="2239"/>
                  </a:cubicBezTo>
                  <a:cubicBezTo>
                    <a:pt x="8222" y="2036"/>
                    <a:pt x="8059" y="1832"/>
                    <a:pt x="7855" y="183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26"/>
                    <a:pt x="1" y="4030"/>
                  </a:cubicBezTo>
                  <a:cubicBezTo>
                    <a:pt x="1" y="4233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33"/>
                    <a:pt x="2361" y="4030"/>
                  </a:cubicBezTo>
                  <a:cubicBezTo>
                    <a:pt x="236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26"/>
                    <a:pt x="3338" y="4030"/>
                  </a:cubicBezTo>
                  <a:cubicBezTo>
                    <a:pt x="3338" y="4233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33"/>
                    <a:pt x="8222" y="4030"/>
                  </a:cubicBezTo>
                  <a:cubicBezTo>
                    <a:pt x="8222" y="3826"/>
                    <a:pt x="8059" y="3663"/>
                    <a:pt x="7855" y="3663"/>
                  </a:cubicBezTo>
                  <a:close/>
                  <a:moveTo>
                    <a:pt x="9605" y="3582"/>
                  </a:moveTo>
                  <a:cubicBezTo>
                    <a:pt x="9361" y="3582"/>
                    <a:pt x="9158" y="3786"/>
                    <a:pt x="9158" y="4030"/>
                  </a:cubicBezTo>
                  <a:cubicBezTo>
                    <a:pt x="9158" y="4274"/>
                    <a:pt x="9361" y="4477"/>
                    <a:pt x="9605" y="4477"/>
                  </a:cubicBezTo>
                  <a:cubicBezTo>
                    <a:pt x="9849" y="4477"/>
                    <a:pt x="10053" y="4274"/>
                    <a:pt x="10053" y="4030"/>
                  </a:cubicBezTo>
                  <a:cubicBezTo>
                    <a:pt x="10053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4" y="3582"/>
                    <a:pt x="10501" y="3786"/>
                    <a:pt x="10501" y="4030"/>
                  </a:cubicBezTo>
                  <a:cubicBezTo>
                    <a:pt x="10501" y="4274"/>
                    <a:pt x="10704" y="4477"/>
                    <a:pt x="10948" y="4477"/>
                  </a:cubicBezTo>
                  <a:cubicBezTo>
                    <a:pt x="11192" y="4477"/>
                    <a:pt x="11396" y="4274"/>
                    <a:pt x="11396" y="4030"/>
                  </a:cubicBezTo>
                  <a:cubicBezTo>
                    <a:pt x="11396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7" y="3582"/>
                    <a:pt x="11844" y="3786"/>
                    <a:pt x="11844" y="4030"/>
                  </a:cubicBezTo>
                  <a:cubicBezTo>
                    <a:pt x="11844" y="4274"/>
                    <a:pt x="12047" y="4477"/>
                    <a:pt x="12291" y="4477"/>
                  </a:cubicBezTo>
                  <a:cubicBezTo>
                    <a:pt x="12535" y="4477"/>
                    <a:pt x="12739" y="4274"/>
                    <a:pt x="12739" y="4030"/>
                  </a:cubicBezTo>
                  <a:cubicBezTo>
                    <a:pt x="12739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90" y="3582"/>
                    <a:pt x="13187" y="3786"/>
                    <a:pt x="13187" y="4030"/>
                  </a:cubicBezTo>
                  <a:cubicBezTo>
                    <a:pt x="13187" y="4274"/>
                    <a:pt x="13390" y="4477"/>
                    <a:pt x="13634" y="4477"/>
                  </a:cubicBezTo>
                  <a:cubicBezTo>
                    <a:pt x="13878" y="4477"/>
                    <a:pt x="14082" y="4274"/>
                    <a:pt x="14082" y="4030"/>
                  </a:cubicBezTo>
                  <a:cubicBezTo>
                    <a:pt x="14082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3" y="3582"/>
                    <a:pt x="14530" y="3786"/>
                    <a:pt x="14530" y="4030"/>
                  </a:cubicBezTo>
                  <a:cubicBezTo>
                    <a:pt x="14530" y="4274"/>
                    <a:pt x="14733" y="4477"/>
                    <a:pt x="14977" y="4477"/>
                  </a:cubicBezTo>
                  <a:cubicBezTo>
                    <a:pt x="15221" y="4477"/>
                    <a:pt x="15425" y="4274"/>
                    <a:pt x="15425" y="4030"/>
                  </a:cubicBezTo>
                  <a:cubicBezTo>
                    <a:pt x="15425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6" y="3582"/>
                    <a:pt x="15873" y="3786"/>
                    <a:pt x="15873" y="4030"/>
                  </a:cubicBezTo>
                  <a:cubicBezTo>
                    <a:pt x="15873" y="4274"/>
                    <a:pt x="16076" y="4477"/>
                    <a:pt x="16320" y="4477"/>
                  </a:cubicBezTo>
                  <a:cubicBezTo>
                    <a:pt x="16564" y="4477"/>
                    <a:pt x="16768" y="4274"/>
                    <a:pt x="16768" y="4030"/>
                  </a:cubicBezTo>
                  <a:cubicBezTo>
                    <a:pt x="16768" y="3786"/>
                    <a:pt x="16564" y="3582"/>
                    <a:pt x="16320" y="358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17"/>
                    <a:pt x="1" y="5820"/>
                  </a:cubicBezTo>
                  <a:cubicBezTo>
                    <a:pt x="1" y="602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24"/>
                    <a:pt x="2361" y="5820"/>
                  </a:cubicBezTo>
                  <a:cubicBezTo>
                    <a:pt x="236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17"/>
                    <a:pt x="3338" y="5820"/>
                  </a:cubicBezTo>
                  <a:cubicBezTo>
                    <a:pt x="3338" y="602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24"/>
                    <a:pt x="8222" y="5820"/>
                  </a:cubicBezTo>
                  <a:cubicBezTo>
                    <a:pt x="8222" y="5617"/>
                    <a:pt x="8059" y="5454"/>
                    <a:pt x="7855" y="5454"/>
                  </a:cubicBezTo>
                  <a:close/>
                  <a:moveTo>
                    <a:pt x="367" y="7245"/>
                  </a:moveTo>
                  <a:cubicBezTo>
                    <a:pt x="163" y="7245"/>
                    <a:pt x="1" y="7408"/>
                    <a:pt x="1" y="7611"/>
                  </a:cubicBezTo>
                  <a:cubicBezTo>
                    <a:pt x="1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61" y="7855"/>
                    <a:pt x="2361" y="7611"/>
                  </a:cubicBezTo>
                  <a:cubicBezTo>
                    <a:pt x="2361" y="740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338" y="7408"/>
                    <a:pt x="3338" y="7611"/>
                  </a:cubicBezTo>
                  <a:cubicBezTo>
                    <a:pt x="3338" y="7855"/>
                    <a:pt x="3501" y="8018"/>
                    <a:pt x="3704" y="8018"/>
                  </a:cubicBezTo>
                  <a:lnTo>
                    <a:pt x="7855" y="8018"/>
                  </a:lnTo>
                  <a:cubicBezTo>
                    <a:pt x="8059" y="8018"/>
                    <a:pt x="8222" y="7855"/>
                    <a:pt x="8222" y="7611"/>
                  </a:cubicBezTo>
                  <a:cubicBezTo>
                    <a:pt x="8222" y="7408"/>
                    <a:pt x="8059" y="7245"/>
                    <a:pt x="7855" y="7245"/>
                  </a:cubicBezTo>
                  <a:close/>
                  <a:moveTo>
                    <a:pt x="14204" y="8751"/>
                  </a:moveTo>
                  <a:cubicBezTo>
                    <a:pt x="13960" y="8751"/>
                    <a:pt x="13756" y="8954"/>
                    <a:pt x="13756" y="9198"/>
                  </a:cubicBezTo>
                  <a:cubicBezTo>
                    <a:pt x="13756" y="9442"/>
                    <a:pt x="13960" y="9646"/>
                    <a:pt x="14204" y="9646"/>
                  </a:cubicBezTo>
                  <a:cubicBezTo>
                    <a:pt x="14448" y="9646"/>
                    <a:pt x="14652" y="9442"/>
                    <a:pt x="14652" y="9198"/>
                  </a:cubicBezTo>
                  <a:cubicBezTo>
                    <a:pt x="14652" y="8954"/>
                    <a:pt x="14448" y="8751"/>
                    <a:pt x="14204" y="8751"/>
                  </a:cubicBezTo>
                  <a:close/>
                  <a:moveTo>
                    <a:pt x="15547" y="8751"/>
                  </a:moveTo>
                  <a:cubicBezTo>
                    <a:pt x="15303" y="8751"/>
                    <a:pt x="15099" y="8954"/>
                    <a:pt x="15099" y="9198"/>
                  </a:cubicBezTo>
                  <a:cubicBezTo>
                    <a:pt x="15099" y="9442"/>
                    <a:pt x="15303" y="9646"/>
                    <a:pt x="15547" y="9646"/>
                  </a:cubicBezTo>
                  <a:cubicBezTo>
                    <a:pt x="15791" y="9646"/>
                    <a:pt x="15995" y="9442"/>
                    <a:pt x="15995" y="9198"/>
                  </a:cubicBezTo>
                  <a:cubicBezTo>
                    <a:pt x="15995" y="8954"/>
                    <a:pt x="15791" y="8751"/>
                    <a:pt x="15547" y="8751"/>
                  </a:cubicBezTo>
                  <a:close/>
                  <a:moveTo>
                    <a:pt x="16890" y="8751"/>
                  </a:moveTo>
                  <a:cubicBezTo>
                    <a:pt x="16646" y="8751"/>
                    <a:pt x="16442" y="8954"/>
                    <a:pt x="16442" y="9198"/>
                  </a:cubicBezTo>
                  <a:cubicBezTo>
                    <a:pt x="16442" y="9442"/>
                    <a:pt x="16646" y="9646"/>
                    <a:pt x="16890" y="9646"/>
                  </a:cubicBezTo>
                  <a:cubicBezTo>
                    <a:pt x="17134" y="9646"/>
                    <a:pt x="17338" y="9442"/>
                    <a:pt x="17338" y="9198"/>
                  </a:cubicBezTo>
                  <a:cubicBezTo>
                    <a:pt x="17338" y="8954"/>
                    <a:pt x="17134" y="8751"/>
                    <a:pt x="16890" y="8751"/>
                  </a:cubicBezTo>
                  <a:close/>
                  <a:moveTo>
                    <a:pt x="18233" y="8751"/>
                  </a:moveTo>
                  <a:cubicBezTo>
                    <a:pt x="17989" y="8751"/>
                    <a:pt x="17785" y="8954"/>
                    <a:pt x="17785" y="9198"/>
                  </a:cubicBezTo>
                  <a:cubicBezTo>
                    <a:pt x="17785" y="9442"/>
                    <a:pt x="17989" y="9646"/>
                    <a:pt x="18233" y="9646"/>
                  </a:cubicBezTo>
                  <a:cubicBezTo>
                    <a:pt x="18477" y="9646"/>
                    <a:pt x="18681" y="9442"/>
                    <a:pt x="18681" y="9198"/>
                  </a:cubicBezTo>
                  <a:cubicBezTo>
                    <a:pt x="18681" y="8954"/>
                    <a:pt x="18477" y="8751"/>
                    <a:pt x="18233" y="8751"/>
                  </a:cubicBezTo>
                  <a:close/>
                  <a:moveTo>
                    <a:pt x="19576" y="8751"/>
                  </a:moveTo>
                  <a:cubicBezTo>
                    <a:pt x="19332" y="8751"/>
                    <a:pt x="19128" y="8954"/>
                    <a:pt x="19128" y="9198"/>
                  </a:cubicBezTo>
                  <a:cubicBezTo>
                    <a:pt x="19128" y="9442"/>
                    <a:pt x="19332" y="9646"/>
                    <a:pt x="19576" y="9646"/>
                  </a:cubicBezTo>
                  <a:cubicBezTo>
                    <a:pt x="19820" y="9646"/>
                    <a:pt x="20024" y="9442"/>
                    <a:pt x="20024" y="9198"/>
                  </a:cubicBezTo>
                  <a:cubicBezTo>
                    <a:pt x="20024" y="8954"/>
                    <a:pt x="19820" y="8751"/>
                    <a:pt x="19576" y="8751"/>
                  </a:cubicBezTo>
                  <a:close/>
                  <a:moveTo>
                    <a:pt x="20919" y="8751"/>
                  </a:moveTo>
                  <a:cubicBezTo>
                    <a:pt x="20675" y="8751"/>
                    <a:pt x="20471" y="8954"/>
                    <a:pt x="20471" y="9198"/>
                  </a:cubicBezTo>
                  <a:cubicBezTo>
                    <a:pt x="20471" y="9442"/>
                    <a:pt x="20675" y="9646"/>
                    <a:pt x="20919" y="9646"/>
                  </a:cubicBezTo>
                  <a:cubicBezTo>
                    <a:pt x="21163" y="9646"/>
                    <a:pt x="21367" y="9442"/>
                    <a:pt x="21367" y="9198"/>
                  </a:cubicBezTo>
                  <a:cubicBezTo>
                    <a:pt x="21367" y="8954"/>
                    <a:pt x="21163" y="8751"/>
                    <a:pt x="20919" y="8751"/>
                  </a:cubicBezTo>
                  <a:close/>
                  <a:moveTo>
                    <a:pt x="367" y="9035"/>
                  </a:moveTo>
                  <a:cubicBezTo>
                    <a:pt x="163" y="9035"/>
                    <a:pt x="1" y="9198"/>
                    <a:pt x="1" y="9402"/>
                  </a:cubicBezTo>
                  <a:cubicBezTo>
                    <a:pt x="1" y="9646"/>
                    <a:pt x="163" y="9809"/>
                    <a:pt x="367" y="9809"/>
                  </a:cubicBezTo>
                  <a:lnTo>
                    <a:pt x="1954" y="9809"/>
                  </a:lnTo>
                  <a:cubicBezTo>
                    <a:pt x="2158" y="9809"/>
                    <a:pt x="2361" y="9646"/>
                    <a:pt x="2361" y="9402"/>
                  </a:cubicBezTo>
                  <a:cubicBezTo>
                    <a:pt x="2361" y="9198"/>
                    <a:pt x="2158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5" y="9035"/>
                    <a:pt x="8262" y="9198"/>
                    <a:pt x="8262" y="9402"/>
                  </a:cubicBezTo>
                  <a:cubicBezTo>
                    <a:pt x="8262" y="9646"/>
                    <a:pt x="8425" y="9809"/>
                    <a:pt x="8669" y="9809"/>
                  </a:cubicBezTo>
                  <a:lnTo>
                    <a:pt x="12780" y="9809"/>
                  </a:lnTo>
                  <a:cubicBezTo>
                    <a:pt x="12983" y="9809"/>
                    <a:pt x="13146" y="9646"/>
                    <a:pt x="13146" y="9402"/>
                  </a:cubicBezTo>
                  <a:cubicBezTo>
                    <a:pt x="13146" y="9198"/>
                    <a:pt x="12983" y="9035"/>
                    <a:pt x="12780" y="9035"/>
                  </a:cubicBezTo>
                  <a:close/>
                  <a:moveTo>
                    <a:pt x="367" y="10826"/>
                  </a:moveTo>
                  <a:cubicBezTo>
                    <a:pt x="163" y="10826"/>
                    <a:pt x="1" y="10989"/>
                    <a:pt x="1" y="11233"/>
                  </a:cubicBezTo>
                  <a:cubicBezTo>
                    <a:pt x="1" y="11437"/>
                    <a:pt x="163" y="11599"/>
                    <a:pt x="367" y="11599"/>
                  </a:cubicBezTo>
                  <a:lnTo>
                    <a:pt x="1954" y="11599"/>
                  </a:lnTo>
                  <a:cubicBezTo>
                    <a:pt x="2158" y="11599"/>
                    <a:pt x="2361" y="11437"/>
                    <a:pt x="2361" y="11233"/>
                  </a:cubicBezTo>
                  <a:cubicBezTo>
                    <a:pt x="2361" y="10989"/>
                    <a:pt x="2158" y="10826"/>
                    <a:pt x="1954" y="10826"/>
                  </a:cubicBezTo>
                  <a:close/>
                  <a:moveTo>
                    <a:pt x="8669" y="10826"/>
                  </a:moveTo>
                  <a:cubicBezTo>
                    <a:pt x="8425" y="10826"/>
                    <a:pt x="8262" y="10989"/>
                    <a:pt x="8262" y="11233"/>
                  </a:cubicBezTo>
                  <a:cubicBezTo>
                    <a:pt x="8262" y="11437"/>
                    <a:pt x="8425" y="11599"/>
                    <a:pt x="8669" y="11599"/>
                  </a:cubicBezTo>
                  <a:lnTo>
                    <a:pt x="12780" y="11599"/>
                  </a:lnTo>
                  <a:cubicBezTo>
                    <a:pt x="12983" y="11599"/>
                    <a:pt x="13146" y="11437"/>
                    <a:pt x="13146" y="11233"/>
                  </a:cubicBezTo>
                  <a:cubicBezTo>
                    <a:pt x="13146" y="10989"/>
                    <a:pt x="12983" y="10826"/>
                    <a:pt x="12780" y="10826"/>
                  </a:cubicBezTo>
                  <a:close/>
                  <a:moveTo>
                    <a:pt x="14204" y="12454"/>
                  </a:moveTo>
                  <a:cubicBezTo>
                    <a:pt x="13960" y="12454"/>
                    <a:pt x="13756" y="12658"/>
                    <a:pt x="13756" y="12902"/>
                  </a:cubicBezTo>
                  <a:cubicBezTo>
                    <a:pt x="13756" y="13146"/>
                    <a:pt x="13960" y="13349"/>
                    <a:pt x="14204" y="13349"/>
                  </a:cubicBezTo>
                  <a:cubicBezTo>
                    <a:pt x="14448" y="13349"/>
                    <a:pt x="14652" y="13146"/>
                    <a:pt x="14652" y="12902"/>
                  </a:cubicBezTo>
                  <a:cubicBezTo>
                    <a:pt x="14652" y="12658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3" y="12454"/>
                    <a:pt x="15099" y="12658"/>
                    <a:pt x="15099" y="12902"/>
                  </a:cubicBezTo>
                  <a:cubicBezTo>
                    <a:pt x="15099" y="13146"/>
                    <a:pt x="15303" y="13349"/>
                    <a:pt x="15547" y="13349"/>
                  </a:cubicBezTo>
                  <a:cubicBezTo>
                    <a:pt x="15791" y="13349"/>
                    <a:pt x="15995" y="13146"/>
                    <a:pt x="15995" y="12902"/>
                  </a:cubicBezTo>
                  <a:cubicBezTo>
                    <a:pt x="15995" y="12658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6" y="12454"/>
                    <a:pt x="16442" y="12658"/>
                    <a:pt x="16442" y="12902"/>
                  </a:cubicBezTo>
                  <a:cubicBezTo>
                    <a:pt x="16442" y="13146"/>
                    <a:pt x="16646" y="13349"/>
                    <a:pt x="16890" y="13349"/>
                  </a:cubicBezTo>
                  <a:cubicBezTo>
                    <a:pt x="17134" y="13349"/>
                    <a:pt x="17338" y="13146"/>
                    <a:pt x="17338" y="12902"/>
                  </a:cubicBezTo>
                  <a:cubicBezTo>
                    <a:pt x="17338" y="12658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9" y="12454"/>
                    <a:pt x="17785" y="12658"/>
                    <a:pt x="17785" y="12902"/>
                  </a:cubicBezTo>
                  <a:cubicBezTo>
                    <a:pt x="17785" y="13146"/>
                    <a:pt x="17989" y="13349"/>
                    <a:pt x="18233" y="13349"/>
                  </a:cubicBezTo>
                  <a:cubicBezTo>
                    <a:pt x="18477" y="13349"/>
                    <a:pt x="18681" y="13146"/>
                    <a:pt x="18681" y="12902"/>
                  </a:cubicBezTo>
                  <a:cubicBezTo>
                    <a:pt x="18681" y="12658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2" y="12454"/>
                    <a:pt x="19128" y="12658"/>
                    <a:pt x="19128" y="12902"/>
                  </a:cubicBezTo>
                  <a:cubicBezTo>
                    <a:pt x="19128" y="13146"/>
                    <a:pt x="19332" y="13349"/>
                    <a:pt x="19576" y="13349"/>
                  </a:cubicBezTo>
                  <a:cubicBezTo>
                    <a:pt x="19820" y="13349"/>
                    <a:pt x="20024" y="13146"/>
                    <a:pt x="20024" y="12902"/>
                  </a:cubicBezTo>
                  <a:cubicBezTo>
                    <a:pt x="20024" y="12658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5" y="12454"/>
                    <a:pt x="20471" y="12658"/>
                    <a:pt x="20471" y="12902"/>
                  </a:cubicBezTo>
                  <a:cubicBezTo>
                    <a:pt x="20471" y="13146"/>
                    <a:pt x="20675" y="13349"/>
                    <a:pt x="20919" y="13349"/>
                  </a:cubicBezTo>
                  <a:cubicBezTo>
                    <a:pt x="21163" y="13349"/>
                    <a:pt x="21367" y="13146"/>
                    <a:pt x="21367" y="12902"/>
                  </a:cubicBezTo>
                  <a:cubicBezTo>
                    <a:pt x="21367" y="12658"/>
                    <a:pt x="21163" y="12454"/>
                    <a:pt x="20919" y="12454"/>
                  </a:cubicBezTo>
                  <a:close/>
                  <a:moveTo>
                    <a:pt x="367" y="12617"/>
                  </a:moveTo>
                  <a:cubicBezTo>
                    <a:pt x="163" y="12617"/>
                    <a:pt x="1" y="12780"/>
                    <a:pt x="1" y="13024"/>
                  </a:cubicBezTo>
                  <a:cubicBezTo>
                    <a:pt x="1" y="13227"/>
                    <a:pt x="163" y="13390"/>
                    <a:pt x="367" y="13390"/>
                  </a:cubicBezTo>
                  <a:lnTo>
                    <a:pt x="1954" y="13390"/>
                  </a:lnTo>
                  <a:cubicBezTo>
                    <a:pt x="2158" y="13390"/>
                    <a:pt x="2361" y="13227"/>
                    <a:pt x="2361" y="13024"/>
                  </a:cubicBezTo>
                  <a:cubicBezTo>
                    <a:pt x="2361" y="12780"/>
                    <a:pt x="2158" y="12617"/>
                    <a:pt x="1954" y="12617"/>
                  </a:cubicBezTo>
                  <a:close/>
                  <a:moveTo>
                    <a:pt x="8669" y="12617"/>
                  </a:moveTo>
                  <a:cubicBezTo>
                    <a:pt x="8425" y="12617"/>
                    <a:pt x="8262" y="12780"/>
                    <a:pt x="8262" y="13024"/>
                  </a:cubicBezTo>
                  <a:cubicBezTo>
                    <a:pt x="8262" y="13227"/>
                    <a:pt x="8425" y="13390"/>
                    <a:pt x="8669" y="13390"/>
                  </a:cubicBezTo>
                  <a:lnTo>
                    <a:pt x="12780" y="13390"/>
                  </a:lnTo>
                  <a:cubicBezTo>
                    <a:pt x="12983" y="13390"/>
                    <a:pt x="13146" y="13227"/>
                    <a:pt x="13146" y="13024"/>
                  </a:cubicBezTo>
                  <a:cubicBezTo>
                    <a:pt x="13146" y="12780"/>
                    <a:pt x="12983" y="12617"/>
                    <a:pt x="12780" y="1261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3" name="Google Shape;1837;p35"/>
            <p:cNvSpPr/>
            <p:nvPr/>
          </p:nvSpPr>
          <p:spPr>
            <a:xfrm>
              <a:off x="2088000" y="371412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7" h="13431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61" y="692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2"/>
                    <a:pt x="3501" y="855"/>
                    <a:pt x="3704" y="855"/>
                  </a:cubicBezTo>
                  <a:lnTo>
                    <a:pt x="7855" y="855"/>
                  </a:lnTo>
                  <a:cubicBezTo>
                    <a:pt x="8059" y="855"/>
                    <a:pt x="8222" y="692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8" y="204"/>
                    <a:pt x="9158" y="489"/>
                  </a:cubicBezTo>
                  <a:cubicBezTo>
                    <a:pt x="9158" y="733"/>
                    <a:pt x="9361" y="936"/>
                    <a:pt x="9605" y="936"/>
                  </a:cubicBezTo>
                  <a:cubicBezTo>
                    <a:pt x="9849" y="936"/>
                    <a:pt x="10053" y="733"/>
                    <a:pt x="10053" y="489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89"/>
                  </a:cubicBezTo>
                  <a:cubicBezTo>
                    <a:pt x="10501" y="733"/>
                    <a:pt x="10704" y="936"/>
                    <a:pt x="10948" y="936"/>
                  </a:cubicBezTo>
                  <a:cubicBezTo>
                    <a:pt x="11192" y="936"/>
                    <a:pt x="11396" y="733"/>
                    <a:pt x="11396" y="489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89"/>
                  </a:cubicBezTo>
                  <a:cubicBezTo>
                    <a:pt x="11844" y="733"/>
                    <a:pt x="12047" y="936"/>
                    <a:pt x="12291" y="936"/>
                  </a:cubicBezTo>
                  <a:cubicBezTo>
                    <a:pt x="12535" y="936"/>
                    <a:pt x="12739" y="733"/>
                    <a:pt x="12739" y="489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89"/>
                  </a:cubicBezTo>
                  <a:cubicBezTo>
                    <a:pt x="13187" y="733"/>
                    <a:pt x="13390" y="936"/>
                    <a:pt x="13634" y="936"/>
                  </a:cubicBezTo>
                  <a:cubicBezTo>
                    <a:pt x="13878" y="936"/>
                    <a:pt x="14082" y="733"/>
                    <a:pt x="14082" y="489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89"/>
                  </a:cubicBezTo>
                  <a:cubicBezTo>
                    <a:pt x="14530" y="733"/>
                    <a:pt x="14733" y="936"/>
                    <a:pt x="14977" y="936"/>
                  </a:cubicBezTo>
                  <a:cubicBezTo>
                    <a:pt x="15221" y="936"/>
                    <a:pt x="15425" y="733"/>
                    <a:pt x="15425" y="489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89"/>
                  </a:cubicBezTo>
                  <a:cubicBezTo>
                    <a:pt x="15873" y="733"/>
                    <a:pt x="16076" y="936"/>
                    <a:pt x="16320" y="936"/>
                  </a:cubicBezTo>
                  <a:cubicBezTo>
                    <a:pt x="16564" y="936"/>
                    <a:pt x="16768" y="733"/>
                    <a:pt x="16768" y="489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1" y="2035"/>
                    <a:pt x="1" y="2279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79"/>
                  </a:cubicBezTo>
                  <a:cubicBezTo>
                    <a:pt x="2361" y="2035"/>
                    <a:pt x="2158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1" y="1872"/>
                    <a:pt x="3338" y="2035"/>
                    <a:pt x="3338" y="2279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79"/>
                  </a:cubicBezTo>
                  <a:cubicBezTo>
                    <a:pt x="8222" y="2035"/>
                    <a:pt x="8059" y="1872"/>
                    <a:pt x="7855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67"/>
                    <a:pt x="1" y="4070"/>
                  </a:cubicBezTo>
                  <a:cubicBezTo>
                    <a:pt x="1" y="4274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61" y="4274"/>
                    <a:pt x="2361" y="4070"/>
                  </a:cubicBezTo>
                  <a:cubicBezTo>
                    <a:pt x="2361" y="3867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67"/>
                    <a:pt x="3338" y="4070"/>
                  </a:cubicBezTo>
                  <a:cubicBezTo>
                    <a:pt x="3338" y="4274"/>
                    <a:pt x="3501" y="4436"/>
                    <a:pt x="3704" y="4436"/>
                  </a:cubicBezTo>
                  <a:lnTo>
                    <a:pt x="785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67"/>
                    <a:pt x="8059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8" y="3826"/>
                    <a:pt x="9158" y="4070"/>
                  </a:cubicBezTo>
                  <a:cubicBezTo>
                    <a:pt x="9158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826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7"/>
                    <a:pt x="1" y="5861"/>
                  </a:cubicBezTo>
                  <a:cubicBezTo>
                    <a:pt x="1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64"/>
                    <a:pt x="2361" y="5861"/>
                  </a:cubicBezTo>
                  <a:cubicBezTo>
                    <a:pt x="2361" y="565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7"/>
                    <a:pt x="3338" y="5861"/>
                  </a:cubicBezTo>
                  <a:cubicBezTo>
                    <a:pt x="3338" y="606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57"/>
                    <a:pt x="8059" y="5454"/>
                    <a:pt x="7855" y="5454"/>
                  </a:cubicBezTo>
                  <a:close/>
                  <a:moveTo>
                    <a:pt x="367" y="7285"/>
                  </a:moveTo>
                  <a:cubicBezTo>
                    <a:pt x="163" y="7285"/>
                    <a:pt x="1" y="7448"/>
                    <a:pt x="1" y="7651"/>
                  </a:cubicBezTo>
                  <a:cubicBezTo>
                    <a:pt x="1" y="7855"/>
                    <a:pt x="163" y="8058"/>
                    <a:pt x="367" y="8058"/>
                  </a:cubicBezTo>
                  <a:lnTo>
                    <a:pt x="1954" y="8058"/>
                  </a:lnTo>
                  <a:cubicBezTo>
                    <a:pt x="2158" y="8058"/>
                    <a:pt x="2361" y="7855"/>
                    <a:pt x="2361" y="7651"/>
                  </a:cubicBezTo>
                  <a:cubicBezTo>
                    <a:pt x="2361" y="7448"/>
                    <a:pt x="2158" y="7285"/>
                    <a:pt x="1954" y="7285"/>
                  </a:cubicBezTo>
                  <a:close/>
                  <a:moveTo>
                    <a:pt x="3704" y="7285"/>
                  </a:moveTo>
                  <a:cubicBezTo>
                    <a:pt x="3501" y="7285"/>
                    <a:pt x="3338" y="7448"/>
                    <a:pt x="3338" y="7651"/>
                  </a:cubicBezTo>
                  <a:cubicBezTo>
                    <a:pt x="3338" y="7855"/>
                    <a:pt x="3501" y="8058"/>
                    <a:pt x="3704" y="8058"/>
                  </a:cubicBezTo>
                  <a:lnTo>
                    <a:pt x="7855" y="8058"/>
                  </a:lnTo>
                  <a:cubicBezTo>
                    <a:pt x="8059" y="8058"/>
                    <a:pt x="8222" y="7855"/>
                    <a:pt x="8222" y="7651"/>
                  </a:cubicBezTo>
                  <a:cubicBezTo>
                    <a:pt x="8222" y="7448"/>
                    <a:pt x="8059" y="7285"/>
                    <a:pt x="7855" y="7285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94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94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94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94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94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94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2"/>
                  </a:cubicBezTo>
                  <a:cubicBezTo>
                    <a:pt x="1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61" y="9646"/>
                    <a:pt x="2361" y="9442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6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29"/>
                    <a:pt x="1" y="11233"/>
                  </a:cubicBezTo>
                  <a:cubicBezTo>
                    <a:pt x="1" y="11477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7"/>
                    <a:pt x="2361" y="11233"/>
                  </a:cubicBezTo>
                  <a:cubicBezTo>
                    <a:pt x="2361" y="11029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77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7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4"/>
                  </a:moveTo>
                  <a:cubicBezTo>
                    <a:pt x="13960" y="12494"/>
                    <a:pt x="13756" y="12698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98"/>
                    <a:pt x="14448" y="12494"/>
                    <a:pt x="14204" y="12494"/>
                  </a:cubicBezTo>
                  <a:close/>
                  <a:moveTo>
                    <a:pt x="15547" y="12494"/>
                  </a:moveTo>
                  <a:cubicBezTo>
                    <a:pt x="15303" y="12494"/>
                    <a:pt x="15099" y="12698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98"/>
                    <a:pt x="15791" y="12494"/>
                    <a:pt x="15547" y="12494"/>
                  </a:cubicBezTo>
                  <a:close/>
                  <a:moveTo>
                    <a:pt x="16890" y="12494"/>
                  </a:moveTo>
                  <a:cubicBezTo>
                    <a:pt x="16646" y="12494"/>
                    <a:pt x="16442" y="12698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98"/>
                    <a:pt x="17134" y="12494"/>
                    <a:pt x="16890" y="12494"/>
                  </a:cubicBezTo>
                  <a:close/>
                  <a:moveTo>
                    <a:pt x="18233" y="12494"/>
                  </a:moveTo>
                  <a:cubicBezTo>
                    <a:pt x="17989" y="12494"/>
                    <a:pt x="17785" y="12698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98"/>
                    <a:pt x="18477" y="12494"/>
                    <a:pt x="18233" y="12494"/>
                  </a:cubicBezTo>
                  <a:close/>
                  <a:moveTo>
                    <a:pt x="19576" y="12494"/>
                  </a:moveTo>
                  <a:cubicBezTo>
                    <a:pt x="19332" y="12494"/>
                    <a:pt x="19128" y="12698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98"/>
                    <a:pt x="19820" y="12494"/>
                    <a:pt x="19576" y="12494"/>
                  </a:cubicBezTo>
                  <a:close/>
                  <a:moveTo>
                    <a:pt x="20919" y="12494"/>
                  </a:moveTo>
                  <a:cubicBezTo>
                    <a:pt x="20675" y="12494"/>
                    <a:pt x="20471" y="12698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98"/>
                    <a:pt x="21163" y="12494"/>
                    <a:pt x="20919" y="1249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1" y="12820"/>
                    <a:pt x="1" y="13064"/>
                  </a:cubicBezTo>
                  <a:cubicBezTo>
                    <a:pt x="1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8" y="13430"/>
                    <a:pt x="2361" y="13268"/>
                    <a:pt x="2361" y="13064"/>
                  </a:cubicBezTo>
                  <a:cubicBezTo>
                    <a:pt x="2361" y="12820"/>
                    <a:pt x="2158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5" y="12657"/>
                    <a:pt x="8262" y="12820"/>
                    <a:pt x="8262" y="13064"/>
                  </a:cubicBezTo>
                  <a:cubicBezTo>
                    <a:pt x="8262" y="13268"/>
                    <a:pt x="8425" y="13430"/>
                    <a:pt x="8669" y="13430"/>
                  </a:cubicBezTo>
                  <a:lnTo>
                    <a:pt x="12780" y="13430"/>
                  </a:lnTo>
                  <a:cubicBezTo>
                    <a:pt x="12983" y="13430"/>
                    <a:pt x="13146" y="13268"/>
                    <a:pt x="13146" y="1306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4" name="Google Shape;1838;p35"/>
            <p:cNvSpPr/>
            <p:nvPr/>
          </p:nvSpPr>
          <p:spPr>
            <a:xfrm>
              <a:off x="2081520" y="3707640"/>
              <a:ext cx="440640" cy="281160"/>
            </a:xfrm>
            <a:custGeom>
              <a:avLst/>
              <a:gdLst>
                <a:gd name="textAreaLeft" fmla="*/ 0 w 440640"/>
                <a:gd name="textAreaRight" fmla="*/ 441000 w 440640"/>
                <a:gd name="textAreaTop" fmla="*/ 0 h 281160"/>
                <a:gd name="textAreaBottom" fmla="*/ 281520 h 281160"/>
              </a:gdLst>
              <a:ahLst/>
              <a:rect l="textAreaLeft" t="textAreaTop" r="textAreaRight" b="textAreaBottom"/>
              <a:pathLst>
                <a:path w="22058" h="14083">
                  <a:moveTo>
                    <a:pt x="2279" y="733"/>
                  </a:moveTo>
                  <a:lnTo>
                    <a:pt x="2320" y="815"/>
                  </a:lnTo>
                  <a:lnTo>
                    <a:pt x="2279" y="855"/>
                  </a:lnTo>
                  <a:lnTo>
                    <a:pt x="692" y="855"/>
                  </a:lnTo>
                  <a:lnTo>
                    <a:pt x="651" y="815"/>
                  </a:lnTo>
                  <a:lnTo>
                    <a:pt x="692" y="733"/>
                  </a:lnTo>
                  <a:close/>
                  <a:moveTo>
                    <a:pt x="8180" y="733"/>
                  </a:moveTo>
                  <a:lnTo>
                    <a:pt x="8221" y="815"/>
                  </a:lnTo>
                  <a:lnTo>
                    <a:pt x="8180" y="855"/>
                  </a:lnTo>
                  <a:lnTo>
                    <a:pt x="4029" y="855"/>
                  </a:lnTo>
                  <a:lnTo>
                    <a:pt x="3988" y="815"/>
                  </a:lnTo>
                  <a:lnTo>
                    <a:pt x="4029" y="733"/>
                  </a:lnTo>
                  <a:close/>
                  <a:moveTo>
                    <a:pt x="9930" y="693"/>
                  </a:moveTo>
                  <a:cubicBezTo>
                    <a:pt x="9971" y="693"/>
                    <a:pt x="10012" y="733"/>
                    <a:pt x="10012" y="815"/>
                  </a:cubicBezTo>
                  <a:cubicBezTo>
                    <a:pt x="10012" y="855"/>
                    <a:pt x="9971" y="896"/>
                    <a:pt x="9930" y="896"/>
                  </a:cubicBezTo>
                  <a:lnTo>
                    <a:pt x="9808" y="815"/>
                  </a:lnTo>
                  <a:lnTo>
                    <a:pt x="9930" y="693"/>
                  </a:lnTo>
                  <a:close/>
                  <a:moveTo>
                    <a:pt x="11273" y="693"/>
                  </a:moveTo>
                  <a:cubicBezTo>
                    <a:pt x="11314" y="693"/>
                    <a:pt x="11355" y="733"/>
                    <a:pt x="11355" y="815"/>
                  </a:cubicBezTo>
                  <a:cubicBezTo>
                    <a:pt x="11355" y="855"/>
                    <a:pt x="11314" y="896"/>
                    <a:pt x="11273" y="896"/>
                  </a:cubicBezTo>
                  <a:lnTo>
                    <a:pt x="11151" y="815"/>
                  </a:lnTo>
                  <a:lnTo>
                    <a:pt x="11273" y="693"/>
                  </a:lnTo>
                  <a:close/>
                  <a:moveTo>
                    <a:pt x="12616" y="693"/>
                  </a:moveTo>
                  <a:cubicBezTo>
                    <a:pt x="12657" y="693"/>
                    <a:pt x="12738" y="733"/>
                    <a:pt x="12738" y="815"/>
                  </a:cubicBezTo>
                  <a:cubicBezTo>
                    <a:pt x="12738" y="855"/>
                    <a:pt x="12657" y="896"/>
                    <a:pt x="12616" y="896"/>
                  </a:cubicBezTo>
                  <a:lnTo>
                    <a:pt x="12494" y="815"/>
                  </a:lnTo>
                  <a:lnTo>
                    <a:pt x="12616" y="693"/>
                  </a:lnTo>
                  <a:close/>
                  <a:moveTo>
                    <a:pt x="13959" y="693"/>
                  </a:moveTo>
                  <a:lnTo>
                    <a:pt x="14081" y="815"/>
                  </a:lnTo>
                  <a:lnTo>
                    <a:pt x="13959" y="896"/>
                  </a:lnTo>
                  <a:cubicBezTo>
                    <a:pt x="13878" y="896"/>
                    <a:pt x="13837" y="855"/>
                    <a:pt x="13837" y="815"/>
                  </a:cubicBezTo>
                  <a:cubicBezTo>
                    <a:pt x="13837" y="733"/>
                    <a:pt x="13878" y="693"/>
                    <a:pt x="13959" y="693"/>
                  </a:cubicBezTo>
                  <a:close/>
                  <a:moveTo>
                    <a:pt x="15302" y="693"/>
                  </a:moveTo>
                  <a:lnTo>
                    <a:pt x="15424" y="815"/>
                  </a:lnTo>
                  <a:lnTo>
                    <a:pt x="15302" y="896"/>
                  </a:lnTo>
                  <a:cubicBezTo>
                    <a:pt x="15262" y="896"/>
                    <a:pt x="15180" y="855"/>
                    <a:pt x="15180" y="815"/>
                  </a:cubicBezTo>
                  <a:cubicBezTo>
                    <a:pt x="15180" y="733"/>
                    <a:pt x="15262" y="693"/>
                    <a:pt x="15302" y="693"/>
                  </a:cubicBezTo>
                  <a:close/>
                  <a:moveTo>
                    <a:pt x="16645" y="693"/>
                  </a:moveTo>
                  <a:lnTo>
                    <a:pt x="16767" y="815"/>
                  </a:lnTo>
                  <a:lnTo>
                    <a:pt x="16645" y="896"/>
                  </a:lnTo>
                  <a:cubicBezTo>
                    <a:pt x="16605" y="896"/>
                    <a:pt x="16523" y="855"/>
                    <a:pt x="16523" y="815"/>
                  </a:cubicBezTo>
                  <a:cubicBezTo>
                    <a:pt x="16523" y="733"/>
                    <a:pt x="16605" y="693"/>
                    <a:pt x="16645" y="693"/>
                  </a:cubicBezTo>
                  <a:close/>
                  <a:moveTo>
                    <a:pt x="692" y="82"/>
                  </a:moveTo>
                  <a:cubicBezTo>
                    <a:pt x="326" y="82"/>
                    <a:pt x="0" y="408"/>
                    <a:pt x="0" y="815"/>
                  </a:cubicBezTo>
                  <a:cubicBezTo>
                    <a:pt x="0" y="1181"/>
                    <a:pt x="326" y="1507"/>
                    <a:pt x="692" y="1507"/>
                  </a:cubicBezTo>
                  <a:lnTo>
                    <a:pt x="2279" y="1507"/>
                  </a:lnTo>
                  <a:cubicBezTo>
                    <a:pt x="2686" y="1507"/>
                    <a:pt x="3012" y="1181"/>
                    <a:pt x="3012" y="815"/>
                  </a:cubicBezTo>
                  <a:cubicBezTo>
                    <a:pt x="3012" y="408"/>
                    <a:pt x="2686" y="82"/>
                    <a:pt x="2279" y="82"/>
                  </a:cubicBezTo>
                  <a:close/>
                  <a:moveTo>
                    <a:pt x="4029" y="82"/>
                  </a:moveTo>
                  <a:cubicBezTo>
                    <a:pt x="3622" y="82"/>
                    <a:pt x="3297" y="408"/>
                    <a:pt x="3297" y="815"/>
                  </a:cubicBezTo>
                  <a:cubicBezTo>
                    <a:pt x="3297" y="1181"/>
                    <a:pt x="3622" y="1507"/>
                    <a:pt x="4029" y="1507"/>
                  </a:cubicBezTo>
                  <a:lnTo>
                    <a:pt x="8180" y="1507"/>
                  </a:lnTo>
                  <a:cubicBezTo>
                    <a:pt x="8547" y="1507"/>
                    <a:pt x="8872" y="1181"/>
                    <a:pt x="8872" y="815"/>
                  </a:cubicBezTo>
                  <a:cubicBezTo>
                    <a:pt x="8872" y="408"/>
                    <a:pt x="8547" y="82"/>
                    <a:pt x="8180" y="82"/>
                  </a:cubicBezTo>
                  <a:close/>
                  <a:moveTo>
                    <a:pt x="9930" y="1"/>
                  </a:moveTo>
                  <a:cubicBezTo>
                    <a:pt x="9483" y="1"/>
                    <a:pt x="9116" y="367"/>
                    <a:pt x="9116" y="815"/>
                  </a:cubicBezTo>
                  <a:cubicBezTo>
                    <a:pt x="9116" y="1222"/>
                    <a:pt x="9483" y="1588"/>
                    <a:pt x="9930" y="1588"/>
                  </a:cubicBezTo>
                  <a:cubicBezTo>
                    <a:pt x="10194" y="1588"/>
                    <a:pt x="10441" y="1434"/>
                    <a:pt x="10582" y="1214"/>
                  </a:cubicBezTo>
                  <a:lnTo>
                    <a:pt x="10582" y="1214"/>
                  </a:lnTo>
                  <a:cubicBezTo>
                    <a:pt x="10726" y="1434"/>
                    <a:pt x="10983" y="1588"/>
                    <a:pt x="11273" y="1588"/>
                  </a:cubicBezTo>
                  <a:cubicBezTo>
                    <a:pt x="11537" y="1588"/>
                    <a:pt x="11784" y="1434"/>
                    <a:pt x="11925" y="1214"/>
                  </a:cubicBezTo>
                  <a:lnTo>
                    <a:pt x="11925" y="1214"/>
                  </a:lnTo>
                  <a:cubicBezTo>
                    <a:pt x="12069" y="1434"/>
                    <a:pt x="12326" y="1588"/>
                    <a:pt x="12616" y="1588"/>
                  </a:cubicBezTo>
                  <a:cubicBezTo>
                    <a:pt x="12914" y="1588"/>
                    <a:pt x="13158" y="1426"/>
                    <a:pt x="13288" y="1197"/>
                  </a:cubicBezTo>
                  <a:lnTo>
                    <a:pt x="13288" y="1197"/>
                  </a:lnTo>
                  <a:cubicBezTo>
                    <a:pt x="13418" y="1426"/>
                    <a:pt x="13661" y="1588"/>
                    <a:pt x="13959" y="1588"/>
                  </a:cubicBezTo>
                  <a:cubicBezTo>
                    <a:pt x="14257" y="1588"/>
                    <a:pt x="14501" y="1426"/>
                    <a:pt x="14631" y="1197"/>
                  </a:cubicBezTo>
                  <a:lnTo>
                    <a:pt x="14631" y="1197"/>
                  </a:lnTo>
                  <a:cubicBezTo>
                    <a:pt x="14761" y="1426"/>
                    <a:pt x="15004" y="1588"/>
                    <a:pt x="15302" y="1588"/>
                  </a:cubicBezTo>
                  <a:cubicBezTo>
                    <a:pt x="15600" y="1588"/>
                    <a:pt x="15844" y="1426"/>
                    <a:pt x="15974" y="1197"/>
                  </a:cubicBezTo>
                  <a:lnTo>
                    <a:pt x="15974" y="1197"/>
                  </a:lnTo>
                  <a:cubicBezTo>
                    <a:pt x="16104" y="1426"/>
                    <a:pt x="16347" y="1588"/>
                    <a:pt x="16645" y="1588"/>
                  </a:cubicBezTo>
                  <a:cubicBezTo>
                    <a:pt x="17093" y="1588"/>
                    <a:pt x="17459" y="1222"/>
                    <a:pt x="17459" y="815"/>
                  </a:cubicBezTo>
                  <a:cubicBezTo>
                    <a:pt x="17459" y="367"/>
                    <a:pt x="17093" y="1"/>
                    <a:pt x="16645" y="1"/>
                  </a:cubicBezTo>
                  <a:cubicBezTo>
                    <a:pt x="16347" y="1"/>
                    <a:pt x="16104" y="163"/>
                    <a:pt x="15974" y="403"/>
                  </a:cubicBezTo>
                  <a:lnTo>
                    <a:pt x="15974" y="403"/>
                  </a:lnTo>
                  <a:cubicBezTo>
                    <a:pt x="15844" y="163"/>
                    <a:pt x="15600" y="1"/>
                    <a:pt x="15302" y="1"/>
                  </a:cubicBezTo>
                  <a:cubicBezTo>
                    <a:pt x="15004" y="1"/>
                    <a:pt x="14761" y="163"/>
                    <a:pt x="14631" y="403"/>
                  </a:cubicBezTo>
                  <a:lnTo>
                    <a:pt x="14631" y="403"/>
                  </a:lnTo>
                  <a:cubicBezTo>
                    <a:pt x="14501" y="163"/>
                    <a:pt x="14257" y="1"/>
                    <a:pt x="13959" y="1"/>
                  </a:cubicBezTo>
                  <a:cubicBezTo>
                    <a:pt x="13661" y="1"/>
                    <a:pt x="13418" y="163"/>
                    <a:pt x="13288" y="403"/>
                  </a:cubicBezTo>
                  <a:lnTo>
                    <a:pt x="13288" y="403"/>
                  </a:lnTo>
                  <a:cubicBezTo>
                    <a:pt x="13158" y="163"/>
                    <a:pt x="12914" y="1"/>
                    <a:pt x="12616" y="1"/>
                  </a:cubicBezTo>
                  <a:cubicBezTo>
                    <a:pt x="12326" y="1"/>
                    <a:pt x="12069" y="155"/>
                    <a:pt x="11925" y="386"/>
                  </a:cubicBezTo>
                  <a:lnTo>
                    <a:pt x="11925" y="386"/>
                  </a:lnTo>
                  <a:cubicBezTo>
                    <a:pt x="11784" y="155"/>
                    <a:pt x="11537" y="1"/>
                    <a:pt x="11273" y="1"/>
                  </a:cubicBezTo>
                  <a:cubicBezTo>
                    <a:pt x="10983" y="1"/>
                    <a:pt x="10726" y="155"/>
                    <a:pt x="10582" y="386"/>
                  </a:cubicBezTo>
                  <a:lnTo>
                    <a:pt x="10582" y="386"/>
                  </a:lnTo>
                  <a:cubicBezTo>
                    <a:pt x="10441" y="155"/>
                    <a:pt x="10194" y="1"/>
                    <a:pt x="9930" y="1"/>
                  </a:cubicBezTo>
                  <a:close/>
                  <a:moveTo>
                    <a:pt x="2279" y="2524"/>
                  </a:moveTo>
                  <a:lnTo>
                    <a:pt x="2320" y="2605"/>
                  </a:lnTo>
                  <a:lnTo>
                    <a:pt x="2279" y="2646"/>
                  </a:lnTo>
                  <a:lnTo>
                    <a:pt x="692" y="2646"/>
                  </a:lnTo>
                  <a:lnTo>
                    <a:pt x="651" y="2605"/>
                  </a:lnTo>
                  <a:lnTo>
                    <a:pt x="692" y="2524"/>
                  </a:lnTo>
                  <a:close/>
                  <a:moveTo>
                    <a:pt x="8180" y="2524"/>
                  </a:moveTo>
                  <a:lnTo>
                    <a:pt x="8221" y="2605"/>
                  </a:lnTo>
                  <a:lnTo>
                    <a:pt x="8180" y="2646"/>
                  </a:lnTo>
                  <a:lnTo>
                    <a:pt x="4029" y="2646"/>
                  </a:lnTo>
                  <a:lnTo>
                    <a:pt x="3988" y="2605"/>
                  </a:lnTo>
                  <a:lnTo>
                    <a:pt x="4029" y="2524"/>
                  </a:lnTo>
                  <a:close/>
                  <a:moveTo>
                    <a:pt x="692" y="1873"/>
                  </a:moveTo>
                  <a:cubicBezTo>
                    <a:pt x="326" y="1873"/>
                    <a:pt x="0" y="2198"/>
                    <a:pt x="0" y="2605"/>
                  </a:cubicBezTo>
                  <a:cubicBezTo>
                    <a:pt x="0" y="3012"/>
                    <a:pt x="326" y="3338"/>
                    <a:pt x="692" y="3338"/>
                  </a:cubicBezTo>
                  <a:lnTo>
                    <a:pt x="2279" y="3338"/>
                  </a:lnTo>
                  <a:cubicBezTo>
                    <a:pt x="2686" y="3297"/>
                    <a:pt x="3012" y="3012"/>
                    <a:pt x="3012" y="2605"/>
                  </a:cubicBezTo>
                  <a:cubicBezTo>
                    <a:pt x="3012" y="2198"/>
                    <a:pt x="2686" y="1873"/>
                    <a:pt x="2279" y="1873"/>
                  </a:cubicBezTo>
                  <a:close/>
                  <a:moveTo>
                    <a:pt x="4029" y="1873"/>
                  </a:moveTo>
                  <a:cubicBezTo>
                    <a:pt x="3622" y="1873"/>
                    <a:pt x="3297" y="2198"/>
                    <a:pt x="3297" y="2605"/>
                  </a:cubicBezTo>
                  <a:cubicBezTo>
                    <a:pt x="3297" y="3012"/>
                    <a:pt x="3622" y="3297"/>
                    <a:pt x="4029" y="3338"/>
                  </a:cubicBezTo>
                  <a:lnTo>
                    <a:pt x="8180" y="3338"/>
                  </a:lnTo>
                  <a:cubicBezTo>
                    <a:pt x="8547" y="3297"/>
                    <a:pt x="8872" y="3012"/>
                    <a:pt x="8872" y="2605"/>
                  </a:cubicBezTo>
                  <a:cubicBezTo>
                    <a:pt x="8872" y="2198"/>
                    <a:pt x="8547" y="1873"/>
                    <a:pt x="8180" y="1873"/>
                  </a:cubicBezTo>
                  <a:close/>
                  <a:moveTo>
                    <a:pt x="2279" y="4355"/>
                  </a:moveTo>
                  <a:lnTo>
                    <a:pt x="2320" y="4396"/>
                  </a:lnTo>
                  <a:lnTo>
                    <a:pt x="2279" y="4437"/>
                  </a:lnTo>
                  <a:lnTo>
                    <a:pt x="692" y="4437"/>
                  </a:lnTo>
                  <a:lnTo>
                    <a:pt x="651" y="4396"/>
                  </a:lnTo>
                  <a:lnTo>
                    <a:pt x="692" y="4355"/>
                  </a:lnTo>
                  <a:close/>
                  <a:moveTo>
                    <a:pt x="8180" y="4355"/>
                  </a:moveTo>
                  <a:lnTo>
                    <a:pt x="8221" y="4396"/>
                  </a:lnTo>
                  <a:lnTo>
                    <a:pt x="8180" y="4437"/>
                  </a:lnTo>
                  <a:lnTo>
                    <a:pt x="4029" y="4437"/>
                  </a:lnTo>
                  <a:lnTo>
                    <a:pt x="3988" y="4396"/>
                  </a:lnTo>
                  <a:lnTo>
                    <a:pt x="4029" y="4355"/>
                  </a:lnTo>
                  <a:close/>
                  <a:moveTo>
                    <a:pt x="9930" y="4274"/>
                  </a:moveTo>
                  <a:cubicBezTo>
                    <a:pt x="9971" y="4274"/>
                    <a:pt x="10012" y="4315"/>
                    <a:pt x="10012" y="4396"/>
                  </a:cubicBezTo>
                  <a:cubicBezTo>
                    <a:pt x="10012" y="4437"/>
                    <a:pt x="9971" y="4478"/>
                    <a:pt x="9930" y="4478"/>
                  </a:cubicBezTo>
                  <a:lnTo>
                    <a:pt x="9808" y="4396"/>
                  </a:lnTo>
                  <a:lnTo>
                    <a:pt x="9930" y="4274"/>
                  </a:lnTo>
                  <a:close/>
                  <a:moveTo>
                    <a:pt x="11273" y="4274"/>
                  </a:moveTo>
                  <a:cubicBezTo>
                    <a:pt x="11314" y="4274"/>
                    <a:pt x="11355" y="4315"/>
                    <a:pt x="11355" y="4396"/>
                  </a:cubicBezTo>
                  <a:cubicBezTo>
                    <a:pt x="11355" y="4437"/>
                    <a:pt x="11314" y="4478"/>
                    <a:pt x="11273" y="4478"/>
                  </a:cubicBezTo>
                  <a:lnTo>
                    <a:pt x="11151" y="4396"/>
                  </a:lnTo>
                  <a:lnTo>
                    <a:pt x="11273" y="4274"/>
                  </a:lnTo>
                  <a:close/>
                  <a:moveTo>
                    <a:pt x="12616" y="4274"/>
                  </a:moveTo>
                  <a:cubicBezTo>
                    <a:pt x="12657" y="4274"/>
                    <a:pt x="12738" y="4315"/>
                    <a:pt x="12738" y="4396"/>
                  </a:cubicBezTo>
                  <a:cubicBezTo>
                    <a:pt x="12738" y="4437"/>
                    <a:pt x="12657" y="4478"/>
                    <a:pt x="12616" y="4478"/>
                  </a:cubicBezTo>
                  <a:lnTo>
                    <a:pt x="12494" y="4396"/>
                  </a:lnTo>
                  <a:lnTo>
                    <a:pt x="12616" y="4274"/>
                  </a:lnTo>
                  <a:close/>
                  <a:moveTo>
                    <a:pt x="13959" y="4274"/>
                  </a:moveTo>
                  <a:lnTo>
                    <a:pt x="14081" y="4396"/>
                  </a:lnTo>
                  <a:lnTo>
                    <a:pt x="13959" y="4478"/>
                  </a:lnTo>
                  <a:cubicBezTo>
                    <a:pt x="13878" y="4478"/>
                    <a:pt x="13837" y="4437"/>
                    <a:pt x="13837" y="4396"/>
                  </a:cubicBezTo>
                  <a:cubicBezTo>
                    <a:pt x="13837" y="4315"/>
                    <a:pt x="13878" y="4274"/>
                    <a:pt x="13959" y="4274"/>
                  </a:cubicBezTo>
                  <a:close/>
                  <a:moveTo>
                    <a:pt x="15302" y="4274"/>
                  </a:moveTo>
                  <a:lnTo>
                    <a:pt x="15424" y="4396"/>
                  </a:lnTo>
                  <a:lnTo>
                    <a:pt x="15302" y="4478"/>
                  </a:lnTo>
                  <a:cubicBezTo>
                    <a:pt x="15262" y="4478"/>
                    <a:pt x="15180" y="4437"/>
                    <a:pt x="15180" y="4396"/>
                  </a:cubicBezTo>
                  <a:cubicBezTo>
                    <a:pt x="15180" y="4315"/>
                    <a:pt x="15262" y="4274"/>
                    <a:pt x="15302" y="4274"/>
                  </a:cubicBezTo>
                  <a:close/>
                  <a:moveTo>
                    <a:pt x="16645" y="4274"/>
                  </a:moveTo>
                  <a:lnTo>
                    <a:pt x="16767" y="4396"/>
                  </a:lnTo>
                  <a:lnTo>
                    <a:pt x="16645" y="4478"/>
                  </a:lnTo>
                  <a:cubicBezTo>
                    <a:pt x="16605" y="4478"/>
                    <a:pt x="16523" y="4437"/>
                    <a:pt x="16523" y="4396"/>
                  </a:cubicBezTo>
                  <a:cubicBezTo>
                    <a:pt x="16523" y="4315"/>
                    <a:pt x="16605" y="4274"/>
                    <a:pt x="16645" y="4274"/>
                  </a:cubicBezTo>
                  <a:close/>
                  <a:moveTo>
                    <a:pt x="692" y="3664"/>
                  </a:moveTo>
                  <a:cubicBezTo>
                    <a:pt x="326" y="3664"/>
                    <a:pt x="0" y="3989"/>
                    <a:pt x="0" y="4396"/>
                  </a:cubicBezTo>
                  <a:cubicBezTo>
                    <a:pt x="0" y="4803"/>
                    <a:pt x="326" y="5129"/>
                    <a:pt x="692" y="5129"/>
                  </a:cubicBezTo>
                  <a:lnTo>
                    <a:pt x="2279" y="5129"/>
                  </a:lnTo>
                  <a:cubicBezTo>
                    <a:pt x="2686" y="5129"/>
                    <a:pt x="3012" y="4803"/>
                    <a:pt x="3012" y="4396"/>
                  </a:cubicBezTo>
                  <a:cubicBezTo>
                    <a:pt x="3012" y="3989"/>
                    <a:pt x="2686" y="3664"/>
                    <a:pt x="2279" y="3664"/>
                  </a:cubicBezTo>
                  <a:close/>
                  <a:moveTo>
                    <a:pt x="4029" y="3664"/>
                  </a:moveTo>
                  <a:cubicBezTo>
                    <a:pt x="3622" y="3664"/>
                    <a:pt x="3297" y="3989"/>
                    <a:pt x="3297" y="4396"/>
                  </a:cubicBezTo>
                  <a:cubicBezTo>
                    <a:pt x="3297" y="4803"/>
                    <a:pt x="3622" y="5129"/>
                    <a:pt x="4029" y="5129"/>
                  </a:cubicBezTo>
                  <a:lnTo>
                    <a:pt x="8180" y="5129"/>
                  </a:lnTo>
                  <a:cubicBezTo>
                    <a:pt x="8547" y="5129"/>
                    <a:pt x="8872" y="4803"/>
                    <a:pt x="8872" y="4396"/>
                  </a:cubicBezTo>
                  <a:cubicBezTo>
                    <a:pt x="8872" y="3989"/>
                    <a:pt x="8547" y="3664"/>
                    <a:pt x="8180" y="3664"/>
                  </a:cubicBezTo>
                  <a:close/>
                  <a:moveTo>
                    <a:pt x="9930" y="3582"/>
                  </a:moveTo>
                  <a:cubicBezTo>
                    <a:pt x="9483" y="3582"/>
                    <a:pt x="9116" y="3948"/>
                    <a:pt x="9116" y="4396"/>
                  </a:cubicBezTo>
                  <a:cubicBezTo>
                    <a:pt x="9116" y="4844"/>
                    <a:pt x="9483" y="5169"/>
                    <a:pt x="9930" y="5169"/>
                  </a:cubicBezTo>
                  <a:cubicBezTo>
                    <a:pt x="10191" y="5169"/>
                    <a:pt x="10435" y="5019"/>
                    <a:pt x="10576" y="4804"/>
                  </a:cubicBezTo>
                  <a:lnTo>
                    <a:pt x="10576" y="4804"/>
                  </a:lnTo>
                  <a:cubicBezTo>
                    <a:pt x="10719" y="5028"/>
                    <a:pt x="10979" y="5169"/>
                    <a:pt x="11273" y="5169"/>
                  </a:cubicBezTo>
                  <a:cubicBezTo>
                    <a:pt x="11534" y="5169"/>
                    <a:pt x="11778" y="5019"/>
                    <a:pt x="11919" y="4804"/>
                  </a:cubicBezTo>
                  <a:lnTo>
                    <a:pt x="11919" y="4804"/>
                  </a:lnTo>
                  <a:cubicBezTo>
                    <a:pt x="12062" y="5028"/>
                    <a:pt x="12322" y="5169"/>
                    <a:pt x="12616" y="5169"/>
                  </a:cubicBezTo>
                  <a:cubicBezTo>
                    <a:pt x="12910" y="5169"/>
                    <a:pt x="13152" y="5011"/>
                    <a:pt x="13283" y="4788"/>
                  </a:cubicBezTo>
                  <a:lnTo>
                    <a:pt x="13283" y="4788"/>
                  </a:lnTo>
                  <a:cubicBezTo>
                    <a:pt x="13411" y="5021"/>
                    <a:pt x="13657" y="5169"/>
                    <a:pt x="13959" y="5169"/>
                  </a:cubicBezTo>
                  <a:cubicBezTo>
                    <a:pt x="14261" y="5169"/>
                    <a:pt x="14507" y="5021"/>
                    <a:pt x="14636" y="4788"/>
                  </a:cubicBezTo>
                  <a:lnTo>
                    <a:pt x="14636" y="4788"/>
                  </a:lnTo>
                  <a:cubicBezTo>
                    <a:pt x="14767" y="5011"/>
                    <a:pt x="15008" y="5169"/>
                    <a:pt x="15302" y="5169"/>
                  </a:cubicBezTo>
                  <a:cubicBezTo>
                    <a:pt x="15604" y="5169"/>
                    <a:pt x="15850" y="5021"/>
                    <a:pt x="15979" y="4788"/>
                  </a:cubicBezTo>
                  <a:lnTo>
                    <a:pt x="15979" y="4788"/>
                  </a:lnTo>
                  <a:cubicBezTo>
                    <a:pt x="16110" y="5011"/>
                    <a:pt x="16351" y="5169"/>
                    <a:pt x="16645" y="5169"/>
                  </a:cubicBezTo>
                  <a:cubicBezTo>
                    <a:pt x="17093" y="5169"/>
                    <a:pt x="17459" y="4844"/>
                    <a:pt x="17459" y="4396"/>
                  </a:cubicBezTo>
                  <a:cubicBezTo>
                    <a:pt x="17459" y="3948"/>
                    <a:pt x="17093" y="3582"/>
                    <a:pt x="16645" y="3582"/>
                  </a:cubicBezTo>
                  <a:cubicBezTo>
                    <a:pt x="16347" y="3582"/>
                    <a:pt x="16104" y="3744"/>
                    <a:pt x="15974" y="3985"/>
                  </a:cubicBezTo>
                  <a:lnTo>
                    <a:pt x="15974" y="3985"/>
                  </a:lnTo>
                  <a:cubicBezTo>
                    <a:pt x="15844" y="3744"/>
                    <a:pt x="15600" y="3582"/>
                    <a:pt x="15302" y="3582"/>
                  </a:cubicBezTo>
                  <a:cubicBezTo>
                    <a:pt x="15004" y="3582"/>
                    <a:pt x="14761" y="3744"/>
                    <a:pt x="14631" y="3985"/>
                  </a:cubicBezTo>
                  <a:lnTo>
                    <a:pt x="14631" y="3985"/>
                  </a:lnTo>
                  <a:cubicBezTo>
                    <a:pt x="14501" y="3744"/>
                    <a:pt x="14257" y="3582"/>
                    <a:pt x="13959" y="3582"/>
                  </a:cubicBezTo>
                  <a:cubicBezTo>
                    <a:pt x="13661" y="3582"/>
                    <a:pt x="13418" y="3744"/>
                    <a:pt x="13288" y="3985"/>
                  </a:cubicBezTo>
                  <a:lnTo>
                    <a:pt x="13288" y="3985"/>
                  </a:lnTo>
                  <a:cubicBezTo>
                    <a:pt x="13158" y="3744"/>
                    <a:pt x="12914" y="3582"/>
                    <a:pt x="12616" y="3582"/>
                  </a:cubicBezTo>
                  <a:cubicBezTo>
                    <a:pt x="12326" y="3582"/>
                    <a:pt x="12069" y="3737"/>
                    <a:pt x="11925" y="3967"/>
                  </a:cubicBezTo>
                  <a:lnTo>
                    <a:pt x="11925" y="3967"/>
                  </a:lnTo>
                  <a:cubicBezTo>
                    <a:pt x="11784" y="3737"/>
                    <a:pt x="11537" y="3582"/>
                    <a:pt x="11273" y="3582"/>
                  </a:cubicBezTo>
                  <a:cubicBezTo>
                    <a:pt x="10983" y="3582"/>
                    <a:pt x="10726" y="3737"/>
                    <a:pt x="10582" y="3967"/>
                  </a:cubicBezTo>
                  <a:lnTo>
                    <a:pt x="10582" y="3967"/>
                  </a:lnTo>
                  <a:cubicBezTo>
                    <a:pt x="10441" y="3737"/>
                    <a:pt x="10194" y="3582"/>
                    <a:pt x="9930" y="3582"/>
                  </a:cubicBezTo>
                  <a:close/>
                  <a:moveTo>
                    <a:pt x="2279" y="6146"/>
                  </a:moveTo>
                  <a:lnTo>
                    <a:pt x="2320" y="6187"/>
                  </a:lnTo>
                  <a:lnTo>
                    <a:pt x="2279" y="6228"/>
                  </a:lnTo>
                  <a:lnTo>
                    <a:pt x="692" y="6228"/>
                  </a:lnTo>
                  <a:lnTo>
                    <a:pt x="651" y="6187"/>
                  </a:lnTo>
                  <a:lnTo>
                    <a:pt x="692" y="6146"/>
                  </a:lnTo>
                  <a:close/>
                  <a:moveTo>
                    <a:pt x="8180" y="6146"/>
                  </a:moveTo>
                  <a:lnTo>
                    <a:pt x="8221" y="6187"/>
                  </a:lnTo>
                  <a:lnTo>
                    <a:pt x="8180" y="6228"/>
                  </a:lnTo>
                  <a:lnTo>
                    <a:pt x="4029" y="6228"/>
                  </a:lnTo>
                  <a:lnTo>
                    <a:pt x="3988" y="6187"/>
                  </a:lnTo>
                  <a:lnTo>
                    <a:pt x="4029" y="6146"/>
                  </a:lnTo>
                  <a:close/>
                  <a:moveTo>
                    <a:pt x="692" y="5454"/>
                  </a:moveTo>
                  <a:cubicBezTo>
                    <a:pt x="326" y="5454"/>
                    <a:pt x="0" y="5780"/>
                    <a:pt x="0" y="6187"/>
                  </a:cubicBezTo>
                  <a:cubicBezTo>
                    <a:pt x="0" y="6594"/>
                    <a:pt x="326" y="6919"/>
                    <a:pt x="692" y="6919"/>
                  </a:cubicBezTo>
                  <a:lnTo>
                    <a:pt x="2279" y="6919"/>
                  </a:lnTo>
                  <a:cubicBezTo>
                    <a:pt x="2686" y="6919"/>
                    <a:pt x="3012" y="6594"/>
                    <a:pt x="3012" y="6187"/>
                  </a:cubicBezTo>
                  <a:cubicBezTo>
                    <a:pt x="3012" y="5780"/>
                    <a:pt x="2686" y="5454"/>
                    <a:pt x="2279" y="5454"/>
                  </a:cubicBezTo>
                  <a:close/>
                  <a:moveTo>
                    <a:pt x="4029" y="5454"/>
                  </a:moveTo>
                  <a:cubicBezTo>
                    <a:pt x="3622" y="5454"/>
                    <a:pt x="3297" y="5780"/>
                    <a:pt x="3297" y="6187"/>
                  </a:cubicBezTo>
                  <a:cubicBezTo>
                    <a:pt x="3297" y="6594"/>
                    <a:pt x="3622" y="6919"/>
                    <a:pt x="4029" y="6919"/>
                  </a:cubicBezTo>
                  <a:lnTo>
                    <a:pt x="8180" y="6919"/>
                  </a:lnTo>
                  <a:cubicBezTo>
                    <a:pt x="8547" y="6919"/>
                    <a:pt x="8872" y="6594"/>
                    <a:pt x="8872" y="6187"/>
                  </a:cubicBezTo>
                  <a:cubicBezTo>
                    <a:pt x="8872" y="5780"/>
                    <a:pt x="8547" y="5454"/>
                    <a:pt x="8180" y="5454"/>
                  </a:cubicBezTo>
                  <a:close/>
                  <a:moveTo>
                    <a:pt x="2279" y="7937"/>
                  </a:moveTo>
                  <a:lnTo>
                    <a:pt x="2320" y="7977"/>
                  </a:lnTo>
                  <a:lnTo>
                    <a:pt x="2279" y="8018"/>
                  </a:lnTo>
                  <a:lnTo>
                    <a:pt x="692" y="8018"/>
                  </a:lnTo>
                  <a:lnTo>
                    <a:pt x="651" y="7977"/>
                  </a:lnTo>
                  <a:lnTo>
                    <a:pt x="692" y="7937"/>
                  </a:lnTo>
                  <a:close/>
                  <a:moveTo>
                    <a:pt x="8180" y="7937"/>
                  </a:moveTo>
                  <a:lnTo>
                    <a:pt x="8221" y="7977"/>
                  </a:lnTo>
                  <a:lnTo>
                    <a:pt x="8180" y="8018"/>
                  </a:lnTo>
                  <a:lnTo>
                    <a:pt x="4029" y="8018"/>
                  </a:lnTo>
                  <a:lnTo>
                    <a:pt x="3988" y="7977"/>
                  </a:lnTo>
                  <a:lnTo>
                    <a:pt x="4029" y="7937"/>
                  </a:lnTo>
                  <a:close/>
                  <a:moveTo>
                    <a:pt x="692" y="7245"/>
                  </a:moveTo>
                  <a:cubicBezTo>
                    <a:pt x="326" y="7245"/>
                    <a:pt x="0" y="7571"/>
                    <a:pt x="0" y="7977"/>
                  </a:cubicBezTo>
                  <a:cubicBezTo>
                    <a:pt x="0" y="8384"/>
                    <a:pt x="326" y="8710"/>
                    <a:pt x="692" y="8710"/>
                  </a:cubicBezTo>
                  <a:lnTo>
                    <a:pt x="2279" y="8710"/>
                  </a:lnTo>
                  <a:cubicBezTo>
                    <a:pt x="2686" y="8710"/>
                    <a:pt x="3012" y="8384"/>
                    <a:pt x="3012" y="7977"/>
                  </a:cubicBezTo>
                  <a:cubicBezTo>
                    <a:pt x="3012" y="7571"/>
                    <a:pt x="2686" y="7245"/>
                    <a:pt x="2279" y="7245"/>
                  </a:cubicBezTo>
                  <a:close/>
                  <a:moveTo>
                    <a:pt x="4029" y="7245"/>
                  </a:moveTo>
                  <a:cubicBezTo>
                    <a:pt x="3622" y="7245"/>
                    <a:pt x="3297" y="7571"/>
                    <a:pt x="3297" y="7977"/>
                  </a:cubicBezTo>
                  <a:cubicBezTo>
                    <a:pt x="3297" y="8384"/>
                    <a:pt x="3622" y="8710"/>
                    <a:pt x="4029" y="8710"/>
                  </a:cubicBezTo>
                  <a:lnTo>
                    <a:pt x="8180" y="8710"/>
                  </a:lnTo>
                  <a:cubicBezTo>
                    <a:pt x="8547" y="8710"/>
                    <a:pt x="8872" y="8384"/>
                    <a:pt x="8872" y="7977"/>
                  </a:cubicBezTo>
                  <a:cubicBezTo>
                    <a:pt x="8872" y="7571"/>
                    <a:pt x="8547" y="7245"/>
                    <a:pt x="8180" y="7245"/>
                  </a:cubicBezTo>
                  <a:close/>
                  <a:moveTo>
                    <a:pt x="14529" y="9443"/>
                  </a:moveTo>
                  <a:cubicBezTo>
                    <a:pt x="14570" y="9443"/>
                    <a:pt x="14610" y="9483"/>
                    <a:pt x="14610" y="9565"/>
                  </a:cubicBezTo>
                  <a:cubicBezTo>
                    <a:pt x="14610" y="9605"/>
                    <a:pt x="14570" y="9646"/>
                    <a:pt x="14529" y="9646"/>
                  </a:cubicBezTo>
                  <a:lnTo>
                    <a:pt x="14407" y="9565"/>
                  </a:lnTo>
                  <a:lnTo>
                    <a:pt x="14529" y="9443"/>
                  </a:lnTo>
                  <a:close/>
                  <a:moveTo>
                    <a:pt x="15872" y="9443"/>
                  </a:moveTo>
                  <a:cubicBezTo>
                    <a:pt x="15913" y="9443"/>
                    <a:pt x="15994" y="9483"/>
                    <a:pt x="15994" y="9565"/>
                  </a:cubicBezTo>
                  <a:cubicBezTo>
                    <a:pt x="15994" y="9605"/>
                    <a:pt x="15913" y="9646"/>
                    <a:pt x="15872" y="9646"/>
                  </a:cubicBezTo>
                  <a:lnTo>
                    <a:pt x="15750" y="9565"/>
                  </a:lnTo>
                  <a:lnTo>
                    <a:pt x="15872" y="9443"/>
                  </a:lnTo>
                  <a:close/>
                  <a:moveTo>
                    <a:pt x="17215" y="9443"/>
                  </a:moveTo>
                  <a:cubicBezTo>
                    <a:pt x="17256" y="9443"/>
                    <a:pt x="17337" y="9483"/>
                    <a:pt x="17337" y="9565"/>
                  </a:cubicBezTo>
                  <a:cubicBezTo>
                    <a:pt x="17337" y="9605"/>
                    <a:pt x="17256" y="9646"/>
                    <a:pt x="17215" y="9646"/>
                  </a:cubicBezTo>
                  <a:lnTo>
                    <a:pt x="17093" y="9565"/>
                  </a:lnTo>
                  <a:lnTo>
                    <a:pt x="17215" y="9443"/>
                  </a:lnTo>
                  <a:close/>
                  <a:moveTo>
                    <a:pt x="18558" y="9443"/>
                  </a:moveTo>
                  <a:cubicBezTo>
                    <a:pt x="18639" y="9443"/>
                    <a:pt x="18680" y="9483"/>
                    <a:pt x="18680" y="9565"/>
                  </a:cubicBezTo>
                  <a:cubicBezTo>
                    <a:pt x="18680" y="9605"/>
                    <a:pt x="18639" y="9646"/>
                    <a:pt x="18558" y="9646"/>
                  </a:cubicBezTo>
                  <a:lnTo>
                    <a:pt x="18436" y="9565"/>
                  </a:lnTo>
                  <a:lnTo>
                    <a:pt x="18558" y="9443"/>
                  </a:lnTo>
                  <a:close/>
                  <a:moveTo>
                    <a:pt x="19901" y="9443"/>
                  </a:moveTo>
                  <a:lnTo>
                    <a:pt x="20023" y="9565"/>
                  </a:lnTo>
                  <a:lnTo>
                    <a:pt x="19901" y="9646"/>
                  </a:lnTo>
                  <a:cubicBezTo>
                    <a:pt x="19860" y="9646"/>
                    <a:pt x="19779" y="9605"/>
                    <a:pt x="19779" y="9565"/>
                  </a:cubicBezTo>
                  <a:cubicBezTo>
                    <a:pt x="19779" y="9483"/>
                    <a:pt x="19860" y="9443"/>
                    <a:pt x="19901" y="9443"/>
                  </a:cubicBezTo>
                  <a:close/>
                  <a:moveTo>
                    <a:pt x="21244" y="9443"/>
                  </a:moveTo>
                  <a:lnTo>
                    <a:pt x="21366" y="9565"/>
                  </a:lnTo>
                  <a:lnTo>
                    <a:pt x="21244" y="9646"/>
                  </a:lnTo>
                  <a:cubicBezTo>
                    <a:pt x="21203" y="9646"/>
                    <a:pt x="21163" y="9605"/>
                    <a:pt x="21163" y="9565"/>
                  </a:cubicBezTo>
                  <a:cubicBezTo>
                    <a:pt x="21163" y="9483"/>
                    <a:pt x="21203" y="9443"/>
                    <a:pt x="21244" y="9443"/>
                  </a:cubicBezTo>
                  <a:close/>
                  <a:moveTo>
                    <a:pt x="2279" y="9727"/>
                  </a:moveTo>
                  <a:lnTo>
                    <a:pt x="2320" y="9768"/>
                  </a:lnTo>
                  <a:lnTo>
                    <a:pt x="2279" y="9809"/>
                  </a:lnTo>
                  <a:lnTo>
                    <a:pt x="692" y="9809"/>
                  </a:lnTo>
                  <a:lnTo>
                    <a:pt x="651" y="9768"/>
                  </a:lnTo>
                  <a:lnTo>
                    <a:pt x="692" y="9727"/>
                  </a:lnTo>
                  <a:close/>
                  <a:moveTo>
                    <a:pt x="13105" y="9727"/>
                  </a:moveTo>
                  <a:lnTo>
                    <a:pt x="13145" y="9768"/>
                  </a:lnTo>
                  <a:lnTo>
                    <a:pt x="13105" y="9809"/>
                  </a:lnTo>
                  <a:lnTo>
                    <a:pt x="8994" y="9809"/>
                  </a:lnTo>
                  <a:lnTo>
                    <a:pt x="8913" y="9768"/>
                  </a:lnTo>
                  <a:lnTo>
                    <a:pt x="8994" y="9727"/>
                  </a:lnTo>
                  <a:close/>
                  <a:moveTo>
                    <a:pt x="692" y="9036"/>
                  </a:moveTo>
                  <a:cubicBezTo>
                    <a:pt x="326" y="9036"/>
                    <a:pt x="0" y="9361"/>
                    <a:pt x="0" y="9768"/>
                  </a:cubicBezTo>
                  <a:cubicBezTo>
                    <a:pt x="0" y="10175"/>
                    <a:pt x="326" y="10501"/>
                    <a:pt x="692" y="10501"/>
                  </a:cubicBezTo>
                  <a:lnTo>
                    <a:pt x="2279" y="10501"/>
                  </a:lnTo>
                  <a:cubicBezTo>
                    <a:pt x="2686" y="10501"/>
                    <a:pt x="3012" y="10175"/>
                    <a:pt x="3012" y="9768"/>
                  </a:cubicBezTo>
                  <a:cubicBezTo>
                    <a:pt x="3012" y="9361"/>
                    <a:pt x="2686" y="9036"/>
                    <a:pt x="2279" y="9036"/>
                  </a:cubicBezTo>
                  <a:close/>
                  <a:moveTo>
                    <a:pt x="14529" y="8751"/>
                  </a:moveTo>
                  <a:cubicBezTo>
                    <a:pt x="14141" y="8751"/>
                    <a:pt x="13814" y="9026"/>
                    <a:pt x="13734" y="9391"/>
                  </a:cubicBezTo>
                  <a:lnTo>
                    <a:pt x="13734" y="9391"/>
                  </a:lnTo>
                  <a:cubicBezTo>
                    <a:pt x="13606" y="9177"/>
                    <a:pt x="13373" y="9036"/>
                    <a:pt x="13105" y="9036"/>
                  </a:cubicBezTo>
                  <a:lnTo>
                    <a:pt x="8994" y="9036"/>
                  </a:lnTo>
                  <a:cubicBezTo>
                    <a:pt x="8587" y="9036"/>
                    <a:pt x="8262" y="9361"/>
                    <a:pt x="8262" y="9768"/>
                  </a:cubicBezTo>
                  <a:cubicBezTo>
                    <a:pt x="8262" y="10175"/>
                    <a:pt x="8587" y="10501"/>
                    <a:pt x="8994" y="10501"/>
                  </a:cubicBezTo>
                  <a:lnTo>
                    <a:pt x="13105" y="10501"/>
                  </a:lnTo>
                  <a:cubicBezTo>
                    <a:pt x="13455" y="10501"/>
                    <a:pt x="13745" y="10260"/>
                    <a:pt x="13819" y="9933"/>
                  </a:cubicBezTo>
                  <a:lnTo>
                    <a:pt x="13819" y="9933"/>
                  </a:lnTo>
                  <a:cubicBezTo>
                    <a:pt x="13958" y="10169"/>
                    <a:pt x="14225" y="10338"/>
                    <a:pt x="14529" y="10338"/>
                  </a:cubicBezTo>
                  <a:cubicBezTo>
                    <a:pt x="14793" y="10338"/>
                    <a:pt x="15040" y="10184"/>
                    <a:pt x="15181" y="9964"/>
                  </a:cubicBezTo>
                  <a:lnTo>
                    <a:pt x="15181" y="9964"/>
                  </a:lnTo>
                  <a:cubicBezTo>
                    <a:pt x="15325" y="10184"/>
                    <a:pt x="15581" y="10338"/>
                    <a:pt x="15872" y="10338"/>
                  </a:cubicBezTo>
                  <a:cubicBezTo>
                    <a:pt x="16170" y="10338"/>
                    <a:pt x="16414" y="10176"/>
                    <a:pt x="16543" y="9947"/>
                  </a:cubicBezTo>
                  <a:lnTo>
                    <a:pt x="16543" y="9947"/>
                  </a:lnTo>
                  <a:cubicBezTo>
                    <a:pt x="16673" y="10176"/>
                    <a:pt x="16917" y="10338"/>
                    <a:pt x="17215" y="10338"/>
                  </a:cubicBezTo>
                  <a:cubicBezTo>
                    <a:pt x="17513" y="10338"/>
                    <a:pt x="17757" y="10176"/>
                    <a:pt x="17886" y="9947"/>
                  </a:cubicBezTo>
                  <a:lnTo>
                    <a:pt x="17886" y="9947"/>
                  </a:lnTo>
                  <a:cubicBezTo>
                    <a:pt x="18016" y="10176"/>
                    <a:pt x="18260" y="10338"/>
                    <a:pt x="18558" y="10338"/>
                  </a:cubicBezTo>
                  <a:cubicBezTo>
                    <a:pt x="18856" y="10338"/>
                    <a:pt x="19100" y="10176"/>
                    <a:pt x="19229" y="9947"/>
                  </a:cubicBezTo>
                  <a:lnTo>
                    <a:pt x="19229" y="9947"/>
                  </a:lnTo>
                  <a:cubicBezTo>
                    <a:pt x="19359" y="10176"/>
                    <a:pt x="19603" y="10338"/>
                    <a:pt x="19901" y="10338"/>
                  </a:cubicBezTo>
                  <a:cubicBezTo>
                    <a:pt x="20192" y="10338"/>
                    <a:pt x="20448" y="10184"/>
                    <a:pt x="20592" y="9964"/>
                  </a:cubicBezTo>
                  <a:lnTo>
                    <a:pt x="20592" y="9964"/>
                  </a:lnTo>
                  <a:cubicBezTo>
                    <a:pt x="20733" y="10184"/>
                    <a:pt x="20980" y="10338"/>
                    <a:pt x="21244" y="10338"/>
                  </a:cubicBezTo>
                  <a:cubicBezTo>
                    <a:pt x="21692" y="10338"/>
                    <a:pt x="22058" y="9972"/>
                    <a:pt x="22058" y="9565"/>
                  </a:cubicBezTo>
                  <a:cubicBezTo>
                    <a:pt x="22058" y="9117"/>
                    <a:pt x="21692" y="8751"/>
                    <a:pt x="21244" y="8751"/>
                  </a:cubicBezTo>
                  <a:cubicBezTo>
                    <a:pt x="20980" y="8751"/>
                    <a:pt x="20733" y="8905"/>
                    <a:pt x="20592" y="9136"/>
                  </a:cubicBezTo>
                  <a:lnTo>
                    <a:pt x="20592" y="9136"/>
                  </a:lnTo>
                  <a:cubicBezTo>
                    <a:pt x="20448" y="8905"/>
                    <a:pt x="20192" y="8751"/>
                    <a:pt x="19901" y="8751"/>
                  </a:cubicBezTo>
                  <a:cubicBezTo>
                    <a:pt x="19603" y="8751"/>
                    <a:pt x="19359" y="8913"/>
                    <a:pt x="19229" y="9153"/>
                  </a:cubicBezTo>
                  <a:lnTo>
                    <a:pt x="19229" y="9153"/>
                  </a:lnTo>
                  <a:cubicBezTo>
                    <a:pt x="19100" y="8913"/>
                    <a:pt x="18856" y="8751"/>
                    <a:pt x="18558" y="8751"/>
                  </a:cubicBezTo>
                  <a:cubicBezTo>
                    <a:pt x="18260" y="8751"/>
                    <a:pt x="18016" y="8913"/>
                    <a:pt x="17886" y="9153"/>
                  </a:cubicBezTo>
                  <a:lnTo>
                    <a:pt x="17886" y="9153"/>
                  </a:lnTo>
                  <a:cubicBezTo>
                    <a:pt x="17757" y="8913"/>
                    <a:pt x="17513" y="8751"/>
                    <a:pt x="17215" y="8751"/>
                  </a:cubicBezTo>
                  <a:cubicBezTo>
                    <a:pt x="16917" y="8751"/>
                    <a:pt x="16673" y="8913"/>
                    <a:pt x="16543" y="9153"/>
                  </a:cubicBezTo>
                  <a:lnTo>
                    <a:pt x="16543" y="9153"/>
                  </a:lnTo>
                  <a:cubicBezTo>
                    <a:pt x="16414" y="8913"/>
                    <a:pt x="16170" y="8751"/>
                    <a:pt x="15872" y="8751"/>
                  </a:cubicBezTo>
                  <a:cubicBezTo>
                    <a:pt x="15581" y="8751"/>
                    <a:pt x="15325" y="8905"/>
                    <a:pt x="15181" y="9136"/>
                  </a:cubicBezTo>
                  <a:lnTo>
                    <a:pt x="15181" y="9136"/>
                  </a:lnTo>
                  <a:cubicBezTo>
                    <a:pt x="15040" y="8905"/>
                    <a:pt x="14793" y="8751"/>
                    <a:pt x="14529" y="8751"/>
                  </a:cubicBezTo>
                  <a:close/>
                  <a:moveTo>
                    <a:pt x="2279" y="11518"/>
                  </a:moveTo>
                  <a:lnTo>
                    <a:pt x="2320" y="11559"/>
                  </a:lnTo>
                  <a:lnTo>
                    <a:pt x="2279" y="11640"/>
                  </a:lnTo>
                  <a:lnTo>
                    <a:pt x="692" y="11640"/>
                  </a:lnTo>
                  <a:lnTo>
                    <a:pt x="651" y="11559"/>
                  </a:lnTo>
                  <a:lnTo>
                    <a:pt x="692" y="11518"/>
                  </a:lnTo>
                  <a:close/>
                  <a:moveTo>
                    <a:pt x="13105" y="11518"/>
                  </a:moveTo>
                  <a:lnTo>
                    <a:pt x="13145" y="11559"/>
                  </a:lnTo>
                  <a:lnTo>
                    <a:pt x="13105" y="11640"/>
                  </a:lnTo>
                  <a:lnTo>
                    <a:pt x="8994" y="11640"/>
                  </a:lnTo>
                  <a:lnTo>
                    <a:pt x="8913" y="11559"/>
                  </a:lnTo>
                  <a:lnTo>
                    <a:pt x="8994" y="11518"/>
                  </a:lnTo>
                  <a:close/>
                  <a:moveTo>
                    <a:pt x="692" y="10867"/>
                  </a:moveTo>
                  <a:cubicBezTo>
                    <a:pt x="326" y="10867"/>
                    <a:pt x="0" y="11193"/>
                    <a:pt x="0" y="11559"/>
                  </a:cubicBezTo>
                  <a:cubicBezTo>
                    <a:pt x="0" y="11966"/>
                    <a:pt x="326" y="12291"/>
                    <a:pt x="692" y="12291"/>
                  </a:cubicBezTo>
                  <a:lnTo>
                    <a:pt x="2279" y="12291"/>
                  </a:lnTo>
                  <a:cubicBezTo>
                    <a:pt x="2686" y="12291"/>
                    <a:pt x="3012" y="11966"/>
                    <a:pt x="3012" y="11559"/>
                  </a:cubicBezTo>
                  <a:cubicBezTo>
                    <a:pt x="3012" y="11193"/>
                    <a:pt x="2686" y="10867"/>
                    <a:pt x="2279" y="10867"/>
                  </a:cubicBezTo>
                  <a:close/>
                  <a:moveTo>
                    <a:pt x="8994" y="10867"/>
                  </a:moveTo>
                  <a:cubicBezTo>
                    <a:pt x="8587" y="10867"/>
                    <a:pt x="8262" y="11193"/>
                    <a:pt x="8262" y="11559"/>
                  </a:cubicBezTo>
                  <a:cubicBezTo>
                    <a:pt x="8262" y="11966"/>
                    <a:pt x="8587" y="12291"/>
                    <a:pt x="8994" y="12291"/>
                  </a:cubicBezTo>
                  <a:lnTo>
                    <a:pt x="13105" y="12291"/>
                  </a:lnTo>
                  <a:cubicBezTo>
                    <a:pt x="13512" y="12291"/>
                    <a:pt x="13837" y="11966"/>
                    <a:pt x="13837" y="11559"/>
                  </a:cubicBezTo>
                  <a:cubicBezTo>
                    <a:pt x="13837" y="11193"/>
                    <a:pt x="13512" y="10867"/>
                    <a:pt x="13105" y="10867"/>
                  </a:cubicBezTo>
                  <a:close/>
                  <a:moveTo>
                    <a:pt x="14529" y="13146"/>
                  </a:moveTo>
                  <a:cubicBezTo>
                    <a:pt x="14570" y="13146"/>
                    <a:pt x="14610" y="13187"/>
                    <a:pt x="14610" y="13268"/>
                  </a:cubicBezTo>
                  <a:cubicBezTo>
                    <a:pt x="14610" y="13309"/>
                    <a:pt x="14570" y="13350"/>
                    <a:pt x="14529" y="13350"/>
                  </a:cubicBezTo>
                  <a:lnTo>
                    <a:pt x="14407" y="13268"/>
                  </a:lnTo>
                  <a:lnTo>
                    <a:pt x="14529" y="13146"/>
                  </a:lnTo>
                  <a:close/>
                  <a:moveTo>
                    <a:pt x="15872" y="13146"/>
                  </a:moveTo>
                  <a:cubicBezTo>
                    <a:pt x="15913" y="13146"/>
                    <a:pt x="15994" y="13187"/>
                    <a:pt x="15994" y="13268"/>
                  </a:cubicBezTo>
                  <a:cubicBezTo>
                    <a:pt x="15994" y="13309"/>
                    <a:pt x="15913" y="13350"/>
                    <a:pt x="15872" y="13350"/>
                  </a:cubicBezTo>
                  <a:lnTo>
                    <a:pt x="15750" y="13268"/>
                  </a:lnTo>
                  <a:lnTo>
                    <a:pt x="15872" y="13146"/>
                  </a:lnTo>
                  <a:close/>
                  <a:moveTo>
                    <a:pt x="17215" y="13146"/>
                  </a:moveTo>
                  <a:cubicBezTo>
                    <a:pt x="17256" y="13146"/>
                    <a:pt x="17337" y="13187"/>
                    <a:pt x="17337" y="13268"/>
                  </a:cubicBezTo>
                  <a:cubicBezTo>
                    <a:pt x="17337" y="13309"/>
                    <a:pt x="17256" y="13350"/>
                    <a:pt x="17215" y="13350"/>
                  </a:cubicBezTo>
                  <a:lnTo>
                    <a:pt x="17093" y="13268"/>
                  </a:lnTo>
                  <a:lnTo>
                    <a:pt x="17215" y="13146"/>
                  </a:lnTo>
                  <a:close/>
                  <a:moveTo>
                    <a:pt x="18558" y="13146"/>
                  </a:moveTo>
                  <a:cubicBezTo>
                    <a:pt x="18639" y="13146"/>
                    <a:pt x="18680" y="13187"/>
                    <a:pt x="18680" y="13268"/>
                  </a:cubicBezTo>
                  <a:cubicBezTo>
                    <a:pt x="18680" y="13309"/>
                    <a:pt x="18639" y="13350"/>
                    <a:pt x="18558" y="13350"/>
                  </a:cubicBezTo>
                  <a:lnTo>
                    <a:pt x="18436" y="13268"/>
                  </a:lnTo>
                  <a:lnTo>
                    <a:pt x="18558" y="13146"/>
                  </a:lnTo>
                  <a:close/>
                  <a:moveTo>
                    <a:pt x="19901" y="13146"/>
                  </a:moveTo>
                  <a:lnTo>
                    <a:pt x="20023" y="13268"/>
                  </a:lnTo>
                  <a:lnTo>
                    <a:pt x="19901" y="13350"/>
                  </a:lnTo>
                  <a:cubicBezTo>
                    <a:pt x="19860" y="13350"/>
                    <a:pt x="19779" y="13309"/>
                    <a:pt x="19779" y="13268"/>
                  </a:cubicBezTo>
                  <a:cubicBezTo>
                    <a:pt x="19779" y="13187"/>
                    <a:pt x="19860" y="13146"/>
                    <a:pt x="19901" y="13146"/>
                  </a:cubicBezTo>
                  <a:close/>
                  <a:moveTo>
                    <a:pt x="21244" y="13146"/>
                  </a:moveTo>
                  <a:lnTo>
                    <a:pt x="21366" y="13268"/>
                  </a:lnTo>
                  <a:lnTo>
                    <a:pt x="21244" y="13350"/>
                  </a:lnTo>
                  <a:cubicBezTo>
                    <a:pt x="21203" y="13350"/>
                    <a:pt x="21163" y="13309"/>
                    <a:pt x="21163" y="13268"/>
                  </a:cubicBezTo>
                  <a:cubicBezTo>
                    <a:pt x="21163" y="13187"/>
                    <a:pt x="21203" y="13146"/>
                    <a:pt x="21244" y="13146"/>
                  </a:cubicBezTo>
                  <a:close/>
                  <a:moveTo>
                    <a:pt x="2279" y="13309"/>
                  </a:moveTo>
                  <a:lnTo>
                    <a:pt x="2320" y="13390"/>
                  </a:lnTo>
                  <a:lnTo>
                    <a:pt x="2279" y="13431"/>
                  </a:lnTo>
                  <a:lnTo>
                    <a:pt x="692" y="13431"/>
                  </a:lnTo>
                  <a:lnTo>
                    <a:pt x="651" y="13390"/>
                  </a:lnTo>
                  <a:lnTo>
                    <a:pt x="692" y="13309"/>
                  </a:lnTo>
                  <a:close/>
                  <a:moveTo>
                    <a:pt x="13105" y="13309"/>
                  </a:moveTo>
                  <a:lnTo>
                    <a:pt x="13145" y="13390"/>
                  </a:lnTo>
                  <a:lnTo>
                    <a:pt x="13105" y="13431"/>
                  </a:lnTo>
                  <a:lnTo>
                    <a:pt x="8994" y="13431"/>
                  </a:lnTo>
                  <a:lnTo>
                    <a:pt x="8913" y="13390"/>
                  </a:lnTo>
                  <a:lnTo>
                    <a:pt x="8994" y="13309"/>
                  </a:lnTo>
                  <a:close/>
                  <a:moveTo>
                    <a:pt x="692" y="12658"/>
                  </a:moveTo>
                  <a:cubicBezTo>
                    <a:pt x="326" y="12658"/>
                    <a:pt x="0" y="12983"/>
                    <a:pt x="0" y="13390"/>
                  </a:cubicBezTo>
                  <a:cubicBezTo>
                    <a:pt x="0" y="13756"/>
                    <a:pt x="326" y="14082"/>
                    <a:pt x="692" y="14082"/>
                  </a:cubicBezTo>
                  <a:lnTo>
                    <a:pt x="2279" y="14082"/>
                  </a:lnTo>
                  <a:cubicBezTo>
                    <a:pt x="2686" y="14082"/>
                    <a:pt x="3012" y="13756"/>
                    <a:pt x="3012" y="13390"/>
                  </a:cubicBezTo>
                  <a:cubicBezTo>
                    <a:pt x="3012" y="12983"/>
                    <a:pt x="2686" y="12658"/>
                    <a:pt x="2279" y="12658"/>
                  </a:cubicBezTo>
                  <a:close/>
                  <a:moveTo>
                    <a:pt x="14529" y="12454"/>
                  </a:moveTo>
                  <a:cubicBezTo>
                    <a:pt x="14161" y="12454"/>
                    <a:pt x="13848" y="12702"/>
                    <a:pt x="13748" y="13038"/>
                  </a:cubicBezTo>
                  <a:lnTo>
                    <a:pt x="13748" y="13038"/>
                  </a:lnTo>
                  <a:cubicBezTo>
                    <a:pt x="13624" y="12811"/>
                    <a:pt x="13384" y="12658"/>
                    <a:pt x="13105" y="12658"/>
                  </a:cubicBezTo>
                  <a:lnTo>
                    <a:pt x="8994" y="12658"/>
                  </a:lnTo>
                  <a:cubicBezTo>
                    <a:pt x="8587" y="12658"/>
                    <a:pt x="8262" y="12983"/>
                    <a:pt x="8262" y="13390"/>
                  </a:cubicBezTo>
                  <a:cubicBezTo>
                    <a:pt x="8262" y="13756"/>
                    <a:pt x="8587" y="14082"/>
                    <a:pt x="8994" y="14082"/>
                  </a:cubicBezTo>
                  <a:lnTo>
                    <a:pt x="13105" y="14082"/>
                  </a:lnTo>
                  <a:cubicBezTo>
                    <a:pt x="13430" y="14082"/>
                    <a:pt x="13704" y="13874"/>
                    <a:pt x="13800" y="13603"/>
                  </a:cubicBezTo>
                  <a:lnTo>
                    <a:pt x="13800" y="13603"/>
                  </a:lnTo>
                  <a:cubicBezTo>
                    <a:pt x="13934" y="13856"/>
                    <a:pt x="14211" y="14041"/>
                    <a:pt x="14529" y="14041"/>
                  </a:cubicBezTo>
                  <a:cubicBezTo>
                    <a:pt x="14793" y="14041"/>
                    <a:pt x="15040" y="13887"/>
                    <a:pt x="15181" y="13667"/>
                  </a:cubicBezTo>
                  <a:lnTo>
                    <a:pt x="15181" y="13667"/>
                  </a:lnTo>
                  <a:cubicBezTo>
                    <a:pt x="15325" y="13887"/>
                    <a:pt x="15581" y="14041"/>
                    <a:pt x="15872" y="14041"/>
                  </a:cubicBezTo>
                  <a:cubicBezTo>
                    <a:pt x="16170" y="14041"/>
                    <a:pt x="16414" y="13879"/>
                    <a:pt x="16543" y="13651"/>
                  </a:cubicBezTo>
                  <a:lnTo>
                    <a:pt x="16543" y="13651"/>
                  </a:lnTo>
                  <a:cubicBezTo>
                    <a:pt x="16673" y="13879"/>
                    <a:pt x="16917" y="14041"/>
                    <a:pt x="17215" y="14041"/>
                  </a:cubicBezTo>
                  <a:cubicBezTo>
                    <a:pt x="17513" y="14041"/>
                    <a:pt x="17757" y="13879"/>
                    <a:pt x="17886" y="13651"/>
                  </a:cubicBezTo>
                  <a:lnTo>
                    <a:pt x="17886" y="13651"/>
                  </a:lnTo>
                  <a:cubicBezTo>
                    <a:pt x="18016" y="13879"/>
                    <a:pt x="18260" y="14041"/>
                    <a:pt x="18558" y="14041"/>
                  </a:cubicBezTo>
                  <a:cubicBezTo>
                    <a:pt x="18856" y="14041"/>
                    <a:pt x="19100" y="13879"/>
                    <a:pt x="19229" y="13651"/>
                  </a:cubicBezTo>
                  <a:lnTo>
                    <a:pt x="19229" y="13651"/>
                  </a:lnTo>
                  <a:cubicBezTo>
                    <a:pt x="19359" y="13879"/>
                    <a:pt x="19603" y="14041"/>
                    <a:pt x="19901" y="14041"/>
                  </a:cubicBezTo>
                  <a:cubicBezTo>
                    <a:pt x="20192" y="14041"/>
                    <a:pt x="20448" y="13887"/>
                    <a:pt x="20592" y="13667"/>
                  </a:cubicBezTo>
                  <a:lnTo>
                    <a:pt x="20592" y="13667"/>
                  </a:lnTo>
                  <a:cubicBezTo>
                    <a:pt x="20733" y="13887"/>
                    <a:pt x="20980" y="14041"/>
                    <a:pt x="21244" y="14041"/>
                  </a:cubicBezTo>
                  <a:cubicBezTo>
                    <a:pt x="21692" y="14041"/>
                    <a:pt x="22058" y="13675"/>
                    <a:pt x="22058" y="13268"/>
                  </a:cubicBezTo>
                  <a:cubicBezTo>
                    <a:pt x="22058" y="12820"/>
                    <a:pt x="21692" y="12454"/>
                    <a:pt x="21244" y="12454"/>
                  </a:cubicBezTo>
                  <a:cubicBezTo>
                    <a:pt x="20980" y="12454"/>
                    <a:pt x="20733" y="12609"/>
                    <a:pt x="20592" y="12839"/>
                  </a:cubicBezTo>
                  <a:lnTo>
                    <a:pt x="20592" y="12839"/>
                  </a:lnTo>
                  <a:cubicBezTo>
                    <a:pt x="20448" y="12609"/>
                    <a:pt x="20192" y="12454"/>
                    <a:pt x="19901" y="12454"/>
                  </a:cubicBezTo>
                  <a:cubicBezTo>
                    <a:pt x="19603" y="12454"/>
                    <a:pt x="19359" y="12616"/>
                    <a:pt x="19229" y="12857"/>
                  </a:cubicBezTo>
                  <a:lnTo>
                    <a:pt x="19229" y="12857"/>
                  </a:lnTo>
                  <a:cubicBezTo>
                    <a:pt x="19100" y="12616"/>
                    <a:pt x="18856" y="12454"/>
                    <a:pt x="18558" y="12454"/>
                  </a:cubicBezTo>
                  <a:cubicBezTo>
                    <a:pt x="18260" y="12454"/>
                    <a:pt x="18016" y="12616"/>
                    <a:pt x="17886" y="12857"/>
                  </a:cubicBezTo>
                  <a:lnTo>
                    <a:pt x="17886" y="12857"/>
                  </a:lnTo>
                  <a:cubicBezTo>
                    <a:pt x="17757" y="12616"/>
                    <a:pt x="17513" y="12454"/>
                    <a:pt x="17215" y="12454"/>
                  </a:cubicBezTo>
                  <a:cubicBezTo>
                    <a:pt x="16917" y="12454"/>
                    <a:pt x="16673" y="12616"/>
                    <a:pt x="16543" y="12857"/>
                  </a:cubicBezTo>
                  <a:lnTo>
                    <a:pt x="16543" y="12857"/>
                  </a:lnTo>
                  <a:cubicBezTo>
                    <a:pt x="16414" y="12616"/>
                    <a:pt x="16170" y="12454"/>
                    <a:pt x="15872" y="12454"/>
                  </a:cubicBezTo>
                  <a:cubicBezTo>
                    <a:pt x="15581" y="12454"/>
                    <a:pt x="15325" y="12609"/>
                    <a:pt x="15181" y="12839"/>
                  </a:cubicBezTo>
                  <a:lnTo>
                    <a:pt x="15181" y="12839"/>
                  </a:lnTo>
                  <a:cubicBezTo>
                    <a:pt x="15040" y="12609"/>
                    <a:pt x="14793" y="12454"/>
                    <a:pt x="14529" y="12454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5" name="Google Shape;1839;p35"/>
            <p:cNvSpPr/>
            <p:nvPr/>
          </p:nvSpPr>
          <p:spPr>
            <a:xfrm>
              <a:off x="2570760" y="313200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7" h="13431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4" y="856"/>
                  </a:lnTo>
                  <a:cubicBezTo>
                    <a:pt x="2157" y="856"/>
                    <a:pt x="2360" y="693"/>
                    <a:pt x="2360" y="489"/>
                  </a:cubicBezTo>
                  <a:cubicBezTo>
                    <a:pt x="2360" y="245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55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0" y="1"/>
                    <a:pt x="9157" y="204"/>
                    <a:pt x="9157" y="489"/>
                  </a:cubicBezTo>
                  <a:cubicBezTo>
                    <a:pt x="9157" y="733"/>
                    <a:pt x="936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80"/>
                  </a:cubicBezTo>
                  <a:cubicBezTo>
                    <a:pt x="2360" y="2036"/>
                    <a:pt x="2157" y="1873"/>
                    <a:pt x="1954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55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4" y="4437"/>
                  </a:lnTo>
                  <a:cubicBezTo>
                    <a:pt x="2157" y="4437"/>
                    <a:pt x="2360" y="4274"/>
                    <a:pt x="2360" y="4071"/>
                  </a:cubicBezTo>
                  <a:cubicBezTo>
                    <a:pt x="2360" y="3867"/>
                    <a:pt x="2157" y="3664"/>
                    <a:pt x="1954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55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0" y="3623"/>
                    <a:pt x="9157" y="3826"/>
                    <a:pt x="9157" y="4071"/>
                  </a:cubicBezTo>
                  <a:cubicBezTo>
                    <a:pt x="9157" y="4315"/>
                    <a:pt x="936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4" y="6228"/>
                  </a:lnTo>
                  <a:cubicBezTo>
                    <a:pt x="2157" y="6228"/>
                    <a:pt x="2360" y="6065"/>
                    <a:pt x="2360" y="5861"/>
                  </a:cubicBezTo>
                  <a:cubicBezTo>
                    <a:pt x="2360" y="5658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55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55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4" y="8059"/>
                  </a:lnTo>
                  <a:cubicBezTo>
                    <a:pt x="2157" y="8059"/>
                    <a:pt x="2360" y="7855"/>
                    <a:pt x="2360" y="7652"/>
                  </a:cubicBezTo>
                  <a:cubicBezTo>
                    <a:pt x="2360" y="7448"/>
                    <a:pt x="2157" y="7286"/>
                    <a:pt x="1954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55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55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4" y="9850"/>
                  </a:lnTo>
                  <a:cubicBezTo>
                    <a:pt x="2157" y="9850"/>
                    <a:pt x="2360" y="9646"/>
                    <a:pt x="2360" y="9443"/>
                  </a:cubicBezTo>
                  <a:cubicBezTo>
                    <a:pt x="2360" y="9239"/>
                    <a:pt x="2157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69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78"/>
                    <a:pt x="2360" y="11233"/>
                  </a:cubicBezTo>
                  <a:cubicBezTo>
                    <a:pt x="2360" y="11030"/>
                    <a:pt x="2157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4" y="13431"/>
                  </a:lnTo>
                  <a:cubicBezTo>
                    <a:pt x="2157" y="13431"/>
                    <a:pt x="2360" y="13268"/>
                    <a:pt x="2360" y="13065"/>
                  </a:cubicBezTo>
                  <a:cubicBezTo>
                    <a:pt x="2360" y="12821"/>
                    <a:pt x="2157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69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6" name="Google Shape;1840;p35"/>
            <p:cNvSpPr/>
            <p:nvPr/>
          </p:nvSpPr>
          <p:spPr>
            <a:xfrm>
              <a:off x="2570760" y="3426840"/>
              <a:ext cx="426960" cy="268200"/>
            </a:xfrm>
            <a:custGeom>
              <a:avLst/>
              <a:gdLst>
                <a:gd name="textAreaLeft" fmla="*/ 0 w 426960"/>
                <a:gd name="textAreaRight" fmla="*/ 427320 w 426960"/>
                <a:gd name="textAreaTop" fmla="*/ 0 h 268200"/>
                <a:gd name="textAreaBottom" fmla="*/ 268560 h 268200"/>
              </a:gdLst>
              <a:ahLst/>
              <a:rect l="textAreaLeft" t="textAreaTop" r="textAreaRight" b="textAreaBottom"/>
              <a:pathLst>
                <a:path w="21367" h="13431">
                  <a:moveTo>
                    <a:pt x="366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4" y="855"/>
                  </a:lnTo>
                  <a:cubicBezTo>
                    <a:pt x="2157" y="855"/>
                    <a:pt x="2360" y="692"/>
                    <a:pt x="2360" y="448"/>
                  </a:cubicBezTo>
                  <a:cubicBezTo>
                    <a:pt x="2360" y="244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4"/>
                    <a:pt x="3337" y="448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55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0" y="0"/>
                    <a:pt x="9157" y="204"/>
                    <a:pt x="9157" y="448"/>
                  </a:cubicBezTo>
                  <a:cubicBezTo>
                    <a:pt x="9157" y="692"/>
                    <a:pt x="9360" y="896"/>
                    <a:pt x="9605" y="896"/>
                  </a:cubicBezTo>
                  <a:cubicBezTo>
                    <a:pt x="9849" y="896"/>
                    <a:pt x="10052" y="692"/>
                    <a:pt x="10052" y="448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48"/>
                  </a:cubicBezTo>
                  <a:cubicBezTo>
                    <a:pt x="10500" y="692"/>
                    <a:pt x="10703" y="896"/>
                    <a:pt x="10948" y="896"/>
                  </a:cubicBezTo>
                  <a:cubicBezTo>
                    <a:pt x="11192" y="896"/>
                    <a:pt x="11395" y="692"/>
                    <a:pt x="11395" y="448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48"/>
                  </a:cubicBezTo>
                  <a:cubicBezTo>
                    <a:pt x="11843" y="692"/>
                    <a:pt x="12046" y="896"/>
                    <a:pt x="12291" y="896"/>
                  </a:cubicBezTo>
                  <a:cubicBezTo>
                    <a:pt x="12535" y="896"/>
                    <a:pt x="12738" y="692"/>
                    <a:pt x="12738" y="448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48"/>
                  </a:cubicBezTo>
                  <a:cubicBezTo>
                    <a:pt x="13186" y="692"/>
                    <a:pt x="13389" y="896"/>
                    <a:pt x="13634" y="896"/>
                  </a:cubicBezTo>
                  <a:cubicBezTo>
                    <a:pt x="13878" y="896"/>
                    <a:pt x="14081" y="692"/>
                    <a:pt x="14081" y="448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48"/>
                  </a:cubicBezTo>
                  <a:cubicBezTo>
                    <a:pt x="14529" y="692"/>
                    <a:pt x="14732" y="896"/>
                    <a:pt x="14977" y="896"/>
                  </a:cubicBezTo>
                  <a:cubicBezTo>
                    <a:pt x="15221" y="896"/>
                    <a:pt x="15424" y="692"/>
                    <a:pt x="15424" y="448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48"/>
                  </a:cubicBezTo>
                  <a:cubicBezTo>
                    <a:pt x="15872" y="692"/>
                    <a:pt x="16075" y="896"/>
                    <a:pt x="16320" y="896"/>
                  </a:cubicBezTo>
                  <a:cubicBezTo>
                    <a:pt x="16564" y="896"/>
                    <a:pt x="16767" y="692"/>
                    <a:pt x="16767" y="448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39"/>
                  </a:cubicBezTo>
                  <a:cubicBezTo>
                    <a:pt x="2360" y="2035"/>
                    <a:pt x="2157" y="1872"/>
                    <a:pt x="1954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3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55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6" y="4436"/>
                  </a:cubicBezTo>
                  <a:lnTo>
                    <a:pt x="1954" y="4436"/>
                  </a:lnTo>
                  <a:cubicBezTo>
                    <a:pt x="2157" y="4436"/>
                    <a:pt x="2360" y="4273"/>
                    <a:pt x="2360" y="4070"/>
                  </a:cubicBezTo>
                  <a:cubicBezTo>
                    <a:pt x="2360" y="3826"/>
                    <a:pt x="2157" y="3663"/>
                    <a:pt x="1954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70"/>
                  </a:cubicBezTo>
                  <a:cubicBezTo>
                    <a:pt x="3337" y="4273"/>
                    <a:pt x="3500" y="4436"/>
                    <a:pt x="3703" y="4436"/>
                  </a:cubicBezTo>
                  <a:lnTo>
                    <a:pt x="7855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0" y="3622"/>
                    <a:pt x="9157" y="3785"/>
                    <a:pt x="9157" y="4070"/>
                  </a:cubicBezTo>
                  <a:cubicBezTo>
                    <a:pt x="9157" y="4314"/>
                    <a:pt x="936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785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785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785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785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785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785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4" y="6227"/>
                  </a:lnTo>
                  <a:cubicBezTo>
                    <a:pt x="2157" y="6227"/>
                    <a:pt x="2360" y="6064"/>
                    <a:pt x="2360" y="5861"/>
                  </a:cubicBezTo>
                  <a:cubicBezTo>
                    <a:pt x="2360" y="5617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55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55" y="5454"/>
                  </a:cubicBezTo>
                  <a:close/>
                  <a:moveTo>
                    <a:pt x="366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4" y="8018"/>
                  </a:lnTo>
                  <a:cubicBezTo>
                    <a:pt x="2157" y="8018"/>
                    <a:pt x="2360" y="7855"/>
                    <a:pt x="2360" y="7651"/>
                  </a:cubicBezTo>
                  <a:cubicBezTo>
                    <a:pt x="2360" y="7448"/>
                    <a:pt x="2157" y="7244"/>
                    <a:pt x="1954" y="7244"/>
                  </a:cubicBezTo>
                  <a:close/>
                  <a:moveTo>
                    <a:pt x="3703" y="7244"/>
                  </a:moveTo>
                  <a:cubicBezTo>
                    <a:pt x="3500" y="7244"/>
                    <a:pt x="3337" y="7448"/>
                    <a:pt x="3337" y="765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55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55" y="7244"/>
                  </a:cubicBezTo>
                  <a:close/>
                  <a:moveTo>
                    <a:pt x="14203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3" y="8750"/>
                  </a:cubicBezTo>
                  <a:close/>
                  <a:moveTo>
                    <a:pt x="15546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6" y="8750"/>
                  </a:cubicBezTo>
                  <a:close/>
                  <a:moveTo>
                    <a:pt x="16889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89" y="8750"/>
                  </a:cubicBezTo>
                  <a:close/>
                  <a:moveTo>
                    <a:pt x="18232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2" y="8750"/>
                  </a:cubicBezTo>
                  <a:close/>
                  <a:moveTo>
                    <a:pt x="19575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5" y="8750"/>
                  </a:cubicBezTo>
                  <a:close/>
                  <a:moveTo>
                    <a:pt x="20918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8" y="8750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4" y="9849"/>
                  </a:lnTo>
                  <a:cubicBezTo>
                    <a:pt x="2157" y="9849"/>
                    <a:pt x="2360" y="9646"/>
                    <a:pt x="2360" y="9442"/>
                  </a:cubicBezTo>
                  <a:cubicBezTo>
                    <a:pt x="2360" y="9239"/>
                    <a:pt x="2157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4" y="9035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69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35"/>
                    <a:pt x="12779" y="9035"/>
                  </a:cubicBezTo>
                  <a:close/>
                  <a:moveTo>
                    <a:pt x="366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36"/>
                    <a:pt x="2360" y="11233"/>
                  </a:cubicBezTo>
                  <a:cubicBezTo>
                    <a:pt x="2360" y="11029"/>
                    <a:pt x="2157" y="10866"/>
                    <a:pt x="1954" y="10866"/>
                  </a:cubicBezTo>
                  <a:close/>
                  <a:moveTo>
                    <a:pt x="8669" y="10866"/>
                  </a:moveTo>
                  <a:cubicBezTo>
                    <a:pt x="8424" y="10866"/>
                    <a:pt x="8262" y="11029"/>
                    <a:pt x="8262" y="11233"/>
                  </a:cubicBezTo>
                  <a:cubicBezTo>
                    <a:pt x="8262" y="11436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36"/>
                    <a:pt x="13145" y="11233"/>
                  </a:cubicBezTo>
                  <a:cubicBezTo>
                    <a:pt x="13145" y="11029"/>
                    <a:pt x="12982" y="10866"/>
                    <a:pt x="12779" y="1086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8" y="1245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4" y="13430"/>
                  </a:lnTo>
                  <a:cubicBezTo>
                    <a:pt x="2157" y="13430"/>
                    <a:pt x="2360" y="13268"/>
                    <a:pt x="2360" y="13023"/>
                  </a:cubicBezTo>
                  <a:cubicBezTo>
                    <a:pt x="2360" y="12820"/>
                    <a:pt x="2157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4" y="12657"/>
                    <a:pt x="8262" y="12820"/>
                    <a:pt x="8262" y="13023"/>
                  </a:cubicBezTo>
                  <a:cubicBezTo>
                    <a:pt x="8262" y="13268"/>
                    <a:pt x="8424" y="13430"/>
                    <a:pt x="8669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23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7" name="Google Shape;1841;p35"/>
            <p:cNvSpPr/>
            <p:nvPr/>
          </p:nvSpPr>
          <p:spPr>
            <a:xfrm>
              <a:off x="2466000" y="2629080"/>
              <a:ext cx="108000" cy="199080"/>
            </a:xfrm>
            <a:custGeom>
              <a:avLst/>
              <a:gdLst>
                <a:gd name="textAreaLeft" fmla="*/ 0 w 108000"/>
                <a:gd name="textAreaRight" fmla="*/ 108360 w 108000"/>
                <a:gd name="textAreaTop" fmla="*/ 0 h 199080"/>
                <a:gd name="textAreaBottom" fmla="*/ 199440 h 199080"/>
              </a:gdLst>
              <a:ahLst/>
              <a:rect l="textAreaLeft" t="textAreaTop" r="textAreaRight" b="textAreaBottom"/>
              <a:pathLst>
                <a:path w="5413" h="9971">
                  <a:moveTo>
                    <a:pt x="3052" y="692"/>
                  </a:moveTo>
                  <a:cubicBezTo>
                    <a:pt x="3256" y="692"/>
                    <a:pt x="3459" y="814"/>
                    <a:pt x="3663" y="977"/>
                  </a:cubicBezTo>
                  <a:cubicBezTo>
                    <a:pt x="3948" y="1221"/>
                    <a:pt x="4233" y="1709"/>
                    <a:pt x="4436" y="2320"/>
                  </a:cubicBezTo>
                  <a:cubicBezTo>
                    <a:pt x="4640" y="2930"/>
                    <a:pt x="4762" y="3663"/>
                    <a:pt x="4762" y="4477"/>
                  </a:cubicBezTo>
                  <a:cubicBezTo>
                    <a:pt x="4762" y="4680"/>
                    <a:pt x="4762" y="4924"/>
                    <a:pt x="4721" y="5169"/>
                  </a:cubicBezTo>
                  <a:cubicBezTo>
                    <a:pt x="4640" y="6349"/>
                    <a:pt x="4314" y="7448"/>
                    <a:pt x="3866" y="8180"/>
                  </a:cubicBezTo>
                  <a:cubicBezTo>
                    <a:pt x="3663" y="8546"/>
                    <a:pt x="3419" y="8831"/>
                    <a:pt x="3134" y="9035"/>
                  </a:cubicBezTo>
                  <a:cubicBezTo>
                    <a:pt x="2890" y="9238"/>
                    <a:pt x="2686" y="9320"/>
                    <a:pt x="2442" y="9320"/>
                  </a:cubicBezTo>
                  <a:lnTo>
                    <a:pt x="2361" y="9320"/>
                  </a:lnTo>
                  <a:cubicBezTo>
                    <a:pt x="2157" y="9279"/>
                    <a:pt x="1954" y="9198"/>
                    <a:pt x="1750" y="9035"/>
                  </a:cubicBezTo>
                  <a:cubicBezTo>
                    <a:pt x="1465" y="8750"/>
                    <a:pt x="1180" y="8302"/>
                    <a:pt x="977" y="7692"/>
                  </a:cubicBezTo>
                  <a:cubicBezTo>
                    <a:pt x="773" y="7081"/>
                    <a:pt x="651" y="6349"/>
                    <a:pt x="651" y="5535"/>
                  </a:cubicBezTo>
                  <a:cubicBezTo>
                    <a:pt x="651" y="5291"/>
                    <a:pt x="692" y="5087"/>
                    <a:pt x="692" y="4843"/>
                  </a:cubicBezTo>
                  <a:cubicBezTo>
                    <a:pt x="773" y="3622"/>
                    <a:pt x="1099" y="2564"/>
                    <a:pt x="1547" y="1831"/>
                  </a:cubicBezTo>
                  <a:cubicBezTo>
                    <a:pt x="1791" y="1424"/>
                    <a:pt x="2035" y="1140"/>
                    <a:pt x="2279" y="977"/>
                  </a:cubicBezTo>
                  <a:cubicBezTo>
                    <a:pt x="2523" y="773"/>
                    <a:pt x="2768" y="692"/>
                    <a:pt x="2971" y="692"/>
                  </a:cubicBezTo>
                  <a:close/>
                  <a:moveTo>
                    <a:pt x="2971" y="0"/>
                  </a:moveTo>
                  <a:cubicBezTo>
                    <a:pt x="2564" y="0"/>
                    <a:pt x="2198" y="163"/>
                    <a:pt x="1872" y="407"/>
                  </a:cubicBezTo>
                  <a:cubicBezTo>
                    <a:pt x="1343" y="814"/>
                    <a:pt x="936" y="1424"/>
                    <a:pt x="611" y="2157"/>
                  </a:cubicBezTo>
                  <a:cubicBezTo>
                    <a:pt x="326" y="2930"/>
                    <a:pt x="82" y="3826"/>
                    <a:pt x="0" y="4802"/>
                  </a:cubicBezTo>
                  <a:cubicBezTo>
                    <a:pt x="0" y="5046"/>
                    <a:pt x="0" y="5291"/>
                    <a:pt x="0" y="5535"/>
                  </a:cubicBezTo>
                  <a:cubicBezTo>
                    <a:pt x="0" y="6674"/>
                    <a:pt x="204" y="7732"/>
                    <a:pt x="611" y="8546"/>
                  </a:cubicBezTo>
                  <a:cubicBezTo>
                    <a:pt x="773" y="8953"/>
                    <a:pt x="1018" y="9279"/>
                    <a:pt x="1302" y="9523"/>
                  </a:cubicBezTo>
                  <a:cubicBezTo>
                    <a:pt x="1587" y="9767"/>
                    <a:pt x="1954" y="9930"/>
                    <a:pt x="2320" y="9971"/>
                  </a:cubicBezTo>
                  <a:lnTo>
                    <a:pt x="2442" y="9971"/>
                  </a:lnTo>
                  <a:cubicBezTo>
                    <a:pt x="2849" y="9971"/>
                    <a:pt x="3215" y="9808"/>
                    <a:pt x="3581" y="9564"/>
                  </a:cubicBezTo>
                  <a:cubicBezTo>
                    <a:pt x="4070" y="9198"/>
                    <a:pt x="4477" y="8587"/>
                    <a:pt x="4802" y="7814"/>
                  </a:cubicBezTo>
                  <a:cubicBezTo>
                    <a:pt x="5128" y="7081"/>
                    <a:pt x="5331" y="6186"/>
                    <a:pt x="5413" y="5209"/>
                  </a:cubicBezTo>
                  <a:cubicBezTo>
                    <a:pt x="5413" y="4965"/>
                    <a:pt x="5413" y="4721"/>
                    <a:pt x="5413" y="4477"/>
                  </a:cubicBezTo>
                  <a:cubicBezTo>
                    <a:pt x="5413" y="3296"/>
                    <a:pt x="5209" y="2238"/>
                    <a:pt x="4843" y="1465"/>
                  </a:cubicBezTo>
                  <a:cubicBezTo>
                    <a:pt x="4640" y="1058"/>
                    <a:pt x="4395" y="733"/>
                    <a:pt x="4111" y="448"/>
                  </a:cubicBezTo>
                  <a:cubicBezTo>
                    <a:pt x="3826" y="203"/>
                    <a:pt x="3459" y="41"/>
                    <a:pt x="309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8" name="Google Shape;1842;p35"/>
            <p:cNvSpPr/>
            <p:nvPr/>
          </p:nvSpPr>
          <p:spPr>
            <a:xfrm>
              <a:off x="1839960" y="2297520"/>
              <a:ext cx="693000" cy="894600"/>
            </a:xfrm>
            <a:custGeom>
              <a:avLst/>
              <a:gdLst>
                <a:gd name="textAreaLeft" fmla="*/ 0 w 693000"/>
                <a:gd name="textAreaRight" fmla="*/ 693360 w 693000"/>
                <a:gd name="textAreaTop" fmla="*/ 0 h 894600"/>
                <a:gd name="textAreaBottom" fmla="*/ 894960 h 894600"/>
              </a:gdLst>
              <a:ahLst/>
              <a:rect l="textAreaLeft" t="textAreaTop" r="textAreaRight" b="textAreaBottom"/>
              <a:pathLst>
                <a:path w="34674" h="44747">
                  <a:moveTo>
                    <a:pt x="20542" y="1"/>
                  </a:moveTo>
                  <a:cubicBezTo>
                    <a:pt x="16954" y="1"/>
                    <a:pt x="13117" y="564"/>
                    <a:pt x="9849" y="2096"/>
                  </a:cubicBezTo>
                  <a:cubicBezTo>
                    <a:pt x="1465" y="6043"/>
                    <a:pt x="3297" y="19799"/>
                    <a:pt x="3297" y="19799"/>
                  </a:cubicBezTo>
                  <a:cubicBezTo>
                    <a:pt x="3297" y="19799"/>
                    <a:pt x="5128" y="25700"/>
                    <a:pt x="3948" y="29526"/>
                  </a:cubicBezTo>
                  <a:cubicBezTo>
                    <a:pt x="2767" y="33311"/>
                    <a:pt x="0" y="36200"/>
                    <a:pt x="0" y="36200"/>
                  </a:cubicBezTo>
                  <a:lnTo>
                    <a:pt x="19168" y="44746"/>
                  </a:lnTo>
                  <a:cubicBezTo>
                    <a:pt x="19168" y="44746"/>
                    <a:pt x="19820" y="41979"/>
                    <a:pt x="20104" y="41206"/>
                  </a:cubicBezTo>
                  <a:cubicBezTo>
                    <a:pt x="20349" y="40433"/>
                    <a:pt x="22343" y="40148"/>
                    <a:pt x="22343" y="40148"/>
                  </a:cubicBezTo>
                  <a:cubicBezTo>
                    <a:pt x="22343" y="40148"/>
                    <a:pt x="25362" y="41619"/>
                    <a:pt x="26748" y="41619"/>
                  </a:cubicBezTo>
                  <a:cubicBezTo>
                    <a:pt x="26802" y="41619"/>
                    <a:pt x="26853" y="41617"/>
                    <a:pt x="26901" y="41613"/>
                  </a:cubicBezTo>
                  <a:cubicBezTo>
                    <a:pt x="28244" y="41450"/>
                    <a:pt x="27837" y="40799"/>
                    <a:pt x="28895" y="38845"/>
                  </a:cubicBezTo>
                  <a:cubicBezTo>
                    <a:pt x="29953" y="36851"/>
                    <a:pt x="33738" y="26758"/>
                    <a:pt x="33738" y="24683"/>
                  </a:cubicBezTo>
                  <a:cubicBezTo>
                    <a:pt x="33738" y="22566"/>
                    <a:pt x="32029" y="21264"/>
                    <a:pt x="32029" y="20206"/>
                  </a:cubicBezTo>
                  <a:cubicBezTo>
                    <a:pt x="32029" y="19148"/>
                    <a:pt x="33087" y="17724"/>
                    <a:pt x="33860" y="15485"/>
                  </a:cubicBezTo>
                  <a:cubicBezTo>
                    <a:pt x="34674" y="13247"/>
                    <a:pt x="34389" y="8526"/>
                    <a:pt x="34389" y="8526"/>
                  </a:cubicBezTo>
                  <a:cubicBezTo>
                    <a:pt x="34389" y="8526"/>
                    <a:pt x="34389" y="4578"/>
                    <a:pt x="32436" y="2625"/>
                  </a:cubicBezTo>
                  <a:cubicBezTo>
                    <a:pt x="31240" y="1404"/>
                    <a:pt x="26202" y="1"/>
                    <a:pt x="20542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39" name="Google Shape;1843;p35"/>
            <p:cNvSpPr/>
            <p:nvPr/>
          </p:nvSpPr>
          <p:spPr>
            <a:xfrm>
              <a:off x="1872360" y="2323800"/>
              <a:ext cx="506880" cy="798120"/>
            </a:xfrm>
            <a:custGeom>
              <a:avLst/>
              <a:gdLst>
                <a:gd name="textAreaLeft" fmla="*/ 0 w 506880"/>
                <a:gd name="textAreaRight" fmla="*/ 507240 w 506880"/>
                <a:gd name="textAreaTop" fmla="*/ 0 h 798120"/>
                <a:gd name="textAreaBottom" fmla="*/ 798480 h 798120"/>
              </a:gdLst>
              <a:ahLst/>
              <a:rect l="textAreaLeft" t="textAreaTop" r="textAreaRight" b="textAreaBottom"/>
              <a:pathLst>
                <a:path w="25356" h="39925">
                  <a:moveTo>
                    <a:pt x="11233" y="1"/>
                  </a:moveTo>
                  <a:cubicBezTo>
                    <a:pt x="10257" y="285"/>
                    <a:pt x="9280" y="652"/>
                    <a:pt x="8385" y="1059"/>
                  </a:cubicBezTo>
                  <a:cubicBezTo>
                    <a:pt x="5576" y="2402"/>
                    <a:pt x="3949" y="4844"/>
                    <a:pt x="3013" y="7570"/>
                  </a:cubicBezTo>
                  <a:cubicBezTo>
                    <a:pt x="2077" y="10256"/>
                    <a:pt x="1832" y="13186"/>
                    <a:pt x="1832" y="15343"/>
                  </a:cubicBezTo>
                  <a:cubicBezTo>
                    <a:pt x="1832" y="16727"/>
                    <a:pt x="1914" y="17785"/>
                    <a:pt x="1995" y="18233"/>
                  </a:cubicBezTo>
                  <a:cubicBezTo>
                    <a:pt x="1995" y="18314"/>
                    <a:pt x="1995" y="18396"/>
                    <a:pt x="1995" y="18396"/>
                  </a:cubicBezTo>
                  <a:cubicBezTo>
                    <a:pt x="2117" y="18762"/>
                    <a:pt x="3053" y="21977"/>
                    <a:pt x="3053" y="25151"/>
                  </a:cubicBezTo>
                  <a:cubicBezTo>
                    <a:pt x="3053" y="26250"/>
                    <a:pt x="2931" y="27308"/>
                    <a:pt x="2646" y="28285"/>
                  </a:cubicBezTo>
                  <a:cubicBezTo>
                    <a:pt x="1995" y="30401"/>
                    <a:pt x="896" y="32192"/>
                    <a:pt x="1" y="33413"/>
                  </a:cubicBezTo>
                  <a:cubicBezTo>
                    <a:pt x="774" y="33616"/>
                    <a:pt x="1629" y="33861"/>
                    <a:pt x="2606" y="34227"/>
                  </a:cubicBezTo>
                  <a:cubicBezTo>
                    <a:pt x="5047" y="35163"/>
                    <a:pt x="9402" y="37320"/>
                    <a:pt x="13024" y="39355"/>
                  </a:cubicBezTo>
                  <a:lnTo>
                    <a:pt x="18396" y="38622"/>
                  </a:lnTo>
                  <a:cubicBezTo>
                    <a:pt x="18396" y="38622"/>
                    <a:pt x="18681" y="38744"/>
                    <a:pt x="19088" y="38907"/>
                  </a:cubicBezTo>
                  <a:cubicBezTo>
                    <a:pt x="19251" y="38866"/>
                    <a:pt x="19413" y="38785"/>
                    <a:pt x="19576" y="38744"/>
                  </a:cubicBezTo>
                  <a:cubicBezTo>
                    <a:pt x="20146" y="38541"/>
                    <a:pt x="20634" y="38500"/>
                    <a:pt x="20634" y="38500"/>
                  </a:cubicBezTo>
                  <a:lnTo>
                    <a:pt x="20716" y="38500"/>
                  </a:lnTo>
                  <a:cubicBezTo>
                    <a:pt x="20756" y="38500"/>
                    <a:pt x="20797" y="38500"/>
                    <a:pt x="20838" y="38541"/>
                  </a:cubicBezTo>
                  <a:cubicBezTo>
                    <a:pt x="20838" y="38541"/>
                    <a:pt x="20960" y="38582"/>
                    <a:pt x="21123" y="38663"/>
                  </a:cubicBezTo>
                  <a:cubicBezTo>
                    <a:pt x="21326" y="38744"/>
                    <a:pt x="21570" y="38866"/>
                    <a:pt x="21855" y="38988"/>
                  </a:cubicBezTo>
                  <a:cubicBezTo>
                    <a:pt x="22466" y="39233"/>
                    <a:pt x="23239" y="39518"/>
                    <a:pt x="23931" y="39721"/>
                  </a:cubicBezTo>
                  <a:cubicBezTo>
                    <a:pt x="24379" y="39843"/>
                    <a:pt x="24826" y="39925"/>
                    <a:pt x="25111" y="39925"/>
                  </a:cubicBezTo>
                  <a:lnTo>
                    <a:pt x="25355" y="39925"/>
                  </a:lnTo>
                  <a:cubicBezTo>
                    <a:pt x="25192" y="38459"/>
                    <a:pt x="20309" y="34552"/>
                    <a:pt x="20512" y="28977"/>
                  </a:cubicBezTo>
                  <a:cubicBezTo>
                    <a:pt x="20756" y="22872"/>
                    <a:pt x="19129" y="15099"/>
                    <a:pt x="19129" y="15099"/>
                  </a:cubicBezTo>
                  <a:cubicBezTo>
                    <a:pt x="19129" y="15099"/>
                    <a:pt x="19332" y="13186"/>
                    <a:pt x="15832" y="7326"/>
                  </a:cubicBezTo>
                  <a:cubicBezTo>
                    <a:pt x="14571" y="5210"/>
                    <a:pt x="13105" y="2524"/>
                    <a:pt x="11233" y="1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0" name="Google Shape;1844;p35"/>
            <p:cNvSpPr/>
            <p:nvPr/>
          </p:nvSpPr>
          <p:spPr>
            <a:xfrm>
              <a:off x="2278800" y="2413440"/>
              <a:ext cx="243000" cy="141120"/>
            </a:xfrm>
            <a:custGeom>
              <a:avLst/>
              <a:gdLst>
                <a:gd name="textAreaLeft" fmla="*/ 0 w 243000"/>
                <a:gd name="textAreaRight" fmla="*/ 243360 w 243000"/>
                <a:gd name="textAreaTop" fmla="*/ 0 h 141120"/>
                <a:gd name="textAreaBottom" fmla="*/ 141480 h 141120"/>
              </a:gdLst>
              <a:ahLst/>
              <a:rect l="textAreaLeft" t="textAreaTop" r="textAreaRight" b="textAreaBottom"/>
              <a:pathLst>
                <a:path w="12170" h="7082">
                  <a:moveTo>
                    <a:pt x="7733" y="0"/>
                  </a:moveTo>
                  <a:cubicBezTo>
                    <a:pt x="1385" y="0"/>
                    <a:pt x="1" y="2605"/>
                    <a:pt x="1873" y="4233"/>
                  </a:cubicBezTo>
                  <a:lnTo>
                    <a:pt x="6594" y="4029"/>
                  </a:lnTo>
                  <a:lnTo>
                    <a:pt x="6594" y="4029"/>
                  </a:lnTo>
                  <a:cubicBezTo>
                    <a:pt x="6594" y="4029"/>
                    <a:pt x="3745" y="7082"/>
                    <a:pt x="7041" y="7082"/>
                  </a:cubicBezTo>
                  <a:cubicBezTo>
                    <a:pt x="9605" y="7082"/>
                    <a:pt x="11437" y="6593"/>
                    <a:pt x="12169" y="5535"/>
                  </a:cubicBezTo>
                  <a:cubicBezTo>
                    <a:pt x="12169" y="5169"/>
                    <a:pt x="12169" y="4843"/>
                    <a:pt x="12169" y="4518"/>
                  </a:cubicBezTo>
                  <a:cubicBezTo>
                    <a:pt x="12169" y="3989"/>
                    <a:pt x="12169" y="3541"/>
                    <a:pt x="12129" y="3256"/>
                  </a:cubicBezTo>
                  <a:cubicBezTo>
                    <a:pt x="12129" y="2930"/>
                    <a:pt x="12129" y="2727"/>
                    <a:pt x="12129" y="2727"/>
                  </a:cubicBezTo>
                  <a:cubicBezTo>
                    <a:pt x="12129" y="2727"/>
                    <a:pt x="12129" y="2686"/>
                    <a:pt x="12129" y="2564"/>
                  </a:cubicBezTo>
                  <a:cubicBezTo>
                    <a:pt x="12129" y="2442"/>
                    <a:pt x="12129" y="2279"/>
                    <a:pt x="12088" y="2116"/>
                  </a:cubicBezTo>
                  <a:cubicBezTo>
                    <a:pt x="12088" y="1791"/>
                    <a:pt x="12006" y="1343"/>
                    <a:pt x="11925" y="896"/>
                  </a:cubicBezTo>
                  <a:cubicBezTo>
                    <a:pt x="11274" y="367"/>
                    <a:pt x="10012" y="0"/>
                    <a:pt x="7733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1" name="Google Shape;1845;p35"/>
            <p:cNvSpPr/>
            <p:nvPr/>
          </p:nvSpPr>
          <p:spPr>
            <a:xfrm>
              <a:off x="1833480" y="2290320"/>
              <a:ext cx="702000" cy="908640"/>
            </a:xfrm>
            <a:custGeom>
              <a:avLst/>
              <a:gdLst>
                <a:gd name="textAreaLeft" fmla="*/ 0 w 702000"/>
                <a:gd name="textAreaRight" fmla="*/ 702360 w 702000"/>
                <a:gd name="textAreaTop" fmla="*/ 0 h 908640"/>
                <a:gd name="textAreaBottom" fmla="*/ 909000 h 908640"/>
              </a:gdLst>
              <a:ahLst/>
              <a:rect l="textAreaLeft" t="textAreaTop" r="textAreaRight" b="textAreaBottom"/>
              <a:pathLst>
                <a:path w="35123" h="45446">
                  <a:moveTo>
                    <a:pt x="20837" y="693"/>
                  </a:moveTo>
                  <a:cubicBezTo>
                    <a:pt x="23646" y="693"/>
                    <a:pt x="26291" y="1059"/>
                    <a:pt x="28407" y="1547"/>
                  </a:cubicBezTo>
                  <a:cubicBezTo>
                    <a:pt x="29424" y="1792"/>
                    <a:pt x="30361" y="2077"/>
                    <a:pt x="31052" y="2361"/>
                  </a:cubicBezTo>
                  <a:cubicBezTo>
                    <a:pt x="31744" y="2646"/>
                    <a:pt x="32273" y="2972"/>
                    <a:pt x="32517" y="3216"/>
                  </a:cubicBezTo>
                  <a:cubicBezTo>
                    <a:pt x="33413" y="4111"/>
                    <a:pt x="33901" y="5536"/>
                    <a:pt x="34145" y="6716"/>
                  </a:cubicBezTo>
                  <a:cubicBezTo>
                    <a:pt x="34267" y="7326"/>
                    <a:pt x="34308" y="7856"/>
                    <a:pt x="34349" y="8262"/>
                  </a:cubicBezTo>
                  <a:cubicBezTo>
                    <a:pt x="34390" y="8425"/>
                    <a:pt x="34390" y="8588"/>
                    <a:pt x="34390" y="8710"/>
                  </a:cubicBezTo>
                  <a:cubicBezTo>
                    <a:pt x="34390" y="8832"/>
                    <a:pt x="34390" y="8873"/>
                    <a:pt x="34390" y="8873"/>
                  </a:cubicBezTo>
                  <a:cubicBezTo>
                    <a:pt x="34390" y="8873"/>
                    <a:pt x="34390" y="9076"/>
                    <a:pt x="34390" y="9402"/>
                  </a:cubicBezTo>
                  <a:cubicBezTo>
                    <a:pt x="34430" y="9687"/>
                    <a:pt x="34430" y="10135"/>
                    <a:pt x="34430" y="10664"/>
                  </a:cubicBezTo>
                  <a:cubicBezTo>
                    <a:pt x="34430" y="11437"/>
                    <a:pt x="34390" y="12414"/>
                    <a:pt x="34308" y="13309"/>
                  </a:cubicBezTo>
                  <a:cubicBezTo>
                    <a:pt x="34227" y="14204"/>
                    <a:pt x="34105" y="15100"/>
                    <a:pt x="33901" y="15710"/>
                  </a:cubicBezTo>
                  <a:cubicBezTo>
                    <a:pt x="33494" y="16809"/>
                    <a:pt x="33047" y="17704"/>
                    <a:pt x="32680" y="18478"/>
                  </a:cubicBezTo>
                  <a:cubicBezTo>
                    <a:pt x="32314" y="19251"/>
                    <a:pt x="32029" y="19902"/>
                    <a:pt x="32029" y="20553"/>
                  </a:cubicBezTo>
                  <a:cubicBezTo>
                    <a:pt x="32029" y="20919"/>
                    <a:pt x="32151" y="21245"/>
                    <a:pt x="32314" y="21570"/>
                  </a:cubicBezTo>
                  <a:cubicBezTo>
                    <a:pt x="32843" y="22507"/>
                    <a:pt x="33738" y="23565"/>
                    <a:pt x="33738" y="25030"/>
                  </a:cubicBezTo>
                  <a:cubicBezTo>
                    <a:pt x="33738" y="25233"/>
                    <a:pt x="33698" y="25600"/>
                    <a:pt x="33576" y="26088"/>
                  </a:cubicBezTo>
                  <a:cubicBezTo>
                    <a:pt x="33209" y="27716"/>
                    <a:pt x="32273" y="30565"/>
                    <a:pt x="31297" y="33169"/>
                  </a:cubicBezTo>
                  <a:cubicBezTo>
                    <a:pt x="30808" y="34472"/>
                    <a:pt x="30320" y="35733"/>
                    <a:pt x="29913" y="36751"/>
                  </a:cubicBezTo>
                  <a:cubicBezTo>
                    <a:pt x="29506" y="37809"/>
                    <a:pt x="29140" y="38623"/>
                    <a:pt x="28895" y="39030"/>
                  </a:cubicBezTo>
                  <a:cubicBezTo>
                    <a:pt x="28366" y="40047"/>
                    <a:pt x="28204" y="40739"/>
                    <a:pt x="28041" y="41105"/>
                  </a:cubicBezTo>
                  <a:cubicBezTo>
                    <a:pt x="27919" y="41309"/>
                    <a:pt x="27878" y="41390"/>
                    <a:pt x="27756" y="41471"/>
                  </a:cubicBezTo>
                  <a:cubicBezTo>
                    <a:pt x="27675" y="41512"/>
                    <a:pt x="27512" y="41594"/>
                    <a:pt x="27227" y="41594"/>
                  </a:cubicBezTo>
                  <a:lnTo>
                    <a:pt x="27064" y="41594"/>
                  </a:lnTo>
                  <a:cubicBezTo>
                    <a:pt x="26779" y="41594"/>
                    <a:pt x="26372" y="41512"/>
                    <a:pt x="25884" y="41390"/>
                  </a:cubicBezTo>
                  <a:cubicBezTo>
                    <a:pt x="25192" y="41187"/>
                    <a:pt x="24419" y="40902"/>
                    <a:pt x="23808" y="40657"/>
                  </a:cubicBezTo>
                  <a:cubicBezTo>
                    <a:pt x="23523" y="40535"/>
                    <a:pt x="23279" y="40413"/>
                    <a:pt x="23076" y="40332"/>
                  </a:cubicBezTo>
                  <a:cubicBezTo>
                    <a:pt x="22913" y="40251"/>
                    <a:pt x="22791" y="40210"/>
                    <a:pt x="22791" y="40210"/>
                  </a:cubicBezTo>
                  <a:cubicBezTo>
                    <a:pt x="22750" y="40169"/>
                    <a:pt x="22669" y="40169"/>
                    <a:pt x="22587" y="40169"/>
                  </a:cubicBezTo>
                  <a:cubicBezTo>
                    <a:pt x="22587" y="40169"/>
                    <a:pt x="22099" y="40210"/>
                    <a:pt x="21529" y="40413"/>
                  </a:cubicBezTo>
                  <a:cubicBezTo>
                    <a:pt x="21244" y="40495"/>
                    <a:pt x="20960" y="40617"/>
                    <a:pt x="20715" y="40780"/>
                  </a:cubicBezTo>
                  <a:cubicBezTo>
                    <a:pt x="20430" y="40902"/>
                    <a:pt x="20227" y="41105"/>
                    <a:pt x="20105" y="41431"/>
                  </a:cubicBezTo>
                  <a:cubicBezTo>
                    <a:pt x="19942" y="41878"/>
                    <a:pt x="19739" y="42733"/>
                    <a:pt x="19535" y="43547"/>
                  </a:cubicBezTo>
                  <a:cubicBezTo>
                    <a:pt x="19430" y="43946"/>
                    <a:pt x="19336" y="44324"/>
                    <a:pt x="19269" y="44596"/>
                  </a:cubicBezTo>
                  <a:lnTo>
                    <a:pt x="19269" y="44596"/>
                  </a:lnTo>
                  <a:lnTo>
                    <a:pt x="898" y="36444"/>
                  </a:lnTo>
                  <a:lnTo>
                    <a:pt x="898" y="36444"/>
                  </a:lnTo>
                  <a:cubicBezTo>
                    <a:pt x="1673" y="35558"/>
                    <a:pt x="3627" y="33066"/>
                    <a:pt x="4599" y="29954"/>
                  </a:cubicBezTo>
                  <a:cubicBezTo>
                    <a:pt x="4884" y="28977"/>
                    <a:pt x="5006" y="27919"/>
                    <a:pt x="5006" y="26820"/>
                  </a:cubicBezTo>
                  <a:cubicBezTo>
                    <a:pt x="5006" y="23483"/>
                    <a:pt x="3948" y="20065"/>
                    <a:pt x="3948" y="20065"/>
                  </a:cubicBezTo>
                  <a:cubicBezTo>
                    <a:pt x="3948" y="20029"/>
                    <a:pt x="3948" y="19972"/>
                    <a:pt x="3948" y="19902"/>
                  </a:cubicBezTo>
                  <a:cubicBezTo>
                    <a:pt x="3867" y="19454"/>
                    <a:pt x="3785" y="18396"/>
                    <a:pt x="3785" y="17012"/>
                  </a:cubicBezTo>
                  <a:cubicBezTo>
                    <a:pt x="3785" y="14855"/>
                    <a:pt x="4030" y="11925"/>
                    <a:pt x="4966" y="9239"/>
                  </a:cubicBezTo>
                  <a:cubicBezTo>
                    <a:pt x="5902" y="6513"/>
                    <a:pt x="7529" y="4071"/>
                    <a:pt x="10338" y="2728"/>
                  </a:cubicBezTo>
                  <a:cubicBezTo>
                    <a:pt x="13512" y="1263"/>
                    <a:pt x="17297" y="693"/>
                    <a:pt x="20837" y="693"/>
                  </a:cubicBezTo>
                  <a:close/>
                  <a:moveTo>
                    <a:pt x="20837" y="1"/>
                  </a:moveTo>
                  <a:cubicBezTo>
                    <a:pt x="17215" y="1"/>
                    <a:pt x="13349" y="571"/>
                    <a:pt x="10053" y="2117"/>
                  </a:cubicBezTo>
                  <a:cubicBezTo>
                    <a:pt x="7000" y="3542"/>
                    <a:pt x="5291" y="6187"/>
                    <a:pt x="4314" y="8995"/>
                  </a:cubicBezTo>
                  <a:cubicBezTo>
                    <a:pt x="3338" y="11844"/>
                    <a:pt x="3093" y="14815"/>
                    <a:pt x="3093" y="17012"/>
                  </a:cubicBezTo>
                  <a:cubicBezTo>
                    <a:pt x="3093" y="18884"/>
                    <a:pt x="3297" y="20187"/>
                    <a:pt x="3297" y="20187"/>
                  </a:cubicBezTo>
                  <a:lnTo>
                    <a:pt x="3297" y="20268"/>
                  </a:lnTo>
                  <a:cubicBezTo>
                    <a:pt x="3297" y="20268"/>
                    <a:pt x="3297" y="20309"/>
                    <a:pt x="3338" y="20390"/>
                  </a:cubicBezTo>
                  <a:cubicBezTo>
                    <a:pt x="3541" y="21082"/>
                    <a:pt x="4355" y="24012"/>
                    <a:pt x="4355" y="26820"/>
                  </a:cubicBezTo>
                  <a:cubicBezTo>
                    <a:pt x="4355" y="27879"/>
                    <a:pt x="4233" y="28896"/>
                    <a:pt x="3948" y="29751"/>
                  </a:cubicBezTo>
                  <a:cubicBezTo>
                    <a:pt x="3378" y="31623"/>
                    <a:pt x="2402" y="33251"/>
                    <a:pt x="1588" y="34431"/>
                  </a:cubicBezTo>
                  <a:cubicBezTo>
                    <a:pt x="1181" y="35041"/>
                    <a:pt x="814" y="35489"/>
                    <a:pt x="530" y="35815"/>
                  </a:cubicBezTo>
                  <a:cubicBezTo>
                    <a:pt x="407" y="35977"/>
                    <a:pt x="285" y="36099"/>
                    <a:pt x="204" y="36221"/>
                  </a:cubicBezTo>
                  <a:lnTo>
                    <a:pt x="123" y="36303"/>
                  </a:lnTo>
                  <a:lnTo>
                    <a:pt x="82" y="36344"/>
                  </a:lnTo>
                  <a:cubicBezTo>
                    <a:pt x="1" y="36425"/>
                    <a:pt x="1" y="36506"/>
                    <a:pt x="1" y="36628"/>
                  </a:cubicBezTo>
                  <a:cubicBezTo>
                    <a:pt x="41" y="36751"/>
                    <a:pt x="123" y="36832"/>
                    <a:pt x="204" y="36873"/>
                  </a:cubicBezTo>
                  <a:lnTo>
                    <a:pt x="19372" y="45419"/>
                  </a:lnTo>
                  <a:cubicBezTo>
                    <a:pt x="19406" y="45436"/>
                    <a:pt x="19447" y="45446"/>
                    <a:pt x="19489" y="45446"/>
                  </a:cubicBezTo>
                  <a:cubicBezTo>
                    <a:pt x="19548" y="45446"/>
                    <a:pt x="19610" y="45426"/>
                    <a:pt x="19657" y="45378"/>
                  </a:cubicBezTo>
                  <a:cubicBezTo>
                    <a:pt x="19739" y="45338"/>
                    <a:pt x="19820" y="45256"/>
                    <a:pt x="19820" y="45175"/>
                  </a:cubicBezTo>
                  <a:cubicBezTo>
                    <a:pt x="19820" y="45175"/>
                    <a:pt x="19983" y="44483"/>
                    <a:pt x="20186" y="43710"/>
                  </a:cubicBezTo>
                  <a:cubicBezTo>
                    <a:pt x="20390" y="42896"/>
                    <a:pt x="20634" y="42041"/>
                    <a:pt x="20756" y="41675"/>
                  </a:cubicBezTo>
                  <a:cubicBezTo>
                    <a:pt x="20756" y="41594"/>
                    <a:pt x="20878" y="41471"/>
                    <a:pt x="21041" y="41349"/>
                  </a:cubicBezTo>
                  <a:cubicBezTo>
                    <a:pt x="21326" y="41187"/>
                    <a:pt x="21773" y="41024"/>
                    <a:pt x="22099" y="40942"/>
                  </a:cubicBezTo>
                  <a:cubicBezTo>
                    <a:pt x="22262" y="40902"/>
                    <a:pt x="22425" y="40861"/>
                    <a:pt x="22547" y="40861"/>
                  </a:cubicBezTo>
                  <a:lnTo>
                    <a:pt x="22574" y="40852"/>
                  </a:lnTo>
                  <a:lnTo>
                    <a:pt x="22574" y="40852"/>
                  </a:lnTo>
                  <a:cubicBezTo>
                    <a:pt x="22782" y="40948"/>
                    <a:pt x="23443" y="41251"/>
                    <a:pt x="24215" y="41553"/>
                  </a:cubicBezTo>
                  <a:cubicBezTo>
                    <a:pt x="24704" y="41716"/>
                    <a:pt x="25192" y="41919"/>
                    <a:pt x="25721" y="42041"/>
                  </a:cubicBezTo>
                  <a:cubicBezTo>
                    <a:pt x="26209" y="42204"/>
                    <a:pt x="26657" y="42285"/>
                    <a:pt x="27064" y="42285"/>
                  </a:cubicBezTo>
                  <a:lnTo>
                    <a:pt x="27268" y="42285"/>
                  </a:lnTo>
                  <a:cubicBezTo>
                    <a:pt x="27634" y="42245"/>
                    <a:pt x="27919" y="42163"/>
                    <a:pt x="28163" y="42000"/>
                  </a:cubicBezTo>
                  <a:cubicBezTo>
                    <a:pt x="28326" y="41878"/>
                    <a:pt x="28448" y="41756"/>
                    <a:pt x="28529" y="41553"/>
                  </a:cubicBezTo>
                  <a:cubicBezTo>
                    <a:pt x="28814" y="41064"/>
                    <a:pt x="28936" y="40413"/>
                    <a:pt x="29506" y="39355"/>
                  </a:cubicBezTo>
                  <a:cubicBezTo>
                    <a:pt x="29791" y="38826"/>
                    <a:pt x="30238" y="37809"/>
                    <a:pt x="30727" y="36547"/>
                  </a:cubicBezTo>
                  <a:cubicBezTo>
                    <a:pt x="31500" y="34675"/>
                    <a:pt x="32395" y="32192"/>
                    <a:pt x="33128" y="29995"/>
                  </a:cubicBezTo>
                  <a:cubicBezTo>
                    <a:pt x="33494" y="28896"/>
                    <a:pt x="33820" y="27879"/>
                    <a:pt x="34023" y="27024"/>
                  </a:cubicBezTo>
                  <a:cubicBezTo>
                    <a:pt x="34267" y="26169"/>
                    <a:pt x="34390" y="25477"/>
                    <a:pt x="34390" y="25030"/>
                  </a:cubicBezTo>
                  <a:cubicBezTo>
                    <a:pt x="34390" y="23850"/>
                    <a:pt x="33942" y="22954"/>
                    <a:pt x="33494" y="22222"/>
                  </a:cubicBezTo>
                  <a:cubicBezTo>
                    <a:pt x="33291" y="21855"/>
                    <a:pt x="33087" y="21530"/>
                    <a:pt x="32924" y="21245"/>
                  </a:cubicBezTo>
                  <a:cubicBezTo>
                    <a:pt x="32762" y="20960"/>
                    <a:pt x="32721" y="20716"/>
                    <a:pt x="32721" y="20553"/>
                  </a:cubicBezTo>
                  <a:cubicBezTo>
                    <a:pt x="32680" y="20146"/>
                    <a:pt x="32924" y="19536"/>
                    <a:pt x="33291" y="18762"/>
                  </a:cubicBezTo>
                  <a:cubicBezTo>
                    <a:pt x="33657" y="17989"/>
                    <a:pt x="34105" y="17094"/>
                    <a:pt x="34512" y="15954"/>
                  </a:cubicBezTo>
                  <a:cubicBezTo>
                    <a:pt x="34756" y="15222"/>
                    <a:pt x="34919" y="14326"/>
                    <a:pt x="35000" y="13350"/>
                  </a:cubicBezTo>
                  <a:cubicBezTo>
                    <a:pt x="35081" y="12414"/>
                    <a:pt x="35122" y="11478"/>
                    <a:pt x="35122" y="10664"/>
                  </a:cubicBezTo>
                  <a:cubicBezTo>
                    <a:pt x="35122" y="9606"/>
                    <a:pt x="35081" y="8873"/>
                    <a:pt x="35081" y="8832"/>
                  </a:cubicBezTo>
                  <a:lnTo>
                    <a:pt x="35081" y="8832"/>
                  </a:lnTo>
                  <a:lnTo>
                    <a:pt x="35081" y="8832"/>
                  </a:lnTo>
                  <a:cubicBezTo>
                    <a:pt x="35077" y="8631"/>
                    <a:pt x="35048" y="7708"/>
                    <a:pt x="34797" y="6594"/>
                  </a:cubicBezTo>
                  <a:cubicBezTo>
                    <a:pt x="34552" y="5332"/>
                    <a:pt x="34064" y="3786"/>
                    <a:pt x="33006" y="2728"/>
                  </a:cubicBezTo>
                  <a:cubicBezTo>
                    <a:pt x="32640" y="2361"/>
                    <a:pt x="32070" y="2036"/>
                    <a:pt x="31297" y="1751"/>
                  </a:cubicBezTo>
                  <a:cubicBezTo>
                    <a:pt x="29058" y="815"/>
                    <a:pt x="25111" y="1"/>
                    <a:pt x="2083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2" name="Google Shape;1846;p35"/>
            <p:cNvSpPr/>
            <p:nvPr/>
          </p:nvSpPr>
          <p:spPr>
            <a:xfrm>
              <a:off x="1861200" y="2162880"/>
              <a:ext cx="831600" cy="722160"/>
            </a:xfrm>
            <a:custGeom>
              <a:avLst/>
              <a:gdLst>
                <a:gd name="textAreaLeft" fmla="*/ 0 w 831600"/>
                <a:gd name="textAreaRight" fmla="*/ 831960 w 831600"/>
                <a:gd name="textAreaTop" fmla="*/ 0 h 722160"/>
                <a:gd name="textAreaBottom" fmla="*/ 722520 h 722160"/>
              </a:gdLst>
              <a:ahLst/>
              <a:rect l="textAreaLeft" t="textAreaTop" r="textAreaRight" b="textAreaBottom"/>
              <a:pathLst>
                <a:path w="41593" h="36125">
                  <a:moveTo>
                    <a:pt x="17525" y="0"/>
                  </a:moveTo>
                  <a:cubicBezTo>
                    <a:pt x="17069" y="0"/>
                    <a:pt x="16613" y="9"/>
                    <a:pt x="16157" y="26"/>
                  </a:cubicBezTo>
                  <a:cubicBezTo>
                    <a:pt x="8669" y="270"/>
                    <a:pt x="3175" y="2916"/>
                    <a:pt x="1587" y="7230"/>
                  </a:cubicBezTo>
                  <a:cubicBezTo>
                    <a:pt x="0" y="11584"/>
                    <a:pt x="2483" y="26805"/>
                    <a:pt x="2646" y="30875"/>
                  </a:cubicBezTo>
                  <a:cubicBezTo>
                    <a:pt x="2768" y="34944"/>
                    <a:pt x="5250" y="36125"/>
                    <a:pt x="8140" y="36125"/>
                  </a:cubicBezTo>
                  <a:cubicBezTo>
                    <a:pt x="11029" y="36125"/>
                    <a:pt x="13512" y="33601"/>
                    <a:pt x="14163" y="31404"/>
                  </a:cubicBezTo>
                  <a:cubicBezTo>
                    <a:pt x="14855" y="29165"/>
                    <a:pt x="15099" y="26927"/>
                    <a:pt x="15506" y="26398"/>
                  </a:cubicBezTo>
                  <a:cubicBezTo>
                    <a:pt x="15558" y="26322"/>
                    <a:pt x="15635" y="26290"/>
                    <a:pt x="15729" y="26290"/>
                  </a:cubicBezTo>
                  <a:cubicBezTo>
                    <a:pt x="16293" y="26290"/>
                    <a:pt x="17459" y="27456"/>
                    <a:pt x="17459" y="27456"/>
                  </a:cubicBezTo>
                  <a:cubicBezTo>
                    <a:pt x="17459" y="27456"/>
                    <a:pt x="18852" y="27854"/>
                    <a:pt x="19901" y="27854"/>
                  </a:cubicBezTo>
                  <a:cubicBezTo>
                    <a:pt x="20426" y="27854"/>
                    <a:pt x="20864" y="27755"/>
                    <a:pt x="21000" y="27456"/>
                  </a:cubicBezTo>
                  <a:cubicBezTo>
                    <a:pt x="21407" y="26520"/>
                    <a:pt x="20227" y="26276"/>
                    <a:pt x="21651" y="25747"/>
                  </a:cubicBezTo>
                  <a:cubicBezTo>
                    <a:pt x="23116" y="25218"/>
                    <a:pt x="26535" y="23102"/>
                    <a:pt x="26535" y="21026"/>
                  </a:cubicBezTo>
                  <a:cubicBezTo>
                    <a:pt x="26535" y="18910"/>
                    <a:pt x="22587" y="15369"/>
                    <a:pt x="24541" y="14840"/>
                  </a:cubicBezTo>
                  <a:cubicBezTo>
                    <a:pt x="25501" y="14585"/>
                    <a:pt x="27395" y="14519"/>
                    <a:pt x="29101" y="14519"/>
                  </a:cubicBezTo>
                  <a:cubicBezTo>
                    <a:pt x="30938" y="14519"/>
                    <a:pt x="32558" y="14596"/>
                    <a:pt x="32558" y="14596"/>
                  </a:cubicBezTo>
                  <a:cubicBezTo>
                    <a:pt x="32558" y="14596"/>
                    <a:pt x="28366" y="16549"/>
                    <a:pt x="30442" y="17485"/>
                  </a:cubicBezTo>
                  <a:cubicBezTo>
                    <a:pt x="30907" y="17682"/>
                    <a:pt x="31518" y="17779"/>
                    <a:pt x="32209" y="17779"/>
                  </a:cubicBezTo>
                  <a:cubicBezTo>
                    <a:pt x="34660" y="17779"/>
                    <a:pt x="38115" y="16565"/>
                    <a:pt x="39639" y="14311"/>
                  </a:cubicBezTo>
                  <a:cubicBezTo>
                    <a:pt x="41593" y="11421"/>
                    <a:pt x="38866" y="6863"/>
                    <a:pt x="35040" y="4340"/>
                  </a:cubicBezTo>
                  <a:cubicBezTo>
                    <a:pt x="31486" y="2009"/>
                    <a:pt x="24558" y="0"/>
                    <a:pt x="17525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3" name="Google Shape;1847;p35"/>
            <p:cNvSpPr/>
            <p:nvPr/>
          </p:nvSpPr>
          <p:spPr>
            <a:xfrm>
              <a:off x="1875600" y="2156040"/>
              <a:ext cx="797400" cy="735480"/>
            </a:xfrm>
            <a:custGeom>
              <a:avLst/>
              <a:gdLst>
                <a:gd name="textAreaLeft" fmla="*/ 0 w 797400"/>
                <a:gd name="textAreaRight" fmla="*/ 797760 w 797400"/>
                <a:gd name="textAreaTop" fmla="*/ 0 h 735480"/>
                <a:gd name="textAreaBottom" fmla="*/ 735840 h 735480"/>
              </a:gdLst>
              <a:ahLst/>
              <a:rect l="textAreaLeft" t="textAreaTop" r="textAreaRight" b="textAreaBottom"/>
              <a:pathLst>
                <a:path w="39884" h="36792">
                  <a:moveTo>
                    <a:pt x="16893" y="692"/>
                  </a:moveTo>
                  <a:cubicBezTo>
                    <a:pt x="23823" y="692"/>
                    <a:pt x="30680" y="2709"/>
                    <a:pt x="34146" y="4966"/>
                  </a:cubicBezTo>
                  <a:cubicBezTo>
                    <a:pt x="35570" y="5902"/>
                    <a:pt x="36832" y="7164"/>
                    <a:pt x="37768" y="8507"/>
                  </a:cubicBezTo>
                  <a:cubicBezTo>
                    <a:pt x="38663" y="9809"/>
                    <a:pt x="39233" y="11233"/>
                    <a:pt x="39233" y="12454"/>
                  </a:cubicBezTo>
                  <a:cubicBezTo>
                    <a:pt x="39233" y="13187"/>
                    <a:pt x="39029" y="13879"/>
                    <a:pt x="38622" y="14489"/>
                  </a:cubicBezTo>
                  <a:cubicBezTo>
                    <a:pt x="37930" y="15507"/>
                    <a:pt x="36750" y="16361"/>
                    <a:pt x="35407" y="16931"/>
                  </a:cubicBezTo>
                  <a:cubicBezTo>
                    <a:pt x="34105" y="17501"/>
                    <a:pt x="32681" y="17786"/>
                    <a:pt x="31500" y="17786"/>
                  </a:cubicBezTo>
                  <a:cubicBezTo>
                    <a:pt x="30849" y="17786"/>
                    <a:pt x="30279" y="17664"/>
                    <a:pt x="29872" y="17501"/>
                  </a:cubicBezTo>
                  <a:cubicBezTo>
                    <a:pt x="29669" y="17419"/>
                    <a:pt x="29588" y="17338"/>
                    <a:pt x="29547" y="17297"/>
                  </a:cubicBezTo>
                  <a:lnTo>
                    <a:pt x="29465" y="17175"/>
                  </a:lnTo>
                  <a:cubicBezTo>
                    <a:pt x="29465" y="17134"/>
                    <a:pt x="29506" y="17053"/>
                    <a:pt x="29547" y="16972"/>
                  </a:cubicBezTo>
                  <a:cubicBezTo>
                    <a:pt x="29710" y="16605"/>
                    <a:pt x="30361" y="16158"/>
                    <a:pt x="30890" y="15791"/>
                  </a:cubicBezTo>
                  <a:cubicBezTo>
                    <a:pt x="31175" y="15629"/>
                    <a:pt x="31460" y="15507"/>
                    <a:pt x="31663" y="15384"/>
                  </a:cubicBezTo>
                  <a:cubicBezTo>
                    <a:pt x="31744" y="15344"/>
                    <a:pt x="31826" y="15303"/>
                    <a:pt x="31867" y="15262"/>
                  </a:cubicBezTo>
                  <a:lnTo>
                    <a:pt x="31948" y="15222"/>
                  </a:lnTo>
                  <a:cubicBezTo>
                    <a:pt x="32111" y="15181"/>
                    <a:pt x="32192" y="15018"/>
                    <a:pt x="32151" y="14855"/>
                  </a:cubicBezTo>
                  <a:cubicBezTo>
                    <a:pt x="32111" y="14693"/>
                    <a:pt x="31989" y="14611"/>
                    <a:pt x="31826" y="14571"/>
                  </a:cubicBezTo>
                  <a:cubicBezTo>
                    <a:pt x="31826" y="14571"/>
                    <a:pt x="30320" y="14530"/>
                    <a:pt x="28570" y="14530"/>
                  </a:cubicBezTo>
                  <a:cubicBezTo>
                    <a:pt x="27675" y="14530"/>
                    <a:pt x="26739" y="14530"/>
                    <a:pt x="25884" y="14571"/>
                  </a:cubicBezTo>
                  <a:cubicBezTo>
                    <a:pt x="25029" y="14652"/>
                    <a:pt x="24256" y="14733"/>
                    <a:pt x="23727" y="14855"/>
                  </a:cubicBezTo>
                  <a:cubicBezTo>
                    <a:pt x="23483" y="14937"/>
                    <a:pt x="23279" y="15059"/>
                    <a:pt x="23117" y="15222"/>
                  </a:cubicBezTo>
                  <a:cubicBezTo>
                    <a:pt x="22995" y="15384"/>
                    <a:pt x="22913" y="15629"/>
                    <a:pt x="22913" y="15832"/>
                  </a:cubicBezTo>
                  <a:cubicBezTo>
                    <a:pt x="22913" y="16239"/>
                    <a:pt x="23117" y="16687"/>
                    <a:pt x="23361" y="17134"/>
                  </a:cubicBezTo>
                  <a:cubicBezTo>
                    <a:pt x="23727" y="17826"/>
                    <a:pt x="24256" y="18600"/>
                    <a:pt x="24704" y="19373"/>
                  </a:cubicBezTo>
                  <a:cubicBezTo>
                    <a:pt x="25152" y="20105"/>
                    <a:pt x="25436" y="20838"/>
                    <a:pt x="25436" y="21367"/>
                  </a:cubicBezTo>
                  <a:cubicBezTo>
                    <a:pt x="25436" y="21774"/>
                    <a:pt x="25274" y="22262"/>
                    <a:pt x="24948" y="22710"/>
                  </a:cubicBezTo>
                  <a:cubicBezTo>
                    <a:pt x="24460" y="23402"/>
                    <a:pt x="23686" y="24094"/>
                    <a:pt x="22913" y="24623"/>
                  </a:cubicBezTo>
                  <a:cubicBezTo>
                    <a:pt x="22140" y="25193"/>
                    <a:pt x="21326" y="25599"/>
                    <a:pt x="20797" y="25762"/>
                  </a:cubicBezTo>
                  <a:cubicBezTo>
                    <a:pt x="20512" y="25884"/>
                    <a:pt x="20268" y="25966"/>
                    <a:pt x="20105" y="26129"/>
                  </a:cubicBezTo>
                  <a:cubicBezTo>
                    <a:pt x="20024" y="26169"/>
                    <a:pt x="19983" y="26251"/>
                    <a:pt x="19902" y="26373"/>
                  </a:cubicBezTo>
                  <a:cubicBezTo>
                    <a:pt x="19861" y="26454"/>
                    <a:pt x="19861" y="26576"/>
                    <a:pt x="19861" y="26658"/>
                  </a:cubicBezTo>
                  <a:cubicBezTo>
                    <a:pt x="19861" y="26861"/>
                    <a:pt x="19902" y="26983"/>
                    <a:pt x="19942" y="27105"/>
                  </a:cubicBezTo>
                  <a:cubicBezTo>
                    <a:pt x="19983" y="27227"/>
                    <a:pt x="20024" y="27309"/>
                    <a:pt x="20024" y="27390"/>
                  </a:cubicBezTo>
                  <a:cubicBezTo>
                    <a:pt x="20024" y="27472"/>
                    <a:pt x="20024" y="27553"/>
                    <a:pt x="19942" y="27675"/>
                  </a:cubicBezTo>
                  <a:cubicBezTo>
                    <a:pt x="19942" y="27675"/>
                    <a:pt x="19902" y="27756"/>
                    <a:pt x="19780" y="27797"/>
                  </a:cubicBezTo>
                  <a:cubicBezTo>
                    <a:pt x="19664" y="27826"/>
                    <a:pt x="19529" y="27855"/>
                    <a:pt x="19373" y="27855"/>
                  </a:cubicBezTo>
                  <a:cubicBezTo>
                    <a:pt x="19309" y="27855"/>
                    <a:pt x="19241" y="27850"/>
                    <a:pt x="19169" y="27838"/>
                  </a:cubicBezTo>
                  <a:cubicBezTo>
                    <a:pt x="19102" y="27843"/>
                    <a:pt x="19034" y="27846"/>
                    <a:pt x="18965" y="27846"/>
                  </a:cubicBezTo>
                  <a:cubicBezTo>
                    <a:pt x="18526" y="27846"/>
                    <a:pt x="18044" y="27745"/>
                    <a:pt x="17623" y="27675"/>
                  </a:cubicBezTo>
                  <a:cubicBezTo>
                    <a:pt x="17378" y="27594"/>
                    <a:pt x="17175" y="27553"/>
                    <a:pt x="17053" y="27512"/>
                  </a:cubicBezTo>
                  <a:cubicBezTo>
                    <a:pt x="16988" y="27496"/>
                    <a:pt x="16936" y="27486"/>
                    <a:pt x="16897" y="27480"/>
                  </a:cubicBezTo>
                  <a:lnTo>
                    <a:pt x="16897" y="27480"/>
                  </a:lnTo>
                  <a:cubicBezTo>
                    <a:pt x="16786" y="27375"/>
                    <a:pt x="16562" y="27169"/>
                    <a:pt x="16280" y="26942"/>
                  </a:cubicBezTo>
                  <a:cubicBezTo>
                    <a:pt x="16117" y="26780"/>
                    <a:pt x="15873" y="26658"/>
                    <a:pt x="15669" y="26536"/>
                  </a:cubicBezTo>
                  <a:cubicBezTo>
                    <a:pt x="15466" y="26413"/>
                    <a:pt x="15262" y="26291"/>
                    <a:pt x="14977" y="26291"/>
                  </a:cubicBezTo>
                  <a:cubicBezTo>
                    <a:pt x="14814" y="26291"/>
                    <a:pt x="14611" y="26373"/>
                    <a:pt x="14489" y="26536"/>
                  </a:cubicBezTo>
                  <a:cubicBezTo>
                    <a:pt x="14326" y="26739"/>
                    <a:pt x="14245" y="26983"/>
                    <a:pt x="14163" y="27349"/>
                  </a:cubicBezTo>
                  <a:cubicBezTo>
                    <a:pt x="13878" y="28326"/>
                    <a:pt x="13594" y="29995"/>
                    <a:pt x="13105" y="31623"/>
                  </a:cubicBezTo>
                  <a:cubicBezTo>
                    <a:pt x="12820" y="32681"/>
                    <a:pt x="12047" y="33820"/>
                    <a:pt x="11030" y="34675"/>
                  </a:cubicBezTo>
                  <a:cubicBezTo>
                    <a:pt x="10012" y="35530"/>
                    <a:pt x="8751" y="36099"/>
                    <a:pt x="7408" y="36099"/>
                  </a:cubicBezTo>
                  <a:cubicBezTo>
                    <a:pt x="6024" y="36099"/>
                    <a:pt x="4762" y="35814"/>
                    <a:pt x="3826" y="35082"/>
                  </a:cubicBezTo>
                  <a:cubicBezTo>
                    <a:pt x="2931" y="34349"/>
                    <a:pt x="2320" y="33169"/>
                    <a:pt x="2239" y="31175"/>
                  </a:cubicBezTo>
                  <a:cubicBezTo>
                    <a:pt x="2198" y="29588"/>
                    <a:pt x="1791" y="26454"/>
                    <a:pt x="1425" y="22873"/>
                  </a:cubicBezTo>
                  <a:cubicBezTo>
                    <a:pt x="1018" y="19332"/>
                    <a:pt x="652" y="15344"/>
                    <a:pt x="652" y="12251"/>
                  </a:cubicBezTo>
                  <a:cubicBezTo>
                    <a:pt x="652" y="10297"/>
                    <a:pt x="815" y="8629"/>
                    <a:pt x="1181" y="7693"/>
                  </a:cubicBezTo>
                  <a:cubicBezTo>
                    <a:pt x="1914" y="5617"/>
                    <a:pt x="3623" y="3949"/>
                    <a:pt x="6065" y="2728"/>
                  </a:cubicBezTo>
                  <a:cubicBezTo>
                    <a:pt x="8506" y="1547"/>
                    <a:pt x="11722" y="815"/>
                    <a:pt x="15425" y="693"/>
                  </a:cubicBezTo>
                  <a:lnTo>
                    <a:pt x="16687" y="693"/>
                  </a:lnTo>
                  <a:cubicBezTo>
                    <a:pt x="16755" y="692"/>
                    <a:pt x="16824" y="692"/>
                    <a:pt x="16893" y="692"/>
                  </a:cubicBezTo>
                  <a:close/>
                  <a:moveTo>
                    <a:pt x="15425" y="1"/>
                  </a:moveTo>
                  <a:cubicBezTo>
                    <a:pt x="11640" y="164"/>
                    <a:pt x="8344" y="896"/>
                    <a:pt x="5780" y="2158"/>
                  </a:cubicBezTo>
                  <a:cubicBezTo>
                    <a:pt x="3216" y="3379"/>
                    <a:pt x="1344" y="5210"/>
                    <a:pt x="530" y="7449"/>
                  </a:cubicBezTo>
                  <a:cubicBezTo>
                    <a:pt x="123" y="8588"/>
                    <a:pt x="1" y="10257"/>
                    <a:pt x="1" y="12251"/>
                  </a:cubicBezTo>
                  <a:cubicBezTo>
                    <a:pt x="1" y="15425"/>
                    <a:pt x="367" y="19373"/>
                    <a:pt x="733" y="22954"/>
                  </a:cubicBezTo>
                  <a:cubicBezTo>
                    <a:pt x="1140" y="26536"/>
                    <a:pt x="1507" y="29710"/>
                    <a:pt x="1547" y="31216"/>
                  </a:cubicBezTo>
                  <a:cubicBezTo>
                    <a:pt x="1629" y="33291"/>
                    <a:pt x="2320" y="34756"/>
                    <a:pt x="3419" y="35611"/>
                  </a:cubicBezTo>
                  <a:cubicBezTo>
                    <a:pt x="4518" y="36506"/>
                    <a:pt x="5943" y="36791"/>
                    <a:pt x="7408" y="36791"/>
                  </a:cubicBezTo>
                  <a:cubicBezTo>
                    <a:pt x="8954" y="36791"/>
                    <a:pt x="10379" y="36140"/>
                    <a:pt x="11477" y="35204"/>
                  </a:cubicBezTo>
                  <a:cubicBezTo>
                    <a:pt x="12617" y="34227"/>
                    <a:pt x="13431" y="33006"/>
                    <a:pt x="13756" y="31826"/>
                  </a:cubicBezTo>
                  <a:cubicBezTo>
                    <a:pt x="14123" y="30687"/>
                    <a:pt x="14326" y="29547"/>
                    <a:pt x="14530" y="28652"/>
                  </a:cubicBezTo>
                  <a:cubicBezTo>
                    <a:pt x="14652" y="28204"/>
                    <a:pt x="14733" y="27838"/>
                    <a:pt x="14814" y="27512"/>
                  </a:cubicBezTo>
                  <a:cubicBezTo>
                    <a:pt x="14881" y="27279"/>
                    <a:pt x="14947" y="27074"/>
                    <a:pt x="14992" y="26984"/>
                  </a:cubicBezTo>
                  <a:lnTo>
                    <a:pt x="14992" y="26984"/>
                  </a:lnTo>
                  <a:cubicBezTo>
                    <a:pt x="15048" y="26991"/>
                    <a:pt x="15196" y="27031"/>
                    <a:pt x="15344" y="27105"/>
                  </a:cubicBezTo>
                  <a:cubicBezTo>
                    <a:pt x="15588" y="27268"/>
                    <a:pt x="15873" y="27472"/>
                    <a:pt x="16117" y="27675"/>
                  </a:cubicBezTo>
                  <a:cubicBezTo>
                    <a:pt x="16239" y="27756"/>
                    <a:pt x="16320" y="27879"/>
                    <a:pt x="16402" y="27919"/>
                  </a:cubicBezTo>
                  <a:cubicBezTo>
                    <a:pt x="16442" y="28001"/>
                    <a:pt x="16483" y="28041"/>
                    <a:pt x="16483" y="28041"/>
                  </a:cubicBezTo>
                  <a:lnTo>
                    <a:pt x="16646" y="28123"/>
                  </a:lnTo>
                  <a:cubicBezTo>
                    <a:pt x="16646" y="28123"/>
                    <a:pt x="18070" y="28530"/>
                    <a:pt x="19169" y="28530"/>
                  </a:cubicBezTo>
                  <a:cubicBezTo>
                    <a:pt x="19454" y="28530"/>
                    <a:pt x="19739" y="28530"/>
                    <a:pt x="19983" y="28448"/>
                  </a:cubicBezTo>
                  <a:cubicBezTo>
                    <a:pt x="20227" y="28367"/>
                    <a:pt x="20471" y="28204"/>
                    <a:pt x="20593" y="27919"/>
                  </a:cubicBezTo>
                  <a:cubicBezTo>
                    <a:pt x="20675" y="27756"/>
                    <a:pt x="20716" y="27553"/>
                    <a:pt x="20716" y="27390"/>
                  </a:cubicBezTo>
                  <a:cubicBezTo>
                    <a:pt x="20716" y="27187"/>
                    <a:pt x="20634" y="26983"/>
                    <a:pt x="20593" y="26861"/>
                  </a:cubicBezTo>
                  <a:cubicBezTo>
                    <a:pt x="20553" y="26739"/>
                    <a:pt x="20512" y="26658"/>
                    <a:pt x="20512" y="26658"/>
                  </a:cubicBezTo>
                  <a:lnTo>
                    <a:pt x="20553" y="26658"/>
                  </a:lnTo>
                  <a:cubicBezTo>
                    <a:pt x="20593" y="26617"/>
                    <a:pt x="20716" y="26495"/>
                    <a:pt x="21041" y="26413"/>
                  </a:cubicBezTo>
                  <a:cubicBezTo>
                    <a:pt x="21814" y="26129"/>
                    <a:pt x="23035" y="25437"/>
                    <a:pt x="24134" y="24582"/>
                  </a:cubicBezTo>
                  <a:cubicBezTo>
                    <a:pt x="24663" y="24134"/>
                    <a:pt x="25152" y="23646"/>
                    <a:pt x="25518" y="23117"/>
                  </a:cubicBezTo>
                  <a:cubicBezTo>
                    <a:pt x="25884" y="22547"/>
                    <a:pt x="26128" y="21977"/>
                    <a:pt x="26128" y="21367"/>
                  </a:cubicBezTo>
                  <a:cubicBezTo>
                    <a:pt x="26128" y="20838"/>
                    <a:pt x="25925" y="20350"/>
                    <a:pt x="25681" y="19820"/>
                  </a:cubicBezTo>
                  <a:cubicBezTo>
                    <a:pt x="25314" y="19047"/>
                    <a:pt x="24785" y="18233"/>
                    <a:pt x="24338" y="17501"/>
                  </a:cubicBezTo>
                  <a:cubicBezTo>
                    <a:pt x="24134" y="17134"/>
                    <a:pt x="23931" y="16809"/>
                    <a:pt x="23809" y="16524"/>
                  </a:cubicBezTo>
                  <a:cubicBezTo>
                    <a:pt x="23686" y="16239"/>
                    <a:pt x="23605" y="15995"/>
                    <a:pt x="23605" y="15832"/>
                  </a:cubicBezTo>
                  <a:cubicBezTo>
                    <a:pt x="23605" y="15751"/>
                    <a:pt x="23646" y="15669"/>
                    <a:pt x="23646" y="15629"/>
                  </a:cubicBezTo>
                  <a:cubicBezTo>
                    <a:pt x="23686" y="15629"/>
                    <a:pt x="23768" y="15547"/>
                    <a:pt x="23890" y="15507"/>
                  </a:cubicBezTo>
                  <a:cubicBezTo>
                    <a:pt x="24338" y="15384"/>
                    <a:pt x="25070" y="15303"/>
                    <a:pt x="25925" y="15262"/>
                  </a:cubicBezTo>
                  <a:cubicBezTo>
                    <a:pt x="26739" y="15222"/>
                    <a:pt x="27675" y="15181"/>
                    <a:pt x="28570" y="15181"/>
                  </a:cubicBezTo>
                  <a:cubicBezTo>
                    <a:pt x="29289" y="15181"/>
                    <a:pt x="29979" y="15210"/>
                    <a:pt x="30544" y="15219"/>
                  </a:cubicBezTo>
                  <a:lnTo>
                    <a:pt x="30544" y="15219"/>
                  </a:lnTo>
                  <a:cubicBezTo>
                    <a:pt x="30457" y="15272"/>
                    <a:pt x="30368" y="15327"/>
                    <a:pt x="30279" y="15384"/>
                  </a:cubicBezTo>
                  <a:cubicBezTo>
                    <a:pt x="29954" y="15629"/>
                    <a:pt x="29588" y="15873"/>
                    <a:pt x="29303" y="16158"/>
                  </a:cubicBezTo>
                  <a:cubicBezTo>
                    <a:pt x="29181" y="16321"/>
                    <a:pt x="29058" y="16443"/>
                    <a:pt x="28936" y="16605"/>
                  </a:cubicBezTo>
                  <a:cubicBezTo>
                    <a:pt x="28855" y="16768"/>
                    <a:pt x="28814" y="16972"/>
                    <a:pt x="28814" y="17175"/>
                  </a:cubicBezTo>
                  <a:cubicBezTo>
                    <a:pt x="28774" y="17379"/>
                    <a:pt x="28855" y="17582"/>
                    <a:pt x="29018" y="17745"/>
                  </a:cubicBezTo>
                  <a:cubicBezTo>
                    <a:pt x="29140" y="17908"/>
                    <a:pt x="29343" y="18030"/>
                    <a:pt x="29588" y="18111"/>
                  </a:cubicBezTo>
                  <a:cubicBezTo>
                    <a:pt x="30117" y="18355"/>
                    <a:pt x="30768" y="18477"/>
                    <a:pt x="31500" y="18477"/>
                  </a:cubicBezTo>
                  <a:cubicBezTo>
                    <a:pt x="32803" y="18477"/>
                    <a:pt x="34308" y="18152"/>
                    <a:pt x="35692" y="17541"/>
                  </a:cubicBezTo>
                  <a:cubicBezTo>
                    <a:pt x="37076" y="16931"/>
                    <a:pt x="38378" y="16036"/>
                    <a:pt x="39192" y="14855"/>
                  </a:cubicBezTo>
                  <a:cubicBezTo>
                    <a:pt x="39680" y="14123"/>
                    <a:pt x="39884" y="13309"/>
                    <a:pt x="39884" y="12454"/>
                  </a:cubicBezTo>
                  <a:cubicBezTo>
                    <a:pt x="39884" y="11030"/>
                    <a:pt x="39273" y="9524"/>
                    <a:pt x="38337" y="8100"/>
                  </a:cubicBezTo>
                  <a:cubicBezTo>
                    <a:pt x="37361" y="6675"/>
                    <a:pt x="36018" y="5373"/>
                    <a:pt x="34512" y="4396"/>
                  </a:cubicBezTo>
                  <a:cubicBezTo>
                    <a:pt x="30808" y="1995"/>
                    <a:pt x="23809" y="1"/>
                    <a:pt x="1668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4" name="Google Shape;1848;p35"/>
            <p:cNvSpPr/>
            <p:nvPr/>
          </p:nvSpPr>
          <p:spPr>
            <a:xfrm>
              <a:off x="1996200" y="2693880"/>
              <a:ext cx="46800" cy="41760"/>
            </a:xfrm>
            <a:custGeom>
              <a:avLst/>
              <a:gdLst>
                <a:gd name="textAreaLeft" fmla="*/ 0 w 46800"/>
                <a:gd name="textAreaRight" fmla="*/ 47160 w 46800"/>
                <a:gd name="textAreaTop" fmla="*/ 0 h 41760"/>
                <a:gd name="textAreaBottom" fmla="*/ 42120 h 41760"/>
              </a:gdLst>
              <a:ahLst/>
              <a:rect l="textAreaLeft" t="textAreaTop" r="textAreaRight" b="textAreaBottom"/>
              <a:pathLst>
                <a:path w="2362" h="2100">
                  <a:moveTo>
                    <a:pt x="1970" y="1"/>
                  </a:moveTo>
                  <a:cubicBezTo>
                    <a:pt x="1883" y="1"/>
                    <a:pt x="1792" y="31"/>
                    <a:pt x="1710" y="92"/>
                  </a:cubicBezTo>
                  <a:cubicBezTo>
                    <a:pt x="1303" y="581"/>
                    <a:pt x="815" y="1028"/>
                    <a:pt x="164" y="1476"/>
                  </a:cubicBezTo>
                  <a:cubicBezTo>
                    <a:pt x="42" y="1598"/>
                    <a:pt x="1" y="1801"/>
                    <a:pt x="82" y="1964"/>
                  </a:cubicBezTo>
                  <a:cubicBezTo>
                    <a:pt x="154" y="2060"/>
                    <a:pt x="253" y="2099"/>
                    <a:pt x="356" y="2099"/>
                  </a:cubicBezTo>
                  <a:cubicBezTo>
                    <a:pt x="429" y="2099"/>
                    <a:pt x="503" y="2079"/>
                    <a:pt x="571" y="2046"/>
                  </a:cubicBezTo>
                  <a:cubicBezTo>
                    <a:pt x="1222" y="1557"/>
                    <a:pt x="1792" y="1069"/>
                    <a:pt x="2239" y="581"/>
                  </a:cubicBezTo>
                  <a:cubicBezTo>
                    <a:pt x="2361" y="418"/>
                    <a:pt x="2361" y="214"/>
                    <a:pt x="2199" y="92"/>
                  </a:cubicBezTo>
                  <a:cubicBezTo>
                    <a:pt x="2138" y="31"/>
                    <a:pt x="2056" y="1"/>
                    <a:pt x="197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0880" bIns="208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5" name="Google Shape;1849;p35"/>
            <p:cNvSpPr/>
            <p:nvPr/>
          </p:nvSpPr>
          <p:spPr>
            <a:xfrm>
              <a:off x="2064600" y="2354760"/>
              <a:ext cx="581760" cy="278280"/>
            </a:xfrm>
            <a:custGeom>
              <a:avLst/>
              <a:gdLst>
                <a:gd name="textAreaLeft" fmla="*/ 0 w 581760"/>
                <a:gd name="textAreaRight" fmla="*/ 582120 w 581760"/>
                <a:gd name="textAreaTop" fmla="*/ 0 h 278280"/>
                <a:gd name="textAreaBottom" fmla="*/ 278640 h 278280"/>
              </a:gdLst>
              <a:ahLst/>
              <a:rect l="textAreaLeft" t="textAreaTop" r="textAreaRight" b="textAreaBottom"/>
              <a:pathLst>
                <a:path w="29099" h="13929">
                  <a:moveTo>
                    <a:pt x="28714" y="0"/>
                  </a:moveTo>
                  <a:cubicBezTo>
                    <a:pt x="28604" y="0"/>
                    <a:pt x="28500" y="45"/>
                    <a:pt x="28448" y="124"/>
                  </a:cubicBezTo>
                  <a:cubicBezTo>
                    <a:pt x="28407" y="124"/>
                    <a:pt x="27593" y="1345"/>
                    <a:pt x="24256" y="2200"/>
                  </a:cubicBezTo>
                  <a:cubicBezTo>
                    <a:pt x="23890" y="2281"/>
                    <a:pt x="23483" y="2322"/>
                    <a:pt x="23035" y="2322"/>
                  </a:cubicBezTo>
                  <a:cubicBezTo>
                    <a:pt x="20756" y="2322"/>
                    <a:pt x="17337" y="1386"/>
                    <a:pt x="13349" y="1345"/>
                  </a:cubicBezTo>
                  <a:cubicBezTo>
                    <a:pt x="10785" y="1345"/>
                    <a:pt x="8018" y="1752"/>
                    <a:pt x="5128" y="3095"/>
                  </a:cubicBezTo>
                  <a:cubicBezTo>
                    <a:pt x="3745" y="3746"/>
                    <a:pt x="2727" y="4479"/>
                    <a:pt x="2035" y="5293"/>
                  </a:cubicBezTo>
                  <a:cubicBezTo>
                    <a:pt x="977" y="6554"/>
                    <a:pt x="652" y="7938"/>
                    <a:pt x="489" y="9322"/>
                  </a:cubicBezTo>
                  <a:cubicBezTo>
                    <a:pt x="326" y="10705"/>
                    <a:pt x="326" y="12130"/>
                    <a:pt x="41" y="13514"/>
                  </a:cubicBezTo>
                  <a:cubicBezTo>
                    <a:pt x="0" y="13676"/>
                    <a:pt x="123" y="13880"/>
                    <a:pt x="326" y="13920"/>
                  </a:cubicBezTo>
                  <a:cubicBezTo>
                    <a:pt x="347" y="13926"/>
                    <a:pt x="369" y="13928"/>
                    <a:pt x="391" y="13928"/>
                  </a:cubicBezTo>
                  <a:cubicBezTo>
                    <a:pt x="539" y="13928"/>
                    <a:pt x="698" y="13813"/>
                    <a:pt x="733" y="13636"/>
                  </a:cubicBezTo>
                  <a:cubicBezTo>
                    <a:pt x="1099" y="11682"/>
                    <a:pt x="937" y="9769"/>
                    <a:pt x="1384" y="8101"/>
                  </a:cubicBezTo>
                  <a:cubicBezTo>
                    <a:pt x="1588" y="7246"/>
                    <a:pt x="1954" y="6473"/>
                    <a:pt x="2564" y="5740"/>
                  </a:cubicBezTo>
                  <a:cubicBezTo>
                    <a:pt x="3175" y="5008"/>
                    <a:pt x="4070" y="4316"/>
                    <a:pt x="5413" y="3705"/>
                  </a:cubicBezTo>
                  <a:cubicBezTo>
                    <a:pt x="8181" y="2444"/>
                    <a:pt x="10867" y="2037"/>
                    <a:pt x="13349" y="2037"/>
                  </a:cubicBezTo>
                  <a:cubicBezTo>
                    <a:pt x="17215" y="2037"/>
                    <a:pt x="20593" y="2973"/>
                    <a:pt x="23035" y="3014"/>
                  </a:cubicBezTo>
                  <a:cubicBezTo>
                    <a:pt x="23523" y="3014"/>
                    <a:pt x="23971" y="2973"/>
                    <a:pt x="24419" y="2851"/>
                  </a:cubicBezTo>
                  <a:cubicBezTo>
                    <a:pt x="28000" y="1956"/>
                    <a:pt x="28936" y="572"/>
                    <a:pt x="28977" y="531"/>
                  </a:cubicBezTo>
                  <a:cubicBezTo>
                    <a:pt x="29099" y="368"/>
                    <a:pt x="29058" y="165"/>
                    <a:pt x="28895" y="43"/>
                  </a:cubicBezTo>
                  <a:cubicBezTo>
                    <a:pt x="28838" y="14"/>
                    <a:pt x="28775" y="0"/>
                    <a:pt x="28714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6" name="Google Shape;1850;p35"/>
            <p:cNvSpPr/>
            <p:nvPr/>
          </p:nvSpPr>
          <p:spPr>
            <a:xfrm>
              <a:off x="2053080" y="2485800"/>
              <a:ext cx="286200" cy="320040"/>
            </a:xfrm>
            <a:custGeom>
              <a:avLst/>
              <a:gdLst>
                <a:gd name="textAreaLeft" fmla="*/ 0 w 286200"/>
                <a:gd name="textAreaRight" fmla="*/ 286560 w 286200"/>
                <a:gd name="textAreaTop" fmla="*/ 0 h 320040"/>
                <a:gd name="textAreaBottom" fmla="*/ 320400 h 320040"/>
              </a:gdLst>
              <a:ahLst/>
              <a:rect l="textAreaLeft" t="textAreaTop" r="textAreaRight" b="textAreaBottom"/>
              <a:pathLst>
                <a:path w="14327" h="16012">
                  <a:moveTo>
                    <a:pt x="13971" y="1"/>
                  </a:moveTo>
                  <a:cubicBezTo>
                    <a:pt x="13953" y="1"/>
                    <a:pt x="13936" y="3"/>
                    <a:pt x="13919" y="7"/>
                  </a:cubicBezTo>
                  <a:cubicBezTo>
                    <a:pt x="13838" y="7"/>
                    <a:pt x="10867" y="496"/>
                    <a:pt x="8628" y="4321"/>
                  </a:cubicBezTo>
                  <a:cubicBezTo>
                    <a:pt x="7489" y="6275"/>
                    <a:pt x="7001" y="8635"/>
                    <a:pt x="5983" y="10670"/>
                  </a:cubicBezTo>
                  <a:cubicBezTo>
                    <a:pt x="5495" y="11728"/>
                    <a:pt x="4844" y="12664"/>
                    <a:pt x="3948" y="13478"/>
                  </a:cubicBezTo>
                  <a:cubicBezTo>
                    <a:pt x="3053" y="14251"/>
                    <a:pt x="1873" y="14943"/>
                    <a:pt x="286" y="15350"/>
                  </a:cubicBezTo>
                  <a:cubicBezTo>
                    <a:pt x="123" y="15391"/>
                    <a:pt x="1" y="15594"/>
                    <a:pt x="41" y="15757"/>
                  </a:cubicBezTo>
                  <a:cubicBezTo>
                    <a:pt x="75" y="15927"/>
                    <a:pt x="222" y="16011"/>
                    <a:pt x="365" y="16011"/>
                  </a:cubicBezTo>
                  <a:cubicBezTo>
                    <a:pt x="393" y="16011"/>
                    <a:pt x="421" y="16008"/>
                    <a:pt x="448" y="16001"/>
                  </a:cubicBezTo>
                  <a:cubicBezTo>
                    <a:pt x="2158" y="15554"/>
                    <a:pt x="3419" y="14862"/>
                    <a:pt x="4396" y="13966"/>
                  </a:cubicBezTo>
                  <a:cubicBezTo>
                    <a:pt x="5861" y="12664"/>
                    <a:pt x="6675" y="10996"/>
                    <a:pt x="7285" y="9327"/>
                  </a:cubicBezTo>
                  <a:cubicBezTo>
                    <a:pt x="7937" y="7699"/>
                    <a:pt x="8425" y="6030"/>
                    <a:pt x="9198" y="4687"/>
                  </a:cubicBezTo>
                  <a:cubicBezTo>
                    <a:pt x="10256" y="2856"/>
                    <a:pt x="11477" y="1879"/>
                    <a:pt x="12413" y="1310"/>
                  </a:cubicBezTo>
                  <a:cubicBezTo>
                    <a:pt x="12902" y="1065"/>
                    <a:pt x="13309" y="903"/>
                    <a:pt x="13594" y="781"/>
                  </a:cubicBezTo>
                  <a:cubicBezTo>
                    <a:pt x="13716" y="740"/>
                    <a:pt x="13838" y="740"/>
                    <a:pt x="13919" y="699"/>
                  </a:cubicBezTo>
                  <a:lnTo>
                    <a:pt x="14001" y="699"/>
                  </a:lnTo>
                  <a:cubicBezTo>
                    <a:pt x="14204" y="658"/>
                    <a:pt x="14326" y="496"/>
                    <a:pt x="14285" y="292"/>
                  </a:cubicBezTo>
                  <a:cubicBezTo>
                    <a:pt x="14249" y="147"/>
                    <a:pt x="14115" y="1"/>
                    <a:pt x="1397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7" name="Google Shape;1851;p35"/>
            <p:cNvSpPr/>
            <p:nvPr/>
          </p:nvSpPr>
          <p:spPr>
            <a:xfrm>
              <a:off x="2179440" y="2660760"/>
              <a:ext cx="389520" cy="52560"/>
            </a:xfrm>
            <a:custGeom>
              <a:avLst/>
              <a:gdLst>
                <a:gd name="textAreaLeft" fmla="*/ 0 w 389520"/>
                <a:gd name="textAreaRight" fmla="*/ 389880 w 389520"/>
                <a:gd name="textAreaTop" fmla="*/ 0 h 52560"/>
                <a:gd name="textAreaBottom" fmla="*/ 52920 h 52560"/>
              </a:gdLst>
              <a:ahLst/>
              <a:rect l="textAreaLeft" t="textAreaTop" r="textAreaRight" b="textAreaBottom"/>
              <a:pathLst>
                <a:path w="19495" h="2653">
                  <a:moveTo>
                    <a:pt x="345" y="1"/>
                  </a:moveTo>
                  <a:cubicBezTo>
                    <a:pt x="172" y="1"/>
                    <a:pt x="41" y="146"/>
                    <a:pt x="41" y="292"/>
                  </a:cubicBezTo>
                  <a:cubicBezTo>
                    <a:pt x="1" y="496"/>
                    <a:pt x="164" y="658"/>
                    <a:pt x="326" y="658"/>
                  </a:cubicBezTo>
                  <a:lnTo>
                    <a:pt x="19088" y="2653"/>
                  </a:lnTo>
                  <a:cubicBezTo>
                    <a:pt x="19291" y="2653"/>
                    <a:pt x="19454" y="2530"/>
                    <a:pt x="19454" y="2327"/>
                  </a:cubicBezTo>
                  <a:cubicBezTo>
                    <a:pt x="19495" y="2164"/>
                    <a:pt x="19373" y="2001"/>
                    <a:pt x="19169" y="1961"/>
                  </a:cubicBezTo>
                  <a:lnTo>
                    <a:pt x="408" y="7"/>
                  </a:lnTo>
                  <a:cubicBezTo>
                    <a:pt x="386" y="3"/>
                    <a:pt x="365" y="1"/>
                    <a:pt x="34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6280" bIns="26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8" name="Google Shape;1852;p35"/>
            <p:cNvSpPr/>
            <p:nvPr/>
          </p:nvSpPr>
          <p:spPr>
            <a:xfrm>
              <a:off x="2115720" y="2594520"/>
              <a:ext cx="128160" cy="250920"/>
            </a:xfrm>
            <a:custGeom>
              <a:avLst/>
              <a:gdLst>
                <a:gd name="textAreaLeft" fmla="*/ 0 w 128160"/>
                <a:gd name="textAreaRight" fmla="*/ 128520 w 128160"/>
                <a:gd name="textAreaTop" fmla="*/ 0 h 250920"/>
                <a:gd name="textAreaBottom" fmla="*/ 251280 h 250920"/>
              </a:gdLst>
              <a:ahLst/>
              <a:rect l="textAreaLeft" t="textAreaTop" r="textAreaRight" b="textAreaBottom"/>
              <a:pathLst>
                <a:path w="6431" h="12565">
                  <a:moveTo>
                    <a:pt x="3253" y="0"/>
                  </a:moveTo>
                  <a:cubicBezTo>
                    <a:pt x="2204" y="0"/>
                    <a:pt x="1341" y="1697"/>
                    <a:pt x="774" y="4815"/>
                  </a:cubicBezTo>
                  <a:cubicBezTo>
                    <a:pt x="0" y="9292"/>
                    <a:pt x="0" y="11652"/>
                    <a:pt x="1710" y="12303"/>
                  </a:cubicBezTo>
                  <a:cubicBezTo>
                    <a:pt x="2216" y="12496"/>
                    <a:pt x="2723" y="12564"/>
                    <a:pt x="3185" y="12564"/>
                  </a:cubicBezTo>
                  <a:cubicBezTo>
                    <a:pt x="4282" y="12564"/>
                    <a:pt x="5128" y="12181"/>
                    <a:pt x="5128" y="12181"/>
                  </a:cubicBezTo>
                  <a:lnTo>
                    <a:pt x="6186" y="7827"/>
                  </a:lnTo>
                  <a:cubicBezTo>
                    <a:pt x="6186" y="7827"/>
                    <a:pt x="6431" y="3228"/>
                    <a:pt x="4721" y="989"/>
                  </a:cubicBezTo>
                  <a:cubicBezTo>
                    <a:pt x="4203" y="322"/>
                    <a:pt x="3710" y="0"/>
                    <a:pt x="3253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49" name="Google Shape;1853;p35"/>
            <p:cNvSpPr/>
            <p:nvPr/>
          </p:nvSpPr>
          <p:spPr>
            <a:xfrm>
              <a:off x="2115000" y="2587680"/>
              <a:ext cx="130680" cy="264960"/>
            </a:xfrm>
            <a:custGeom>
              <a:avLst/>
              <a:gdLst>
                <a:gd name="textAreaLeft" fmla="*/ 0 w 130680"/>
                <a:gd name="textAreaRight" fmla="*/ 131040 w 130680"/>
                <a:gd name="textAreaTop" fmla="*/ 0 h 264960"/>
                <a:gd name="textAreaBottom" fmla="*/ 265320 h 264960"/>
              </a:gdLst>
              <a:ahLst/>
              <a:rect l="textAreaLeft" t="textAreaTop" r="textAreaRight" b="textAreaBottom"/>
              <a:pathLst>
                <a:path w="6553" h="13268">
                  <a:moveTo>
                    <a:pt x="3297" y="0"/>
                  </a:moveTo>
                  <a:cubicBezTo>
                    <a:pt x="2931" y="0"/>
                    <a:pt x="2605" y="163"/>
                    <a:pt x="2320" y="407"/>
                  </a:cubicBezTo>
                  <a:cubicBezTo>
                    <a:pt x="1913" y="774"/>
                    <a:pt x="1547" y="1384"/>
                    <a:pt x="1262" y="2157"/>
                  </a:cubicBezTo>
                  <a:cubicBezTo>
                    <a:pt x="937" y="2931"/>
                    <a:pt x="693" y="3948"/>
                    <a:pt x="489" y="5128"/>
                  </a:cubicBezTo>
                  <a:cubicBezTo>
                    <a:pt x="163" y="6919"/>
                    <a:pt x="1" y="8384"/>
                    <a:pt x="1" y="9564"/>
                  </a:cubicBezTo>
                  <a:cubicBezTo>
                    <a:pt x="1" y="10460"/>
                    <a:pt x="82" y="11151"/>
                    <a:pt x="326" y="11721"/>
                  </a:cubicBezTo>
                  <a:cubicBezTo>
                    <a:pt x="611" y="12332"/>
                    <a:pt x="1059" y="12739"/>
                    <a:pt x="1629" y="12983"/>
                  </a:cubicBezTo>
                  <a:cubicBezTo>
                    <a:pt x="2158" y="13186"/>
                    <a:pt x="2727" y="13268"/>
                    <a:pt x="3216" y="13268"/>
                  </a:cubicBezTo>
                  <a:cubicBezTo>
                    <a:pt x="4396" y="13268"/>
                    <a:pt x="5291" y="12820"/>
                    <a:pt x="5291" y="12820"/>
                  </a:cubicBezTo>
                  <a:cubicBezTo>
                    <a:pt x="5454" y="12739"/>
                    <a:pt x="5535" y="12535"/>
                    <a:pt x="5454" y="12372"/>
                  </a:cubicBezTo>
                  <a:cubicBezTo>
                    <a:pt x="5395" y="12253"/>
                    <a:pt x="5270" y="12178"/>
                    <a:pt x="5143" y="12178"/>
                  </a:cubicBezTo>
                  <a:cubicBezTo>
                    <a:pt x="5097" y="12178"/>
                    <a:pt x="5050" y="12188"/>
                    <a:pt x="5006" y="12210"/>
                  </a:cubicBezTo>
                  <a:cubicBezTo>
                    <a:pt x="4925" y="12250"/>
                    <a:pt x="4152" y="12576"/>
                    <a:pt x="3216" y="12576"/>
                  </a:cubicBezTo>
                  <a:cubicBezTo>
                    <a:pt x="2768" y="12576"/>
                    <a:pt x="2320" y="12494"/>
                    <a:pt x="1873" y="12332"/>
                  </a:cubicBezTo>
                  <a:cubicBezTo>
                    <a:pt x="1425" y="12169"/>
                    <a:pt x="1181" y="11884"/>
                    <a:pt x="977" y="11477"/>
                  </a:cubicBezTo>
                  <a:cubicBezTo>
                    <a:pt x="774" y="11029"/>
                    <a:pt x="652" y="10378"/>
                    <a:pt x="652" y="9564"/>
                  </a:cubicBezTo>
                  <a:cubicBezTo>
                    <a:pt x="652" y="8465"/>
                    <a:pt x="855" y="7041"/>
                    <a:pt x="1181" y="5210"/>
                  </a:cubicBezTo>
                  <a:cubicBezTo>
                    <a:pt x="1425" y="3704"/>
                    <a:pt x="1791" y="2524"/>
                    <a:pt x="2158" y="1750"/>
                  </a:cubicBezTo>
                  <a:cubicBezTo>
                    <a:pt x="2361" y="1384"/>
                    <a:pt x="2565" y="1099"/>
                    <a:pt x="2768" y="936"/>
                  </a:cubicBezTo>
                  <a:cubicBezTo>
                    <a:pt x="2972" y="774"/>
                    <a:pt x="3134" y="692"/>
                    <a:pt x="3297" y="692"/>
                  </a:cubicBezTo>
                  <a:cubicBezTo>
                    <a:pt x="3419" y="692"/>
                    <a:pt x="3623" y="733"/>
                    <a:pt x="3826" y="896"/>
                  </a:cubicBezTo>
                  <a:cubicBezTo>
                    <a:pt x="4030" y="1018"/>
                    <a:pt x="4233" y="1262"/>
                    <a:pt x="4477" y="1588"/>
                  </a:cubicBezTo>
                  <a:cubicBezTo>
                    <a:pt x="5088" y="2361"/>
                    <a:pt x="5454" y="3500"/>
                    <a:pt x="5658" y="4640"/>
                  </a:cubicBezTo>
                  <a:cubicBezTo>
                    <a:pt x="5861" y="5739"/>
                    <a:pt x="5902" y="6838"/>
                    <a:pt x="5902" y="7529"/>
                  </a:cubicBezTo>
                  <a:cubicBezTo>
                    <a:pt x="5902" y="7733"/>
                    <a:pt x="5861" y="7896"/>
                    <a:pt x="5861" y="7977"/>
                  </a:cubicBezTo>
                  <a:cubicBezTo>
                    <a:pt x="5861" y="8099"/>
                    <a:pt x="5861" y="8181"/>
                    <a:pt x="5861" y="8181"/>
                  </a:cubicBezTo>
                  <a:cubicBezTo>
                    <a:pt x="5861" y="8343"/>
                    <a:pt x="5983" y="8506"/>
                    <a:pt x="6187" y="8506"/>
                  </a:cubicBezTo>
                  <a:cubicBezTo>
                    <a:pt x="6208" y="8510"/>
                    <a:pt x="6229" y="8512"/>
                    <a:pt x="6250" y="8512"/>
                  </a:cubicBezTo>
                  <a:cubicBezTo>
                    <a:pt x="6423" y="8512"/>
                    <a:pt x="6553" y="8367"/>
                    <a:pt x="6553" y="8221"/>
                  </a:cubicBezTo>
                  <a:cubicBezTo>
                    <a:pt x="6553" y="8221"/>
                    <a:pt x="6553" y="7936"/>
                    <a:pt x="6553" y="7529"/>
                  </a:cubicBezTo>
                  <a:cubicBezTo>
                    <a:pt x="6553" y="6838"/>
                    <a:pt x="6512" y="5698"/>
                    <a:pt x="6309" y="4518"/>
                  </a:cubicBezTo>
                  <a:cubicBezTo>
                    <a:pt x="6105" y="3338"/>
                    <a:pt x="5739" y="2076"/>
                    <a:pt x="5047" y="1140"/>
                  </a:cubicBezTo>
                  <a:cubicBezTo>
                    <a:pt x="4762" y="814"/>
                    <a:pt x="4477" y="530"/>
                    <a:pt x="4192" y="326"/>
                  </a:cubicBezTo>
                  <a:cubicBezTo>
                    <a:pt x="3908" y="123"/>
                    <a:pt x="3623" y="0"/>
                    <a:pt x="329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0" name="Google Shape;1854;p35"/>
            <p:cNvSpPr/>
            <p:nvPr/>
          </p:nvSpPr>
          <p:spPr>
            <a:xfrm>
              <a:off x="1195920" y="4763160"/>
              <a:ext cx="2000520" cy="372600"/>
            </a:xfrm>
            <a:custGeom>
              <a:avLst/>
              <a:gdLst>
                <a:gd name="textAreaLeft" fmla="*/ 0 w 2000520"/>
                <a:gd name="textAreaRight" fmla="*/ 2000880 w 2000520"/>
                <a:gd name="textAreaTop" fmla="*/ 0 h 372600"/>
                <a:gd name="textAreaBottom" fmla="*/ 372960 h 372600"/>
              </a:gdLst>
              <a:ahLst/>
              <a:rect l="textAreaLeft" t="textAreaTop" r="textAreaRight" b="textAreaBottom"/>
              <a:pathLst>
                <a:path w="100035" h="18640">
                  <a:moveTo>
                    <a:pt x="46314" y="0"/>
                  </a:moveTo>
                  <a:cubicBezTo>
                    <a:pt x="45378" y="0"/>
                    <a:pt x="41064" y="1425"/>
                    <a:pt x="31460" y="3541"/>
                  </a:cubicBezTo>
                  <a:cubicBezTo>
                    <a:pt x="29832" y="3892"/>
                    <a:pt x="27988" y="4039"/>
                    <a:pt x="26046" y="4039"/>
                  </a:cubicBezTo>
                  <a:cubicBezTo>
                    <a:pt x="16528" y="4039"/>
                    <a:pt x="4681" y="529"/>
                    <a:pt x="4681" y="529"/>
                  </a:cubicBezTo>
                  <a:cubicBezTo>
                    <a:pt x="4681" y="529"/>
                    <a:pt x="1" y="3988"/>
                    <a:pt x="1" y="10459"/>
                  </a:cubicBezTo>
                  <a:cubicBezTo>
                    <a:pt x="1" y="14529"/>
                    <a:pt x="367" y="17948"/>
                    <a:pt x="855" y="18639"/>
                  </a:cubicBezTo>
                  <a:lnTo>
                    <a:pt x="100034" y="18639"/>
                  </a:lnTo>
                  <a:cubicBezTo>
                    <a:pt x="98447" y="17093"/>
                    <a:pt x="94255" y="13390"/>
                    <a:pt x="89046" y="12169"/>
                  </a:cubicBezTo>
                  <a:cubicBezTo>
                    <a:pt x="82290" y="10541"/>
                    <a:pt x="52866" y="7204"/>
                    <a:pt x="52866" y="7204"/>
                  </a:cubicBezTo>
                  <a:lnTo>
                    <a:pt x="51442" y="1302"/>
                  </a:lnTo>
                  <a:cubicBezTo>
                    <a:pt x="51442" y="1302"/>
                    <a:pt x="47291" y="0"/>
                    <a:pt x="4631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1" name="Google Shape;1855;p35"/>
            <p:cNvSpPr/>
            <p:nvPr/>
          </p:nvSpPr>
          <p:spPr>
            <a:xfrm>
              <a:off x="1189440" y="4756680"/>
              <a:ext cx="2014200" cy="386280"/>
            </a:xfrm>
            <a:custGeom>
              <a:avLst/>
              <a:gdLst>
                <a:gd name="textAreaLeft" fmla="*/ 0 w 2014200"/>
                <a:gd name="textAreaRight" fmla="*/ 2014560 w 2014200"/>
                <a:gd name="textAreaTop" fmla="*/ 0 h 386280"/>
                <a:gd name="textAreaBottom" fmla="*/ 386640 h 386280"/>
              </a:gdLst>
              <a:ahLst/>
              <a:rect l="textAreaLeft" t="textAreaTop" r="textAreaRight" b="textAreaBottom"/>
              <a:pathLst>
                <a:path w="100726" h="19332">
                  <a:moveTo>
                    <a:pt x="46639" y="652"/>
                  </a:moveTo>
                  <a:cubicBezTo>
                    <a:pt x="46842" y="652"/>
                    <a:pt x="47249" y="733"/>
                    <a:pt x="47778" y="855"/>
                  </a:cubicBezTo>
                  <a:cubicBezTo>
                    <a:pt x="48552" y="1018"/>
                    <a:pt x="49528" y="1303"/>
                    <a:pt x="50302" y="1547"/>
                  </a:cubicBezTo>
                  <a:cubicBezTo>
                    <a:pt x="50809" y="1681"/>
                    <a:pt x="51246" y="1797"/>
                    <a:pt x="51487" y="1861"/>
                  </a:cubicBezTo>
                  <a:lnTo>
                    <a:pt x="51487" y="1861"/>
                  </a:lnTo>
                  <a:lnTo>
                    <a:pt x="52866" y="7611"/>
                  </a:lnTo>
                  <a:cubicBezTo>
                    <a:pt x="52906" y="7733"/>
                    <a:pt x="53028" y="7855"/>
                    <a:pt x="53151" y="7855"/>
                  </a:cubicBezTo>
                  <a:cubicBezTo>
                    <a:pt x="53151" y="7855"/>
                    <a:pt x="53639" y="7896"/>
                    <a:pt x="54453" y="8018"/>
                  </a:cubicBezTo>
                  <a:cubicBezTo>
                    <a:pt x="57302" y="8343"/>
                    <a:pt x="64546" y="9198"/>
                    <a:pt x="71830" y="10134"/>
                  </a:cubicBezTo>
                  <a:cubicBezTo>
                    <a:pt x="79075" y="11070"/>
                    <a:pt x="86359" y="12128"/>
                    <a:pt x="89290" y="12820"/>
                  </a:cubicBezTo>
                  <a:cubicBezTo>
                    <a:pt x="93862" y="13909"/>
                    <a:pt x="97658" y="16907"/>
                    <a:pt x="99523" y="18640"/>
                  </a:cubicBezTo>
                  <a:lnTo>
                    <a:pt x="1383" y="18640"/>
                  </a:lnTo>
                  <a:cubicBezTo>
                    <a:pt x="1314" y="18474"/>
                    <a:pt x="1237" y="18221"/>
                    <a:pt x="1180" y="17907"/>
                  </a:cubicBezTo>
                  <a:cubicBezTo>
                    <a:pt x="895" y="16483"/>
                    <a:pt x="651" y="13838"/>
                    <a:pt x="651" y="10785"/>
                  </a:cubicBezTo>
                  <a:cubicBezTo>
                    <a:pt x="651" y="7652"/>
                    <a:pt x="1791" y="5210"/>
                    <a:pt x="2930" y="3582"/>
                  </a:cubicBezTo>
                  <a:cubicBezTo>
                    <a:pt x="3500" y="2768"/>
                    <a:pt x="4070" y="2158"/>
                    <a:pt x="4517" y="1710"/>
                  </a:cubicBezTo>
                  <a:cubicBezTo>
                    <a:pt x="4721" y="1506"/>
                    <a:pt x="4884" y="1344"/>
                    <a:pt x="5006" y="1262"/>
                  </a:cubicBezTo>
                  <a:lnTo>
                    <a:pt x="5052" y="1227"/>
                  </a:lnTo>
                  <a:lnTo>
                    <a:pt x="5052" y="1227"/>
                  </a:lnTo>
                  <a:cubicBezTo>
                    <a:pt x="6529" y="1642"/>
                    <a:pt x="17422" y="4681"/>
                    <a:pt x="26372" y="4681"/>
                  </a:cubicBezTo>
                  <a:cubicBezTo>
                    <a:pt x="28325" y="4681"/>
                    <a:pt x="30197" y="4518"/>
                    <a:pt x="31866" y="4192"/>
                  </a:cubicBezTo>
                  <a:cubicBezTo>
                    <a:pt x="36668" y="3134"/>
                    <a:pt x="40127" y="2239"/>
                    <a:pt x="42529" y="1628"/>
                  </a:cubicBezTo>
                  <a:cubicBezTo>
                    <a:pt x="43749" y="1344"/>
                    <a:pt x="44686" y="1099"/>
                    <a:pt x="45337" y="896"/>
                  </a:cubicBezTo>
                  <a:cubicBezTo>
                    <a:pt x="46029" y="733"/>
                    <a:pt x="46476" y="652"/>
                    <a:pt x="46639" y="652"/>
                  </a:cubicBezTo>
                  <a:close/>
                  <a:moveTo>
                    <a:pt x="46639" y="1"/>
                  </a:moveTo>
                  <a:cubicBezTo>
                    <a:pt x="46354" y="1"/>
                    <a:pt x="45906" y="82"/>
                    <a:pt x="45174" y="245"/>
                  </a:cubicBezTo>
                  <a:cubicBezTo>
                    <a:pt x="43098" y="774"/>
                    <a:pt x="38907" y="1954"/>
                    <a:pt x="31703" y="3501"/>
                  </a:cubicBezTo>
                  <a:cubicBezTo>
                    <a:pt x="30116" y="3867"/>
                    <a:pt x="28285" y="3989"/>
                    <a:pt x="26372" y="3989"/>
                  </a:cubicBezTo>
                  <a:cubicBezTo>
                    <a:pt x="21651" y="3989"/>
                    <a:pt x="16320" y="3134"/>
                    <a:pt x="12169" y="2280"/>
                  </a:cubicBezTo>
                  <a:cubicBezTo>
                    <a:pt x="10093" y="1832"/>
                    <a:pt x="8343" y="1384"/>
                    <a:pt x="7081" y="1059"/>
                  </a:cubicBezTo>
                  <a:cubicBezTo>
                    <a:pt x="6471" y="896"/>
                    <a:pt x="5942" y="774"/>
                    <a:pt x="5616" y="652"/>
                  </a:cubicBezTo>
                  <a:cubicBezTo>
                    <a:pt x="5291" y="570"/>
                    <a:pt x="5087" y="530"/>
                    <a:pt x="5087" y="530"/>
                  </a:cubicBezTo>
                  <a:cubicBezTo>
                    <a:pt x="5054" y="513"/>
                    <a:pt x="5013" y="503"/>
                    <a:pt x="4971" y="503"/>
                  </a:cubicBezTo>
                  <a:cubicBezTo>
                    <a:pt x="4912" y="503"/>
                    <a:pt x="4850" y="523"/>
                    <a:pt x="4802" y="570"/>
                  </a:cubicBezTo>
                  <a:cubicBezTo>
                    <a:pt x="4762" y="570"/>
                    <a:pt x="3581" y="1466"/>
                    <a:pt x="2401" y="3216"/>
                  </a:cubicBezTo>
                  <a:cubicBezTo>
                    <a:pt x="1180" y="4925"/>
                    <a:pt x="0" y="7489"/>
                    <a:pt x="0" y="10785"/>
                  </a:cubicBezTo>
                  <a:cubicBezTo>
                    <a:pt x="0" y="12861"/>
                    <a:pt x="82" y="14692"/>
                    <a:pt x="244" y="16157"/>
                  </a:cubicBezTo>
                  <a:cubicBezTo>
                    <a:pt x="326" y="16890"/>
                    <a:pt x="407" y="17541"/>
                    <a:pt x="529" y="18029"/>
                  </a:cubicBezTo>
                  <a:cubicBezTo>
                    <a:pt x="611" y="18518"/>
                    <a:pt x="733" y="18884"/>
                    <a:pt x="895" y="19169"/>
                  </a:cubicBezTo>
                  <a:cubicBezTo>
                    <a:pt x="936" y="19250"/>
                    <a:pt x="1058" y="19332"/>
                    <a:pt x="1180" y="19332"/>
                  </a:cubicBezTo>
                  <a:lnTo>
                    <a:pt x="100359" y="19332"/>
                  </a:lnTo>
                  <a:cubicBezTo>
                    <a:pt x="100481" y="19332"/>
                    <a:pt x="100603" y="19210"/>
                    <a:pt x="100644" y="19088"/>
                  </a:cubicBezTo>
                  <a:cubicBezTo>
                    <a:pt x="100725" y="18965"/>
                    <a:pt x="100685" y="18843"/>
                    <a:pt x="100563" y="18721"/>
                  </a:cubicBezTo>
                  <a:cubicBezTo>
                    <a:pt x="98975" y="17134"/>
                    <a:pt x="94784" y="13431"/>
                    <a:pt x="89412" y="12169"/>
                  </a:cubicBezTo>
                  <a:cubicBezTo>
                    <a:pt x="86034" y="11355"/>
                    <a:pt x="76999" y="10093"/>
                    <a:pt x="68819" y="9076"/>
                  </a:cubicBezTo>
                  <a:cubicBezTo>
                    <a:pt x="61526" y="8137"/>
                    <a:pt x="54907" y="7391"/>
                    <a:pt x="53504" y="7234"/>
                  </a:cubicBezTo>
                  <a:lnTo>
                    <a:pt x="53504" y="7234"/>
                  </a:lnTo>
                  <a:lnTo>
                    <a:pt x="52092" y="1547"/>
                  </a:lnTo>
                  <a:cubicBezTo>
                    <a:pt x="52052" y="1425"/>
                    <a:pt x="51970" y="1303"/>
                    <a:pt x="51848" y="1303"/>
                  </a:cubicBezTo>
                  <a:cubicBezTo>
                    <a:pt x="51848" y="1303"/>
                    <a:pt x="50831" y="977"/>
                    <a:pt x="49651" y="652"/>
                  </a:cubicBezTo>
                  <a:cubicBezTo>
                    <a:pt x="49081" y="489"/>
                    <a:pt x="48470" y="326"/>
                    <a:pt x="47941" y="204"/>
                  </a:cubicBezTo>
                  <a:cubicBezTo>
                    <a:pt x="47412" y="82"/>
                    <a:pt x="46965" y="1"/>
                    <a:pt x="4663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2" name="Google Shape;1856;p35"/>
            <p:cNvSpPr/>
            <p:nvPr/>
          </p:nvSpPr>
          <p:spPr>
            <a:xfrm>
              <a:off x="1206000" y="3074400"/>
              <a:ext cx="1124640" cy="1873080"/>
            </a:xfrm>
            <a:custGeom>
              <a:avLst/>
              <a:gdLst>
                <a:gd name="textAreaLeft" fmla="*/ 0 w 1124640"/>
                <a:gd name="textAreaRight" fmla="*/ 1125000 w 1124640"/>
                <a:gd name="textAreaTop" fmla="*/ 0 h 1873080"/>
                <a:gd name="textAreaBottom" fmla="*/ 1873440 h 1873080"/>
              </a:gdLst>
              <a:ahLst/>
              <a:rect l="textAreaLeft" t="textAreaTop" r="textAreaRight" b="textAreaBottom"/>
              <a:pathLst>
                <a:path w="56244" h="93664">
                  <a:moveTo>
                    <a:pt x="27796" y="0"/>
                  </a:moveTo>
                  <a:cubicBezTo>
                    <a:pt x="27796" y="0"/>
                    <a:pt x="27593" y="122"/>
                    <a:pt x="27308" y="326"/>
                  </a:cubicBezTo>
                  <a:cubicBezTo>
                    <a:pt x="25436" y="1588"/>
                    <a:pt x="18639" y="6308"/>
                    <a:pt x="13471" y="10378"/>
                  </a:cubicBezTo>
                  <a:cubicBezTo>
                    <a:pt x="7448" y="15099"/>
                    <a:pt x="7041" y="23890"/>
                    <a:pt x="6796" y="30686"/>
                  </a:cubicBezTo>
                  <a:cubicBezTo>
                    <a:pt x="6512" y="37523"/>
                    <a:pt x="2116" y="80011"/>
                    <a:pt x="1058" y="85261"/>
                  </a:cubicBezTo>
                  <a:cubicBezTo>
                    <a:pt x="0" y="90511"/>
                    <a:pt x="9401" y="91854"/>
                    <a:pt x="18477" y="93156"/>
                  </a:cubicBezTo>
                  <a:cubicBezTo>
                    <a:pt x="20817" y="93504"/>
                    <a:pt x="23335" y="93664"/>
                    <a:pt x="25880" y="93664"/>
                  </a:cubicBezTo>
                  <a:cubicBezTo>
                    <a:pt x="33159" y="93664"/>
                    <a:pt x="40657" y="92359"/>
                    <a:pt x="44848" y="90430"/>
                  </a:cubicBezTo>
                  <a:cubicBezTo>
                    <a:pt x="50505" y="87784"/>
                    <a:pt x="51807" y="87906"/>
                    <a:pt x="51807" y="85058"/>
                  </a:cubicBezTo>
                  <a:cubicBezTo>
                    <a:pt x="51807" y="82168"/>
                    <a:pt x="51930" y="75575"/>
                    <a:pt x="51930" y="75046"/>
                  </a:cubicBezTo>
                  <a:cubicBezTo>
                    <a:pt x="51930" y="74558"/>
                    <a:pt x="55999" y="42366"/>
                    <a:pt x="55755" y="32924"/>
                  </a:cubicBezTo>
                  <a:cubicBezTo>
                    <a:pt x="55470" y="23483"/>
                    <a:pt x="56243" y="18355"/>
                    <a:pt x="54046" y="13634"/>
                  </a:cubicBezTo>
                  <a:cubicBezTo>
                    <a:pt x="51807" y="8913"/>
                    <a:pt x="46151" y="5250"/>
                    <a:pt x="38662" y="2768"/>
                  </a:cubicBezTo>
                  <a:cubicBezTo>
                    <a:pt x="31174" y="245"/>
                    <a:pt x="27796" y="0"/>
                    <a:pt x="27796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3" name="Google Shape;1857;p35"/>
            <p:cNvSpPr/>
            <p:nvPr/>
          </p:nvSpPr>
          <p:spPr>
            <a:xfrm>
              <a:off x="1232640" y="3106080"/>
              <a:ext cx="1011240" cy="1834200"/>
            </a:xfrm>
            <a:custGeom>
              <a:avLst/>
              <a:gdLst>
                <a:gd name="textAreaLeft" fmla="*/ 0 w 1011240"/>
                <a:gd name="textAreaRight" fmla="*/ 1011600 w 1011240"/>
                <a:gd name="textAreaTop" fmla="*/ 0 h 1834200"/>
                <a:gd name="textAreaBottom" fmla="*/ 1834560 h 1834200"/>
              </a:gdLst>
              <a:ahLst/>
              <a:rect l="textAreaLeft" t="textAreaTop" r="textAreaRight" b="textAreaBottom"/>
              <a:pathLst>
                <a:path w="50587" h="91733">
                  <a:moveTo>
                    <a:pt x="24744" y="1"/>
                  </a:moveTo>
                  <a:cubicBezTo>
                    <a:pt x="21976" y="1913"/>
                    <a:pt x="16604" y="5698"/>
                    <a:pt x="12331" y="9035"/>
                  </a:cubicBezTo>
                  <a:cubicBezTo>
                    <a:pt x="9401" y="11355"/>
                    <a:pt x="7814" y="14652"/>
                    <a:pt x="6959" y="18233"/>
                  </a:cubicBezTo>
                  <a:cubicBezTo>
                    <a:pt x="6064" y="21855"/>
                    <a:pt x="5901" y="25721"/>
                    <a:pt x="5779" y="29140"/>
                  </a:cubicBezTo>
                  <a:cubicBezTo>
                    <a:pt x="5698" y="31704"/>
                    <a:pt x="5006" y="39273"/>
                    <a:pt x="4110" y="48023"/>
                  </a:cubicBezTo>
                  <a:cubicBezTo>
                    <a:pt x="3256" y="56773"/>
                    <a:pt x="2198" y="66703"/>
                    <a:pt x="1343" y="73947"/>
                  </a:cubicBezTo>
                  <a:cubicBezTo>
                    <a:pt x="814" y="78790"/>
                    <a:pt x="326" y="82412"/>
                    <a:pt x="41" y="83755"/>
                  </a:cubicBezTo>
                  <a:cubicBezTo>
                    <a:pt x="0" y="84000"/>
                    <a:pt x="0" y="84244"/>
                    <a:pt x="0" y="84447"/>
                  </a:cubicBezTo>
                  <a:cubicBezTo>
                    <a:pt x="0" y="85505"/>
                    <a:pt x="448" y="86319"/>
                    <a:pt x="1384" y="87093"/>
                  </a:cubicBezTo>
                  <a:cubicBezTo>
                    <a:pt x="2279" y="87825"/>
                    <a:pt x="3622" y="88436"/>
                    <a:pt x="5250" y="88965"/>
                  </a:cubicBezTo>
                  <a:cubicBezTo>
                    <a:pt x="8506" y="89982"/>
                    <a:pt x="12860" y="90633"/>
                    <a:pt x="17174" y="91244"/>
                  </a:cubicBezTo>
                  <a:cubicBezTo>
                    <a:pt x="19494" y="91569"/>
                    <a:pt x="21976" y="91732"/>
                    <a:pt x="24459" y="91732"/>
                  </a:cubicBezTo>
                  <a:lnTo>
                    <a:pt x="24744" y="91732"/>
                  </a:lnTo>
                  <a:lnTo>
                    <a:pt x="50587" y="70529"/>
                  </a:lnTo>
                  <a:cubicBezTo>
                    <a:pt x="50587" y="70529"/>
                    <a:pt x="50587" y="70529"/>
                    <a:pt x="50587" y="70488"/>
                  </a:cubicBezTo>
                  <a:cubicBezTo>
                    <a:pt x="47738" y="64913"/>
                    <a:pt x="44848" y="59174"/>
                    <a:pt x="42569" y="54616"/>
                  </a:cubicBezTo>
                  <a:cubicBezTo>
                    <a:pt x="42569" y="54779"/>
                    <a:pt x="42447" y="54901"/>
                    <a:pt x="42284" y="54901"/>
                  </a:cubicBezTo>
                  <a:cubicBezTo>
                    <a:pt x="40941" y="55186"/>
                    <a:pt x="39558" y="55267"/>
                    <a:pt x="38255" y="55267"/>
                  </a:cubicBezTo>
                  <a:cubicBezTo>
                    <a:pt x="33494" y="55267"/>
                    <a:pt x="29465" y="53924"/>
                    <a:pt x="29465" y="53884"/>
                  </a:cubicBezTo>
                  <a:cubicBezTo>
                    <a:pt x="29302" y="53843"/>
                    <a:pt x="29180" y="53640"/>
                    <a:pt x="29261" y="53477"/>
                  </a:cubicBezTo>
                  <a:cubicBezTo>
                    <a:pt x="29302" y="53314"/>
                    <a:pt x="29424" y="53233"/>
                    <a:pt x="29587" y="53233"/>
                  </a:cubicBezTo>
                  <a:cubicBezTo>
                    <a:pt x="29587" y="53233"/>
                    <a:pt x="29628" y="53233"/>
                    <a:pt x="29668" y="53273"/>
                  </a:cubicBezTo>
                  <a:cubicBezTo>
                    <a:pt x="29668" y="53273"/>
                    <a:pt x="29750" y="53273"/>
                    <a:pt x="29872" y="53314"/>
                  </a:cubicBezTo>
                  <a:cubicBezTo>
                    <a:pt x="29953" y="53355"/>
                    <a:pt x="30157" y="53395"/>
                    <a:pt x="30360" y="53477"/>
                  </a:cubicBezTo>
                  <a:cubicBezTo>
                    <a:pt x="30808" y="53599"/>
                    <a:pt x="31418" y="53762"/>
                    <a:pt x="32232" y="53924"/>
                  </a:cubicBezTo>
                  <a:cubicBezTo>
                    <a:pt x="33779" y="54291"/>
                    <a:pt x="35936" y="54616"/>
                    <a:pt x="38255" y="54616"/>
                  </a:cubicBezTo>
                  <a:cubicBezTo>
                    <a:pt x="39517" y="54616"/>
                    <a:pt x="40860" y="54494"/>
                    <a:pt x="42162" y="54250"/>
                  </a:cubicBezTo>
                  <a:lnTo>
                    <a:pt x="42244" y="54250"/>
                  </a:lnTo>
                  <a:cubicBezTo>
                    <a:pt x="42284" y="54250"/>
                    <a:pt x="42366" y="54250"/>
                    <a:pt x="42406" y="54291"/>
                  </a:cubicBezTo>
                  <a:cubicBezTo>
                    <a:pt x="42162" y="53843"/>
                    <a:pt x="41959" y="53355"/>
                    <a:pt x="41715" y="52907"/>
                  </a:cubicBezTo>
                  <a:lnTo>
                    <a:pt x="41633" y="52907"/>
                  </a:lnTo>
                  <a:cubicBezTo>
                    <a:pt x="41552" y="52907"/>
                    <a:pt x="41470" y="52907"/>
                    <a:pt x="41430" y="52866"/>
                  </a:cubicBezTo>
                  <a:cubicBezTo>
                    <a:pt x="35366" y="48186"/>
                    <a:pt x="34104" y="45337"/>
                    <a:pt x="34064" y="45297"/>
                  </a:cubicBezTo>
                  <a:cubicBezTo>
                    <a:pt x="34023" y="45093"/>
                    <a:pt x="34104" y="44890"/>
                    <a:pt x="34267" y="44849"/>
                  </a:cubicBezTo>
                  <a:cubicBezTo>
                    <a:pt x="34308" y="44808"/>
                    <a:pt x="34348" y="44808"/>
                    <a:pt x="34389" y="44808"/>
                  </a:cubicBezTo>
                  <a:cubicBezTo>
                    <a:pt x="34511" y="44808"/>
                    <a:pt x="34633" y="44890"/>
                    <a:pt x="34715" y="45012"/>
                  </a:cubicBezTo>
                  <a:lnTo>
                    <a:pt x="34715" y="45052"/>
                  </a:lnTo>
                  <a:lnTo>
                    <a:pt x="34755" y="45134"/>
                  </a:lnTo>
                  <a:cubicBezTo>
                    <a:pt x="34796" y="45215"/>
                    <a:pt x="34877" y="45337"/>
                    <a:pt x="34959" y="45459"/>
                  </a:cubicBezTo>
                  <a:cubicBezTo>
                    <a:pt x="35162" y="45785"/>
                    <a:pt x="35488" y="46273"/>
                    <a:pt x="36017" y="46924"/>
                  </a:cubicBezTo>
                  <a:cubicBezTo>
                    <a:pt x="36953" y="48064"/>
                    <a:pt x="38540" y="49733"/>
                    <a:pt x="41145" y="51767"/>
                  </a:cubicBezTo>
                  <a:cubicBezTo>
                    <a:pt x="39313" y="48064"/>
                    <a:pt x="38093" y="45581"/>
                    <a:pt x="37970" y="45256"/>
                  </a:cubicBezTo>
                  <a:cubicBezTo>
                    <a:pt x="37686" y="44320"/>
                    <a:pt x="36872" y="41145"/>
                    <a:pt x="36872" y="37930"/>
                  </a:cubicBezTo>
                  <a:cubicBezTo>
                    <a:pt x="36872" y="36709"/>
                    <a:pt x="36994" y="35489"/>
                    <a:pt x="37319" y="34349"/>
                  </a:cubicBezTo>
                  <a:cubicBezTo>
                    <a:pt x="38499" y="30442"/>
                    <a:pt x="42203" y="25436"/>
                    <a:pt x="42203" y="25436"/>
                  </a:cubicBezTo>
                  <a:lnTo>
                    <a:pt x="47494" y="15832"/>
                  </a:lnTo>
                  <a:cubicBezTo>
                    <a:pt x="44685" y="11233"/>
                    <a:pt x="39029" y="4844"/>
                    <a:pt x="39029" y="4844"/>
                  </a:cubicBezTo>
                  <a:cubicBezTo>
                    <a:pt x="39029" y="4844"/>
                    <a:pt x="39558" y="4681"/>
                    <a:pt x="39720" y="4314"/>
                  </a:cubicBezTo>
                  <a:cubicBezTo>
                    <a:pt x="34877" y="2483"/>
                    <a:pt x="26901" y="489"/>
                    <a:pt x="24744" y="1"/>
                  </a:cubicBez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47779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4" name="Google Shape;1858;p35"/>
            <p:cNvSpPr/>
            <p:nvPr/>
          </p:nvSpPr>
          <p:spPr>
            <a:xfrm>
              <a:off x="1576080" y="3612240"/>
              <a:ext cx="151200" cy="394920"/>
            </a:xfrm>
            <a:custGeom>
              <a:avLst/>
              <a:gdLst>
                <a:gd name="textAreaLeft" fmla="*/ 0 w 151200"/>
                <a:gd name="textAreaRight" fmla="*/ 151560 w 151200"/>
                <a:gd name="textAreaTop" fmla="*/ 0 h 394920"/>
                <a:gd name="textAreaBottom" fmla="*/ 395280 h 394920"/>
              </a:gdLst>
              <a:ahLst/>
              <a:rect l="textAreaLeft" t="textAreaTop" r="textAreaRight" b="textAreaBottom"/>
              <a:pathLst>
                <a:path w="7570" h="19769">
                  <a:moveTo>
                    <a:pt x="326" y="0"/>
                  </a:moveTo>
                  <a:cubicBezTo>
                    <a:pt x="122" y="41"/>
                    <a:pt x="0" y="204"/>
                    <a:pt x="0" y="367"/>
                  </a:cubicBezTo>
                  <a:cubicBezTo>
                    <a:pt x="0" y="407"/>
                    <a:pt x="1221" y="12087"/>
                    <a:pt x="6919" y="19616"/>
                  </a:cubicBezTo>
                  <a:cubicBezTo>
                    <a:pt x="6968" y="19715"/>
                    <a:pt x="7077" y="19769"/>
                    <a:pt x="7182" y="19769"/>
                  </a:cubicBezTo>
                  <a:cubicBezTo>
                    <a:pt x="7251" y="19769"/>
                    <a:pt x="7318" y="19746"/>
                    <a:pt x="7366" y="19698"/>
                  </a:cubicBezTo>
                  <a:cubicBezTo>
                    <a:pt x="7529" y="19576"/>
                    <a:pt x="7570" y="19372"/>
                    <a:pt x="7448" y="19209"/>
                  </a:cubicBezTo>
                  <a:cubicBezTo>
                    <a:pt x="4680" y="15587"/>
                    <a:pt x="2971" y="10826"/>
                    <a:pt x="1994" y="7000"/>
                  </a:cubicBezTo>
                  <a:cubicBezTo>
                    <a:pt x="1465" y="5087"/>
                    <a:pt x="1140" y="3419"/>
                    <a:pt x="936" y="2239"/>
                  </a:cubicBezTo>
                  <a:cubicBezTo>
                    <a:pt x="855" y="1628"/>
                    <a:pt x="773" y="1140"/>
                    <a:pt x="733" y="814"/>
                  </a:cubicBezTo>
                  <a:cubicBezTo>
                    <a:pt x="692" y="489"/>
                    <a:pt x="692" y="326"/>
                    <a:pt x="692" y="326"/>
                  </a:cubicBezTo>
                  <a:cubicBezTo>
                    <a:pt x="651" y="122"/>
                    <a:pt x="489" y="0"/>
                    <a:pt x="32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5" name="Google Shape;1859;p35"/>
            <p:cNvSpPr/>
            <p:nvPr/>
          </p:nvSpPr>
          <p:spPr>
            <a:xfrm>
              <a:off x="1913040" y="4002480"/>
              <a:ext cx="159120" cy="16164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61640"/>
                <a:gd name="textAreaBottom" fmla="*/ 162000 h 161640"/>
              </a:gdLst>
              <a:ahLst/>
              <a:rect l="textAreaLeft" t="textAreaTop" r="textAreaRight" b="textAreaBottom"/>
              <a:pathLst>
                <a:path w="7978" h="8104">
                  <a:moveTo>
                    <a:pt x="381" y="1"/>
                  </a:moveTo>
                  <a:cubicBezTo>
                    <a:pt x="335" y="1"/>
                    <a:pt x="289" y="11"/>
                    <a:pt x="245" y="33"/>
                  </a:cubicBezTo>
                  <a:cubicBezTo>
                    <a:pt x="82" y="74"/>
                    <a:pt x="1" y="277"/>
                    <a:pt x="42" y="481"/>
                  </a:cubicBezTo>
                  <a:cubicBezTo>
                    <a:pt x="82" y="521"/>
                    <a:pt x="1344" y="3370"/>
                    <a:pt x="7408" y="8050"/>
                  </a:cubicBezTo>
                  <a:cubicBezTo>
                    <a:pt x="7458" y="8084"/>
                    <a:pt x="7530" y="8104"/>
                    <a:pt x="7602" y="8104"/>
                  </a:cubicBezTo>
                  <a:cubicBezTo>
                    <a:pt x="7704" y="8104"/>
                    <a:pt x="7808" y="8064"/>
                    <a:pt x="7855" y="7969"/>
                  </a:cubicBezTo>
                  <a:cubicBezTo>
                    <a:pt x="7977" y="7806"/>
                    <a:pt x="7937" y="7603"/>
                    <a:pt x="7815" y="7481"/>
                  </a:cubicBezTo>
                  <a:cubicBezTo>
                    <a:pt x="4803" y="5201"/>
                    <a:pt x="3012" y="3370"/>
                    <a:pt x="1995" y="2108"/>
                  </a:cubicBezTo>
                  <a:cubicBezTo>
                    <a:pt x="1466" y="1457"/>
                    <a:pt x="1140" y="969"/>
                    <a:pt x="937" y="643"/>
                  </a:cubicBezTo>
                  <a:cubicBezTo>
                    <a:pt x="855" y="521"/>
                    <a:pt x="774" y="399"/>
                    <a:pt x="733" y="318"/>
                  </a:cubicBezTo>
                  <a:lnTo>
                    <a:pt x="693" y="236"/>
                  </a:lnTo>
                  <a:lnTo>
                    <a:pt x="693" y="196"/>
                  </a:lnTo>
                  <a:cubicBezTo>
                    <a:pt x="633" y="77"/>
                    <a:pt x="508" y="1"/>
                    <a:pt x="38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1000" bIns="810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6" name="Google Shape;1860;p35"/>
            <p:cNvSpPr/>
            <p:nvPr/>
          </p:nvSpPr>
          <p:spPr>
            <a:xfrm>
              <a:off x="1816200" y="4170960"/>
              <a:ext cx="268200" cy="39960"/>
            </a:xfrm>
            <a:custGeom>
              <a:avLst/>
              <a:gdLst>
                <a:gd name="textAreaLeft" fmla="*/ 0 w 268200"/>
                <a:gd name="textAreaRight" fmla="*/ 268560 w 268200"/>
                <a:gd name="textAreaTop" fmla="*/ 0 h 39960"/>
                <a:gd name="textAreaBottom" fmla="*/ 40320 h 39960"/>
              </a:gdLst>
              <a:ahLst/>
              <a:rect l="textAreaLeft" t="textAreaTop" r="textAreaRight" b="textAreaBottom"/>
              <a:pathLst>
                <a:path w="13431" h="2021">
                  <a:moveTo>
                    <a:pt x="378" y="0"/>
                  </a:moveTo>
                  <a:cubicBezTo>
                    <a:pt x="245" y="0"/>
                    <a:pt x="114" y="103"/>
                    <a:pt x="82" y="230"/>
                  </a:cubicBezTo>
                  <a:cubicBezTo>
                    <a:pt x="1" y="393"/>
                    <a:pt x="123" y="596"/>
                    <a:pt x="286" y="637"/>
                  </a:cubicBezTo>
                  <a:cubicBezTo>
                    <a:pt x="286" y="677"/>
                    <a:pt x="4315" y="2020"/>
                    <a:pt x="9076" y="2020"/>
                  </a:cubicBezTo>
                  <a:cubicBezTo>
                    <a:pt x="10379" y="2020"/>
                    <a:pt x="11762" y="1939"/>
                    <a:pt x="13105" y="1654"/>
                  </a:cubicBezTo>
                  <a:cubicBezTo>
                    <a:pt x="13309" y="1654"/>
                    <a:pt x="13431" y="1451"/>
                    <a:pt x="13390" y="1288"/>
                  </a:cubicBezTo>
                  <a:cubicBezTo>
                    <a:pt x="13355" y="1111"/>
                    <a:pt x="13227" y="995"/>
                    <a:pt x="13060" y="995"/>
                  </a:cubicBezTo>
                  <a:cubicBezTo>
                    <a:pt x="13035" y="995"/>
                    <a:pt x="13010" y="998"/>
                    <a:pt x="12983" y="1003"/>
                  </a:cubicBezTo>
                  <a:cubicBezTo>
                    <a:pt x="11681" y="1247"/>
                    <a:pt x="10338" y="1369"/>
                    <a:pt x="9076" y="1369"/>
                  </a:cubicBezTo>
                  <a:cubicBezTo>
                    <a:pt x="6757" y="1369"/>
                    <a:pt x="4600" y="1044"/>
                    <a:pt x="3053" y="677"/>
                  </a:cubicBezTo>
                  <a:cubicBezTo>
                    <a:pt x="2239" y="515"/>
                    <a:pt x="1629" y="352"/>
                    <a:pt x="1181" y="230"/>
                  </a:cubicBezTo>
                  <a:cubicBezTo>
                    <a:pt x="978" y="148"/>
                    <a:pt x="774" y="108"/>
                    <a:pt x="693" y="67"/>
                  </a:cubicBezTo>
                  <a:cubicBezTo>
                    <a:pt x="571" y="26"/>
                    <a:pt x="489" y="26"/>
                    <a:pt x="489" y="26"/>
                  </a:cubicBezTo>
                  <a:cubicBezTo>
                    <a:pt x="454" y="8"/>
                    <a:pt x="416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0160" bIns="20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7" name="Google Shape;1861;p35"/>
            <p:cNvSpPr/>
            <p:nvPr/>
          </p:nvSpPr>
          <p:spPr>
            <a:xfrm>
              <a:off x="1776600" y="4669200"/>
              <a:ext cx="384840" cy="282600"/>
            </a:xfrm>
            <a:custGeom>
              <a:avLst/>
              <a:gdLst>
                <a:gd name="textAreaLeft" fmla="*/ 0 w 384840"/>
                <a:gd name="textAreaRight" fmla="*/ 385200 w 384840"/>
                <a:gd name="textAreaTop" fmla="*/ 0 h 282600"/>
                <a:gd name="textAreaBottom" fmla="*/ 282960 h 282600"/>
              </a:gdLst>
              <a:ahLst/>
              <a:rect l="textAreaLeft" t="textAreaTop" r="textAreaRight" b="textAreaBottom"/>
              <a:pathLst>
                <a:path w="19251" h="14145">
                  <a:moveTo>
                    <a:pt x="18884" y="1"/>
                  </a:moveTo>
                  <a:cubicBezTo>
                    <a:pt x="18777" y="1"/>
                    <a:pt x="18673" y="54"/>
                    <a:pt x="18599" y="153"/>
                  </a:cubicBezTo>
                  <a:cubicBezTo>
                    <a:pt x="16035" y="3409"/>
                    <a:pt x="11437" y="6746"/>
                    <a:pt x="7489" y="9269"/>
                  </a:cubicBezTo>
                  <a:cubicBezTo>
                    <a:pt x="5495" y="10531"/>
                    <a:pt x="3663" y="11589"/>
                    <a:pt x="2361" y="12322"/>
                  </a:cubicBezTo>
                  <a:cubicBezTo>
                    <a:pt x="1710" y="12728"/>
                    <a:pt x="1181" y="13013"/>
                    <a:pt x="815" y="13217"/>
                  </a:cubicBezTo>
                  <a:cubicBezTo>
                    <a:pt x="408" y="13380"/>
                    <a:pt x="204" y="13502"/>
                    <a:pt x="204" y="13502"/>
                  </a:cubicBezTo>
                  <a:cubicBezTo>
                    <a:pt x="41" y="13583"/>
                    <a:pt x="1" y="13787"/>
                    <a:pt x="82" y="13949"/>
                  </a:cubicBezTo>
                  <a:cubicBezTo>
                    <a:pt x="142" y="14069"/>
                    <a:pt x="267" y="14144"/>
                    <a:pt x="393" y="14144"/>
                  </a:cubicBezTo>
                  <a:cubicBezTo>
                    <a:pt x="440" y="14144"/>
                    <a:pt x="486" y="14134"/>
                    <a:pt x="530" y="14112"/>
                  </a:cubicBezTo>
                  <a:cubicBezTo>
                    <a:pt x="530" y="14112"/>
                    <a:pt x="3867" y="12403"/>
                    <a:pt x="7855" y="9839"/>
                  </a:cubicBezTo>
                  <a:cubicBezTo>
                    <a:pt x="11844" y="7316"/>
                    <a:pt x="16442" y="3938"/>
                    <a:pt x="19128" y="560"/>
                  </a:cubicBezTo>
                  <a:cubicBezTo>
                    <a:pt x="19250" y="397"/>
                    <a:pt x="19210" y="194"/>
                    <a:pt x="19088" y="72"/>
                  </a:cubicBezTo>
                  <a:cubicBezTo>
                    <a:pt x="19023" y="23"/>
                    <a:pt x="18953" y="1"/>
                    <a:pt x="1888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8" name="Google Shape;1862;p35"/>
            <p:cNvSpPr/>
            <p:nvPr/>
          </p:nvSpPr>
          <p:spPr>
            <a:xfrm>
              <a:off x="1218960" y="3067560"/>
              <a:ext cx="1108080" cy="1886760"/>
            </a:xfrm>
            <a:custGeom>
              <a:avLst/>
              <a:gdLst>
                <a:gd name="textAreaLeft" fmla="*/ 0 w 1108080"/>
                <a:gd name="textAreaRight" fmla="*/ 1108440 w 1108080"/>
                <a:gd name="textAreaTop" fmla="*/ 0 h 1886760"/>
                <a:gd name="textAreaBottom" fmla="*/ 1887120 h 1886760"/>
              </a:gdLst>
              <a:ahLst/>
              <a:rect l="textAreaLeft" t="textAreaTop" r="textAreaRight" b="textAreaBottom"/>
              <a:pathLst>
                <a:path w="55430" h="94354">
                  <a:moveTo>
                    <a:pt x="27219" y="694"/>
                  </a:moveTo>
                  <a:cubicBezTo>
                    <a:pt x="27233" y="699"/>
                    <a:pt x="27249" y="704"/>
                    <a:pt x="27267" y="710"/>
                  </a:cubicBezTo>
                  <a:cubicBezTo>
                    <a:pt x="28000" y="791"/>
                    <a:pt x="31378" y="1239"/>
                    <a:pt x="37930" y="3396"/>
                  </a:cubicBezTo>
                  <a:cubicBezTo>
                    <a:pt x="45337" y="5878"/>
                    <a:pt x="50912" y="9541"/>
                    <a:pt x="53069" y="14140"/>
                  </a:cubicBezTo>
                  <a:cubicBezTo>
                    <a:pt x="54575" y="17355"/>
                    <a:pt x="54697" y="20773"/>
                    <a:pt x="54697" y="25779"/>
                  </a:cubicBezTo>
                  <a:cubicBezTo>
                    <a:pt x="54697" y="26430"/>
                    <a:pt x="54697" y="27081"/>
                    <a:pt x="54697" y="27773"/>
                  </a:cubicBezTo>
                  <a:cubicBezTo>
                    <a:pt x="54697" y="29442"/>
                    <a:pt x="54697" y="31273"/>
                    <a:pt x="54738" y="33267"/>
                  </a:cubicBezTo>
                  <a:cubicBezTo>
                    <a:pt x="54738" y="33593"/>
                    <a:pt x="54738" y="33878"/>
                    <a:pt x="54738" y="34244"/>
                  </a:cubicBezTo>
                  <a:cubicBezTo>
                    <a:pt x="54778" y="39413"/>
                    <a:pt x="53802" y="49587"/>
                    <a:pt x="52866" y="58500"/>
                  </a:cubicBezTo>
                  <a:cubicBezTo>
                    <a:pt x="52377" y="62976"/>
                    <a:pt x="51889" y="67128"/>
                    <a:pt x="51523" y="70180"/>
                  </a:cubicBezTo>
                  <a:cubicBezTo>
                    <a:pt x="51360" y="71726"/>
                    <a:pt x="51197" y="72988"/>
                    <a:pt x="51116" y="73883"/>
                  </a:cubicBezTo>
                  <a:cubicBezTo>
                    <a:pt x="51034" y="74331"/>
                    <a:pt x="50994" y="74697"/>
                    <a:pt x="50994" y="74941"/>
                  </a:cubicBezTo>
                  <a:cubicBezTo>
                    <a:pt x="50953" y="75063"/>
                    <a:pt x="50953" y="75145"/>
                    <a:pt x="50953" y="75226"/>
                  </a:cubicBezTo>
                  <a:cubicBezTo>
                    <a:pt x="50953" y="75308"/>
                    <a:pt x="50953" y="75348"/>
                    <a:pt x="50953" y="75389"/>
                  </a:cubicBezTo>
                  <a:cubicBezTo>
                    <a:pt x="50953" y="75918"/>
                    <a:pt x="50790" y="82470"/>
                    <a:pt x="50790" y="85401"/>
                  </a:cubicBezTo>
                  <a:cubicBezTo>
                    <a:pt x="50790" y="86092"/>
                    <a:pt x="50709" y="86540"/>
                    <a:pt x="50546" y="86906"/>
                  </a:cubicBezTo>
                  <a:cubicBezTo>
                    <a:pt x="50424" y="87191"/>
                    <a:pt x="50220" y="87435"/>
                    <a:pt x="49936" y="87639"/>
                  </a:cubicBezTo>
                  <a:cubicBezTo>
                    <a:pt x="49040" y="88371"/>
                    <a:pt x="47250" y="88982"/>
                    <a:pt x="44034" y="90447"/>
                  </a:cubicBezTo>
                  <a:cubicBezTo>
                    <a:pt x="39924" y="92360"/>
                    <a:pt x="32436" y="93662"/>
                    <a:pt x="25151" y="93662"/>
                  </a:cubicBezTo>
                  <a:cubicBezTo>
                    <a:pt x="22668" y="93662"/>
                    <a:pt x="20186" y="93499"/>
                    <a:pt x="17866" y="93174"/>
                  </a:cubicBezTo>
                  <a:cubicBezTo>
                    <a:pt x="13552" y="92563"/>
                    <a:pt x="9198" y="91912"/>
                    <a:pt x="5942" y="90895"/>
                  </a:cubicBezTo>
                  <a:cubicBezTo>
                    <a:pt x="4314" y="90366"/>
                    <a:pt x="2971" y="89755"/>
                    <a:pt x="2076" y="89023"/>
                  </a:cubicBezTo>
                  <a:cubicBezTo>
                    <a:pt x="1140" y="88249"/>
                    <a:pt x="692" y="87435"/>
                    <a:pt x="692" y="86377"/>
                  </a:cubicBezTo>
                  <a:cubicBezTo>
                    <a:pt x="692" y="86174"/>
                    <a:pt x="692" y="85930"/>
                    <a:pt x="733" y="85685"/>
                  </a:cubicBezTo>
                  <a:cubicBezTo>
                    <a:pt x="1018" y="84342"/>
                    <a:pt x="1506" y="80720"/>
                    <a:pt x="2035" y="75877"/>
                  </a:cubicBezTo>
                  <a:cubicBezTo>
                    <a:pt x="2890" y="68633"/>
                    <a:pt x="3948" y="58703"/>
                    <a:pt x="4802" y="49953"/>
                  </a:cubicBezTo>
                  <a:cubicBezTo>
                    <a:pt x="5698" y="41203"/>
                    <a:pt x="6390" y="33634"/>
                    <a:pt x="6471" y="31070"/>
                  </a:cubicBezTo>
                  <a:cubicBezTo>
                    <a:pt x="6593" y="27651"/>
                    <a:pt x="6756" y="23785"/>
                    <a:pt x="7651" y="20163"/>
                  </a:cubicBezTo>
                  <a:cubicBezTo>
                    <a:pt x="8506" y="16582"/>
                    <a:pt x="10093" y="13285"/>
                    <a:pt x="13023" y="10965"/>
                  </a:cubicBezTo>
                  <a:cubicBezTo>
                    <a:pt x="18192" y="6936"/>
                    <a:pt x="24988" y="2215"/>
                    <a:pt x="26860" y="954"/>
                  </a:cubicBezTo>
                  <a:cubicBezTo>
                    <a:pt x="27021" y="839"/>
                    <a:pt x="27143" y="750"/>
                    <a:pt x="27219" y="694"/>
                  </a:cubicBezTo>
                  <a:close/>
                  <a:moveTo>
                    <a:pt x="27075" y="1"/>
                  </a:moveTo>
                  <a:cubicBezTo>
                    <a:pt x="27020" y="1"/>
                    <a:pt x="26970" y="30"/>
                    <a:pt x="26942" y="59"/>
                  </a:cubicBezTo>
                  <a:cubicBezTo>
                    <a:pt x="26942" y="59"/>
                    <a:pt x="26779" y="181"/>
                    <a:pt x="26453" y="384"/>
                  </a:cubicBezTo>
                  <a:cubicBezTo>
                    <a:pt x="24622" y="1646"/>
                    <a:pt x="17785" y="6367"/>
                    <a:pt x="12616" y="10436"/>
                  </a:cubicBezTo>
                  <a:cubicBezTo>
                    <a:pt x="9523" y="12878"/>
                    <a:pt x="7895" y="16337"/>
                    <a:pt x="7000" y="20000"/>
                  </a:cubicBezTo>
                  <a:cubicBezTo>
                    <a:pt x="6105" y="23704"/>
                    <a:pt x="5942" y="27611"/>
                    <a:pt x="5779" y="31029"/>
                  </a:cubicBezTo>
                  <a:cubicBezTo>
                    <a:pt x="5657" y="34407"/>
                    <a:pt x="4477" y="46779"/>
                    <a:pt x="3215" y="58866"/>
                  </a:cubicBezTo>
                  <a:cubicBezTo>
                    <a:pt x="2605" y="64930"/>
                    <a:pt x="1954" y="70953"/>
                    <a:pt x="1384" y="75796"/>
                  </a:cubicBezTo>
                  <a:cubicBezTo>
                    <a:pt x="814" y="80598"/>
                    <a:pt x="326" y="84261"/>
                    <a:pt x="82" y="85563"/>
                  </a:cubicBezTo>
                  <a:cubicBezTo>
                    <a:pt x="41" y="85848"/>
                    <a:pt x="0" y="86133"/>
                    <a:pt x="0" y="86377"/>
                  </a:cubicBezTo>
                  <a:cubicBezTo>
                    <a:pt x="0" y="87680"/>
                    <a:pt x="611" y="88697"/>
                    <a:pt x="1628" y="89552"/>
                  </a:cubicBezTo>
                  <a:cubicBezTo>
                    <a:pt x="3175" y="90773"/>
                    <a:pt x="5576" y="91587"/>
                    <a:pt x="8425" y="92278"/>
                  </a:cubicBezTo>
                  <a:cubicBezTo>
                    <a:pt x="11273" y="92930"/>
                    <a:pt x="14529" y="93377"/>
                    <a:pt x="17744" y="93866"/>
                  </a:cubicBezTo>
                  <a:cubicBezTo>
                    <a:pt x="20105" y="94191"/>
                    <a:pt x="22628" y="94354"/>
                    <a:pt x="25151" y="94354"/>
                  </a:cubicBezTo>
                  <a:cubicBezTo>
                    <a:pt x="32517" y="94354"/>
                    <a:pt x="40046" y="93052"/>
                    <a:pt x="44319" y="91058"/>
                  </a:cubicBezTo>
                  <a:cubicBezTo>
                    <a:pt x="47127" y="89755"/>
                    <a:pt x="48877" y="89145"/>
                    <a:pt x="49976" y="88453"/>
                  </a:cubicBezTo>
                  <a:cubicBezTo>
                    <a:pt x="50505" y="88127"/>
                    <a:pt x="50912" y="87720"/>
                    <a:pt x="51156" y="87232"/>
                  </a:cubicBezTo>
                  <a:cubicBezTo>
                    <a:pt x="51401" y="86703"/>
                    <a:pt x="51482" y="86133"/>
                    <a:pt x="51482" y="85401"/>
                  </a:cubicBezTo>
                  <a:cubicBezTo>
                    <a:pt x="51482" y="82568"/>
                    <a:pt x="51599" y="76216"/>
                    <a:pt x="51604" y="75430"/>
                  </a:cubicBezTo>
                  <a:lnTo>
                    <a:pt x="51604" y="75430"/>
                  </a:lnTo>
                  <a:lnTo>
                    <a:pt x="51604" y="75430"/>
                  </a:lnTo>
                  <a:cubicBezTo>
                    <a:pt x="51604" y="75389"/>
                    <a:pt x="51645" y="75226"/>
                    <a:pt x="51645" y="74982"/>
                  </a:cubicBezTo>
                  <a:cubicBezTo>
                    <a:pt x="51889" y="72988"/>
                    <a:pt x="52825" y="65255"/>
                    <a:pt x="53720" y="56790"/>
                  </a:cubicBezTo>
                  <a:cubicBezTo>
                    <a:pt x="54616" y="48325"/>
                    <a:pt x="55430" y="39169"/>
                    <a:pt x="55430" y="34244"/>
                  </a:cubicBezTo>
                  <a:cubicBezTo>
                    <a:pt x="55430" y="33878"/>
                    <a:pt x="55430" y="33552"/>
                    <a:pt x="55430" y="33267"/>
                  </a:cubicBezTo>
                  <a:cubicBezTo>
                    <a:pt x="55348" y="31273"/>
                    <a:pt x="55348" y="29442"/>
                    <a:pt x="55348" y="27773"/>
                  </a:cubicBezTo>
                  <a:cubicBezTo>
                    <a:pt x="55348" y="27081"/>
                    <a:pt x="55348" y="26430"/>
                    <a:pt x="55348" y="25779"/>
                  </a:cubicBezTo>
                  <a:cubicBezTo>
                    <a:pt x="55348" y="20773"/>
                    <a:pt x="55267" y="17233"/>
                    <a:pt x="53680" y="13855"/>
                  </a:cubicBezTo>
                  <a:cubicBezTo>
                    <a:pt x="51360" y="8971"/>
                    <a:pt x="45662" y="5268"/>
                    <a:pt x="38133" y="2785"/>
                  </a:cubicBezTo>
                  <a:cubicBezTo>
                    <a:pt x="30645" y="262"/>
                    <a:pt x="27186" y="18"/>
                    <a:pt x="27145" y="18"/>
                  </a:cubicBezTo>
                  <a:cubicBezTo>
                    <a:pt x="27121" y="6"/>
                    <a:pt x="27097" y="1"/>
                    <a:pt x="2707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59" name="Google Shape;1863;p35"/>
            <p:cNvSpPr/>
            <p:nvPr/>
          </p:nvSpPr>
          <p:spPr>
            <a:xfrm>
              <a:off x="1716840" y="2983320"/>
              <a:ext cx="579240" cy="376560"/>
            </a:xfrm>
            <a:custGeom>
              <a:avLst/>
              <a:gdLst>
                <a:gd name="textAreaLeft" fmla="*/ 0 w 579240"/>
                <a:gd name="textAreaRight" fmla="*/ 579600 w 579240"/>
                <a:gd name="textAreaTop" fmla="*/ 0 h 376560"/>
                <a:gd name="textAreaBottom" fmla="*/ 376920 h 376560"/>
              </a:gdLst>
              <a:ahLst/>
              <a:rect l="textAreaLeft" t="textAreaTop" r="textAreaRight" b="textAreaBottom"/>
              <a:pathLst>
                <a:path w="28978" h="18840">
                  <a:moveTo>
                    <a:pt x="4563" y="0"/>
                  </a:moveTo>
                  <a:cubicBezTo>
                    <a:pt x="3887" y="0"/>
                    <a:pt x="3541" y="78"/>
                    <a:pt x="3541" y="78"/>
                  </a:cubicBezTo>
                  <a:lnTo>
                    <a:pt x="1" y="5979"/>
                  </a:lnTo>
                  <a:cubicBezTo>
                    <a:pt x="1" y="5979"/>
                    <a:pt x="10623" y="8502"/>
                    <a:pt x="16117" y="10700"/>
                  </a:cubicBezTo>
                  <a:cubicBezTo>
                    <a:pt x="21652" y="12938"/>
                    <a:pt x="28977" y="18839"/>
                    <a:pt x="28977" y="18839"/>
                  </a:cubicBezTo>
                  <a:cubicBezTo>
                    <a:pt x="28977" y="18839"/>
                    <a:pt x="27797" y="12165"/>
                    <a:pt x="26780" y="10455"/>
                  </a:cubicBezTo>
                  <a:cubicBezTo>
                    <a:pt x="25721" y="8746"/>
                    <a:pt x="14815" y="2967"/>
                    <a:pt x="10379" y="1258"/>
                  </a:cubicBezTo>
                  <a:cubicBezTo>
                    <a:pt x="7614" y="202"/>
                    <a:pt x="5656" y="0"/>
                    <a:pt x="45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0" name="Google Shape;1864;p35"/>
            <p:cNvSpPr/>
            <p:nvPr/>
          </p:nvSpPr>
          <p:spPr>
            <a:xfrm>
              <a:off x="1716840" y="2983320"/>
              <a:ext cx="425520" cy="252000"/>
            </a:xfrm>
            <a:custGeom>
              <a:avLst/>
              <a:gdLst>
                <a:gd name="textAreaLeft" fmla="*/ 0 w 425520"/>
                <a:gd name="textAreaRight" fmla="*/ 425880 w 425520"/>
                <a:gd name="textAreaTop" fmla="*/ 0 h 252000"/>
                <a:gd name="textAreaBottom" fmla="*/ 252360 h 252000"/>
              </a:gdLst>
              <a:ahLst/>
              <a:rect l="textAreaLeft" t="textAreaTop" r="textAreaRight" b="textAreaBottom"/>
              <a:pathLst>
                <a:path w="21286" h="12617">
                  <a:moveTo>
                    <a:pt x="4559" y="0"/>
                  </a:moveTo>
                  <a:cubicBezTo>
                    <a:pt x="3867" y="0"/>
                    <a:pt x="3541" y="82"/>
                    <a:pt x="3541" y="82"/>
                  </a:cubicBezTo>
                  <a:lnTo>
                    <a:pt x="1" y="5983"/>
                  </a:lnTo>
                  <a:cubicBezTo>
                    <a:pt x="1" y="5983"/>
                    <a:pt x="204" y="6023"/>
                    <a:pt x="530" y="6146"/>
                  </a:cubicBezTo>
                  <a:cubicBezTo>
                    <a:pt x="2768" y="6675"/>
                    <a:pt x="11355" y="8791"/>
                    <a:pt x="16117" y="10704"/>
                  </a:cubicBezTo>
                  <a:cubicBezTo>
                    <a:pt x="16158" y="10704"/>
                    <a:pt x="16158" y="10744"/>
                    <a:pt x="16158" y="10744"/>
                  </a:cubicBezTo>
                  <a:cubicBezTo>
                    <a:pt x="17256" y="11192"/>
                    <a:pt x="18477" y="11802"/>
                    <a:pt x="19658" y="12454"/>
                  </a:cubicBezTo>
                  <a:cubicBezTo>
                    <a:pt x="19739" y="12494"/>
                    <a:pt x="19820" y="12576"/>
                    <a:pt x="19902" y="12616"/>
                  </a:cubicBezTo>
                  <a:cubicBezTo>
                    <a:pt x="20471" y="12372"/>
                    <a:pt x="20838" y="12006"/>
                    <a:pt x="20919" y="11518"/>
                  </a:cubicBezTo>
                  <a:cubicBezTo>
                    <a:pt x="21285" y="8384"/>
                    <a:pt x="15995" y="3948"/>
                    <a:pt x="15710" y="3704"/>
                  </a:cubicBezTo>
                  <a:cubicBezTo>
                    <a:pt x="14570" y="3134"/>
                    <a:pt x="13512" y="2605"/>
                    <a:pt x="12536" y="2198"/>
                  </a:cubicBezTo>
                  <a:cubicBezTo>
                    <a:pt x="11722" y="1832"/>
                    <a:pt x="10989" y="1506"/>
                    <a:pt x="10379" y="1262"/>
                  </a:cubicBezTo>
                  <a:cubicBezTo>
                    <a:pt x="7611" y="204"/>
                    <a:pt x="5658" y="0"/>
                    <a:pt x="4559" y="0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1" name="Google Shape;1865;p35"/>
            <p:cNvSpPr/>
            <p:nvPr/>
          </p:nvSpPr>
          <p:spPr>
            <a:xfrm>
              <a:off x="1709640" y="2976480"/>
              <a:ext cx="594000" cy="390240"/>
            </a:xfrm>
            <a:custGeom>
              <a:avLst/>
              <a:gdLst>
                <a:gd name="textAreaLeft" fmla="*/ 0 w 594000"/>
                <a:gd name="textAreaRight" fmla="*/ 594360 w 594000"/>
                <a:gd name="textAreaTop" fmla="*/ 0 h 390240"/>
                <a:gd name="textAreaBottom" fmla="*/ 390600 h 390240"/>
              </a:gdLst>
              <a:ahLst/>
              <a:rect l="textAreaLeft" t="textAreaTop" r="textAreaRight" b="textAreaBottom"/>
              <a:pathLst>
                <a:path w="29710" h="19522">
                  <a:moveTo>
                    <a:pt x="4925" y="693"/>
                  </a:moveTo>
                  <a:cubicBezTo>
                    <a:pt x="5983" y="693"/>
                    <a:pt x="7896" y="855"/>
                    <a:pt x="10622" y="1913"/>
                  </a:cubicBezTo>
                  <a:cubicBezTo>
                    <a:pt x="12820" y="2768"/>
                    <a:pt x="16646" y="4640"/>
                    <a:pt x="20064" y="6472"/>
                  </a:cubicBezTo>
                  <a:cubicBezTo>
                    <a:pt x="21733" y="7408"/>
                    <a:pt x="23361" y="8344"/>
                    <a:pt x="24582" y="9158"/>
                  </a:cubicBezTo>
                  <a:cubicBezTo>
                    <a:pt x="25192" y="9565"/>
                    <a:pt x="25721" y="9931"/>
                    <a:pt x="26087" y="10216"/>
                  </a:cubicBezTo>
                  <a:cubicBezTo>
                    <a:pt x="26494" y="10541"/>
                    <a:pt x="26739" y="10826"/>
                    <a:pt x="26861" y="10948"/>
                  </a:cubicBezTo>
                  <a:cubicBezTo>
                    <a:pt x="27064" y="11315"/>
                    <a:pt x="27349" y="12047"/>
                    <a:pt x="27593" y="12902"/>
                  </a:cubicBezTo>
                  <a:cubicBezTo>
                    <a:pt x="28000" y="14204"/>
                    <a:pt x="28326" y="15791"/>
                    <a:pt x="28611" y="17053"/>
                  </a:cubicBezTo>
                  <a:cubicBezTo>
                    <a:pt x="28708" y="17541"/>
                    <a:pt x="28806" y="18003"/>
                    <a:pt x="28862" y="18356"/>
                  </a:cubicBezTo>
                  <a:lnTo>
                    <a:pt x="28862" y="18356"/>
                  </a:lnTo>
                  <a:cubicBezTo>
                    <a:pt x="28092" y="17761"/>
                    <a:pt x="26769" y="16763"/>
                    <a:pt x="25192" y="15669"/>
                  </a:cubicBezTo>
                  <a:cubicBezTo>
                    <a:pt x="22669" y="13919"/>
                    <a:pt x="19413" y="11884"/>
                    <a:pt x="16646" y="10745"/>
                  </a:cubicBezTo>
                  <a:cubicBezTo>
                    <a:pt x="11757" y="8747"/>
                    <a:pt x="2989" y="6592"/>
                    <a:pt x="903" y="6091"/>
                  </a:cubicBezTo>
                  <a:lnTo>
                    <a:pt x="903" y="6091"/>
                  </a:lnTo>
                  <a:lnTo>
                    <a:pt x="4101" y="725"/>
                  </a:lnTo>
                  <a:lnTo>
                    <a:pt x="4101" y="725"/>
                  </a:lnTo>
                  <a:cubicBezTo>
                    <a:pt x="4246" y="713"/>
                    <a:pt x="4525" y="693"/>
                    <a:pt x="4925" y="693"/>
                  </a:cubicBezTo>
                  <a:close/>
                  <a:moveTo>
                    <a:pt x="4925" y="1"/>
                  </a:moveTo>
                  <a:cubicBezTo>
                    <a:pt x="4233" y="1"/>
                    <a:pt x="3867" y="82"/>
                    <a:pt x="3826" y="82"/>
                  </a:cubicBezTo>
                  <a:cubicBezTo>
                    <a:pt x="3745" y="123"/>
                    <a:pt x="3663" y="164"/>
                    <a:pt x="3623" y="245"/>
                  </a:cubicBezTo>
                  <a:lnTo>
                    <a:pt x="82" y="6146"/>
                  </a:lnTo>
                  <a:cubicBezTo>
                    <a:pt x="1" y="6227"/>
                    <a:pt x="1" y="6349"/>
                    <a:pt x="41" y="6472"/>
                  </a:cubicBezTo>
                  <a:cubicBezTo>
                    <a:pt x="82" y="6553"/>
                    <a:pt x="163" y="6634"/>
                    <a:pt x="285" y="6634"/>
                  </a:cubicBezTo>
                  <a:cubicBezTo>
                    <a:pt x="285" y="6634"/>
                    <a:pt x="937" y="6797"/>
                    <a:pt x="2035" y="7082"/>
                  </a:cubicBezTo>
                  <a:cubicBezTo>
                    <a:pt x="5250" y="7896"/>
                    <a:pt x="12291" y="9687"/>
                    <a:pt x="16361" y="11355"/>
                  </a:cubicBezTo>
                  <a:cubicBezTo>
                    <a:pt x="19087" y="12454"/>
                    <a:pt x="22303" y="14489"/>
                    <a:pt x="24826" y="16239"/>
                  </a:cubicBezTo>
                  <a:cubicBezTo>
                    <a:pt x="26047" y="17094"/>
                    <a:pt x="27146" y="17907"/>
                    <a:pt x="27919" y="18477"/>
                  </a:cubicBezTo>
                  <a:cubicBezTo>
                    <a:pt x="28326" y="18803"/>
                    <a:pt x="28611" y="19047"/>
                    <a:pt x="28814" y="19210"/>
                  </a:cubicBezTo>
                  <a:cubicBezTo>
                    <a:pt x="29018" y="19373"/>
                    <a:pt x="29140" y="19454"/>
                    <a:pt x="29140" y="19454"/>
                  </a:cubicBezTo>
                  <a:cubicBezTo>
                    <a:pt x="29211" y="19502"/>
                    <a:pt x="29297" y="19521"/>
                    <a:pt x="29380" y="19521"/>
                  </a:cubicBezTo>
                  <a:cubicBezTo>
                    <a:pt x="29439" y="19521"/>
                    <a:pt x="29496" y="19512"/>
                    <a:pt x="29547" y="19495"/>
                  </a:cubicBezTo>
                  <a:cubicBezTo>
                    <a:pt x="29669" y="19413"/>
                    <a:pt x="29709" y="19251"/>
                    <a:pt x="29709" y="19128"/>
                  </a:cubicBezTo>
                  <a:cubicBezTo>
                    <a:pt x="29709" y="19128"/>
                    <a:pt x="29384" y="17460"/>
                    <a:pt x="28977" y="15547"/>
                  </a:cubicBezTo>
                  <a:cubicBezTo>
                    <a:pt x="28773" y="14611"/>
                    <a:pt x="28529" y="13594"/>
                    <a:pt x="28244" y="12739"/>
                  </a:cubicBezTo>
                  <a:cubicBezTo>
                    <a:pt x="28000" y="11844"/>
                    <a:pt x="27715" y="11070"/>
                    <a:pt x="27430" y="10623"/>
                  </a:cubicBezTo>
                  <a:cubicBezTo>
                    <a:pt x="27227" y="10338"/>
                    <a:pt x="26942" y="10053"/>
                    <a:pt x="26535" y="9687"/>
                  </a:cubicBezTo>
                  <a:cubicBezTo>
                    <a:pt x="25070" y="8547"/>
                    <a:pt x="22140" y="6838"/>
                    <a:pt x="19087" y="5210"/>
                  </a:cubicBezTo>
                  <a:cubicBezTo>
                    <a:pt x="15995" y="3582"/>
                    <a:pt x="12820" y="2036"/>
                    <a:pt x="10867" y="1262"/>
                  </a:cubicBezTo>
                  <a:cubicBezTo>
                    <a:pt x="8059" y="204"/>
                    <a:pt x="6064" y="1"/>
                    <a:pt x="492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2" name="Google Shape;1866;p35"/>
            <p:cNvSpPr/>
            <p:nvPr/>
          </p:nvSpPr>
          <p:spPr>
            <a:xfrm>
              <a:off x="3016080" y="4236480"/>
              <a:ext cx="537840" cy="375840"/>
            </a:xfrm>
            <a:custGeom>
              <a:avLst/>
              <a:gdLst>
                <a:gd name="textAreaLeft" fmla="*/ 0 w 537840"/>
                <a:gd name="textAreaRight" fmla="*/ 538200 w 537840"/>
                <a:gd name="textAreaTop" fmla="*/ 0 h 375840"/>
                <a:gd name="textAreaBottom" fmla="*/ 376200 h 375840"/>
              </a:gdLst>
              <a:ahLst/>
              <a:rect l="textAreaLeft" t="textAreaTop" r="textAreaRight" b="textAreaBottom"/>
              <a:pathLst>
                <a:path w="26902" h="18817">
                  <a:moveTo>
                    <a:pt x="18263" y="0"/>
                  </a:moveTo>
                  <a:cubicBezTo>
                    <a:pt x="18210" y="0"/>
                    <a:pt x="18159" y="5"/>
                    <a:pt x="18111" y="14"/>
                  </a:cubicBezTo>
                  <a:cubicBezTo>
                    <a:pt x="16808" y="299"/>
                    <a:pt x="12616" y="2781"/>
                    <a:pt x="12616" y="2781"/>
                  </a:cubicBezTo>
                  <a:cubicBezTo>
                    <a:pt x="12616" y="2781"/>
                    <a:pt x="11680" y="2781"/>
                    <a:pt x="10500" y="2537"/>
                  </a:cubicBezTo>
                  <a:cubicBezTo>
                    <a:pt x="10355" y="2502"/>
                    <a:pt x="10212" y="2484"/>
                    <a:pt x="10069" y="2484"/>
                  </a:cubicBezTo>
                  <a:cubicBezTo>
                    <a:pt x="9052" y="2484"/>
                    <a:pt x="8072" y="3421"/>
                    <a:pt x="6715" y="5956"/>
                  </a:cubicBezTo>
                  <a:cubicBezTo>
                    <a:pt x="5128" y="8845"/>
                    <a:pt x="1710" y="11694"/>
                    <a:pt x="1710" y="11694"/>
                  </a:cubicBezTo>
                  <a:lnTo>
                    <a:pt x="0" y="13403"/>
                  </a:lnTo>
                  <a:lnTo>
                    <a:pt x="774" y="14055"/>
                  </a:lnTo>
                  <a:lnTo>
                    <a:pt x="4721" y="18816"/>
                  </a:lnTo>
                  <a:lnTo>
                    <a:pt x="5372" y="18124"/>
                  </a:lnTo>
                  <a:cubicBezTo>
                    <a:pt x="5372" y="18124"/>
                    <a:pt x="8913" y="18124"/>
                    <a:pt x="11273" y="17351"/>
                  </a:cubicBezTo>
                  <a:cubicBezTo>
                    <a:pt x="13634" y="16578"/>
                    <a:pt x="15099" y="14746"/>
                    <a:pt x="15628" y="14746"/>
                  </a:cubicBezTo>
                  <a:cubicBezTo>
                    <a:pt x="16157" y="14746"/>
                    <a:pt x="19047" y="16171"/>
                    <a:pt x="20349" y="17107"/>
                  </a:cubicBezTo>
                  <a:cubicBezTo>
                    <a:pt x="21167" y="17669"/>
                    <a:pt x="21792" y="17991"/>
                    <a:pt x="22396" y="17991"/>
                  </a:cubicBezTo>
                  <a:cubicBezTo>
                    <a:pt x="22754" y="17991"/>
                    <a:pt x="23104" y="17878"/>
                    <a:pt x="23483" y="17636"/>
                  </a:cubicBezTo>
                  <a:cubicBezTo>
                    <a:pt x="24541" y="16944"/>
                    <a:pt x="22058" y="16171"/>
                    <a:pt x="21407" y="15642"/>
                  </a:cubicBezTo>
                  <a:cubicBezTo>
                    <a:pt x="20756" y="15113"/>
                    <a:pt x="18640" y="12874"/>
                    <a:pt x="18640" y="12874"/>
                  </a:cubicBezTo>
                  <a:lnTo>
                    <a:pt x="22180" y="12223"/>
                  </a:lnTo>
                  <a:cubicBezTo>
                    <a:pt x="22180" y="12223"/>
                    <a:pt x="24012" y="13403"/>
                    <a:pt x="24826" y="13566"/>
                  </a:cubicBezTo>
                  <a:cubicBezTo>
                    <a:pt x="25015" y="13596"/>
                    <a:pt x="25158" y="13611"/>
                    <a:pt x="25276" y="13611"/>
                  </a:cubicBezTo>
                  <a:cubicBezTo>
                    <a:pt x="25638" y="13611"/>
                    <a:pt x="25758" y="13466"/>
                    <a:pt x="26250" y="13159"/>
                  </a:cubicBezTo>
                  <a:cubicBezTo>
                    <a:pt x="26901" y="12752"/>
                    <a:pt x="23483" y="9741"/>
                    <a:pt x="22587" y="9334"/>
                  </a:cubicBezTo>
                  <a:cubicBezTo>
                    <a:pt x="21651" y="8967"/>
                    <a:pt x="18233" y="8967"/>
                    <a:pt x="18233" y="8967"/>
                  </a:cubicBezTo>
                  <a:cubicBezTo>
                    <a:pt x="18233" y="8967"/>
                    <a:pt x="21122" y="7136"/>
                    <a:pt x="21773" y="6851"/>
                  </a:cubicBezTo>
                  <a:cubicBezTo>
                    <a:pt x="21856" y="6822"/>
                    <a:pt x="21946" y="6809"/>
                    <a:pt x="22041" y="6809"/>
                  </a:cubicBezTo>
                  <a:cubicBezTo>
                    <a:pt x="22738" y="6809"/>
                    <a:pt x="23704" y="7502"/>
                    <a:pt x="24134" y="7502"/>
                  </a:cubicBezTo>
                  <a:cubicBezTo>
                    <a:pt x="24405" y="7502"/>
                    <a:pt x="24751" y="7609"/>
                    <a:pt x="25096" y="7609"/>
                  </a:cubicBezTo>
                  <a:cubicBezTo>
                    <a:pt x="25423" y="7609"/>
                    <a:pt x="25748" y="7513"/>
                    <a:pt x="26006" y="7136"/>
                  </a:cubicBezTo>
                  <a:cubicBezTo>
                    <a:pt x="26535" y="6322"/>
                    <a:pt x="22058" y="2904"/>
                    <a:pt x="22058" y="2904"/>
                  </a:cubicBezTo>
                  <a:cubicBezTo>
                    <a:pt x="22058" y="2904"/>
                    <a:pt x="19608" y="0"/>
                    <a:pt x="18263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3" name="Google Shape;1867;p35"/>
            <p:cNvSpPr/>
            <p:nvPr/>
          </p:nvSpPr>
          <p:spPr>
            <a:xfrm>
              <a:off x="3009600" y="4230000"/>
              <a:ext cx="539280" cy="388800"/>
            </a:xfrm>
            <a:custGeom>
              <a:avLst/>
              <a:gdLst>
                <a:gd name="textAreaLeft" fmla="*/ 0 w 539280"/>
                <a:gd name="textAreaRight" fmla="*/ 539640 w 539280"/>
                <a:gd name="textAreaTop" fmla="*/ 0 h 388800"/>
                <a:gd name="textAreaBottom" fmla="*/ 389160 h 388800"/>
              </a:gdLst>
              <a:ahLst/>
              <a:rect l="textAreaLeft" t="textAreaTop" r="textAreaRight" b="textAreaBottom"/>
              <a:pathLst>
                <a:path w="26983" h="19454">
                  <a:moveTo>
                    <a:pt x="26332" y="13227"/>
                  </a:moveTo>
                  <a:lnTo>
                    <a:pt x="26337" y="13230"/>
                  </a:lnTo>
                  <a:lnTo>
                    <a:pt x="26337" y="13230"/>
                  </a:lnTo>
                  <a:cubicBezTo>
                    <a:pt x="26337" y="13230"/>
                    <a:pt x="26337" y="13230"/>
                    <a:pt x="26337" y="13230"/>
                  </a:cubicBezTo>
                  <a:lnTo>
                    <a:pt x="26337" y="13230"/>
                  </a:lnTo>
                  <a:lnTo>
                    <a:pt x="26332" y="13227"/>
                  </a:lnTo>
                  <a:close/>
                  <a:moveTo>
                    <a:pt x="18599" y="652"/>
                  </a:moveTo>
                  <a:cubicBezTo>
                    <a:pt x="18803" y="652"/>
                    <a:pt x="19210" y="814"/>
                    <a:pt x="19576" y="1059"/>
                  </a:cubicBezTo>
                  <a:cubicBezTo>
                    <a:pt x="20187" y="1466"/>
                    <a:pt x="20797" y="2035"/>
                    <a:pt x="21285" y="2564"/>
                  </a:cubicBezTo>
                  <a:cubicBezTo>
                    <a:pt x="21530" y="2809"/>
                    <a:pt x="21733" y="3012"/>
                    <a:pt x="21896" y="3175"/>
                  </a:cubicBezTo>
                  <a:cubicBezTo>
                    <a:pt x="21977" y="3256"/>
                    <a:pt x="22018" y="3338"/>
                    <a:pt x="22059" y="3378"/>
                  </a:cubicBezTo>
                  <a:lnTo>
                    <a:pt x="22099" y="3460"/>
                  </a:lnTo>
                  <a:lnTo>
                    <a:pt x="22181" y="3500"/>
                  </a:lnTo>
                  <a:cubicBezTo>
                    <a:pt x="22181" y="3500"/>
                    <a:pt x="22425" y="3704"/>
                    <a:pt x="22791" y="3989"/>
                  </a:cubicBezTo>
                  <a:cubicBezTo>
                    <a:pt x="23361" y="4436"/>
                    <a:pt x="24175" y="5128"/>
                    <a:pt x="24867" y="5779"/>
                  </a:cubicBezTo>
                  <a:cubicBezTo>
                    <a:pt x="25192" y="6146"/>
                    <a:pt x="25518" y="6471"/>
                    <a:pt x="25721" y="6756"/>
                  </a:cubicBezTo>
                  <a:cubicBezTo>
                    <a:pt x="25843" y="6878"/>
                    <a:pt x="25925" y="7000"/>
                    <a:pt x="25966" y="7082"/>
                  </a:cubicBezTo>
                  <a:cubicBezTo>
                    <a:pt x="26006" y="7204"/>
                    <a:pt x="26006" y="7285"/>
                    <a:pt x="26006" y="7285"/>
                  </a:cubicBezTo>
                  <a:lnTo>
                    <a:pt x="26016" y="7285"/>
                  </a:lnTo>
                  <a:cubicBezTo>
                    <a:pt x="25910" y="7421"/>
                    <a:pt x="25833" y="7492"/>
                    <a:pt x="25721" y="7529"/>
                  </a:cubicBezTo>
                  <a:cubicBezTo>
                    <a:pt x="25640" y="7570"/>
                    <a:pt x="25518" y="7570"/>
                    <a:pt x="25396" y="7570"/>
                  </a:cubicBezTo>
                  <a:cubicBezTo>
                    <a:pt x="25152" y="7570"/>
                    <a:pt x="24826" y="7489"/>
                    <a:pt x="24460" y="7489"/>
                  </a:cubicBezTo>
                  <a:cubicBezTo>
                    <a:pt x="24460" y="7489"/>
                    <a:pt x="24338" y="7448"/>
                    <a:pt x="24175" y="7407"/>
                  </a:cubicBezTo>
                  <a:cubicBezTo>
                    <a:pt x="23971" y="7326"/>
                    <a:pt x="23646" y="7163"/>
                    <a:pt x="23361" y="7041"/>
                  </a:cubicBezTo>
                  <a:cubicBezTo>
                    <a:pt x="23035" y="6919"/>
                    <a:pt x="22710" y="6797"/>
                    <a:pt x="22384" y="6797"/>
                  </a:cubicBezTo>
                  <a:cubicBezTo>
                    <a:pt x="22262" y="6797"/>
                    <a:pt x="22140" y="6797"/>
                    <a:pt x="21977" y="6838"/>
                  </a:cubicBezTo>
                  <a:cubicBezTo>
                    <a:pt x="21774" y="6919"/>
                    <a:pt x="21489" y="7082"/>
                    <a:pt x="21123" y="7326"/>
                  </a:cubicBezTo>
                  <a:cubicBezTo>
                    <a:pt x="20024" y="7936"/>
                    <a:pt x="18396" y="8995"/>
                    <a:pt x="18396" y="8995"/>
                  </a:cubicBezTo>
                  <a:cubicBezTo>
                    <a:pt x="18274" y="9076"/>
                    <a:pt x="18192" y="9239"/>
                    <a:pt x="18233" y="9361"/>
                  </a:cubicBezTo>
                  <a:cubicBezTo>
                    <a:pt x="18274" y="9524"/>
                    <a:pt x="18437" y="9605"/>
                    <a:pt x="18559" y="9605"/>
                  </a:cubicBezTo>
                  <a:lnTo>
                    <a:pt x="19128" y="9605"/>
                  </a:lnTo>
                  <a:cubicBezTo>
                    <a:pt x="19617" y="9605"/>
                    <a:pt x="20390" y="9646"/>
                    <a:pt x="21123" y="9686"/>
                  </a:cubicBezTo>
                  <a:cubicBezTo>
                    <a:pt x="21448" y="9727"/>
                    <a:pt x="21814" y="9768"/>
                    <a:pt x="22099" y="9808"/>
                  </a:cubicBezTo>
                  <a:cubicBezTo>
                    <a:pt x="22425" y="9849"/>
                    <a:pt x="22669" y="9931"/>
                    <a:pt x="22791" y="9971"/>
                  </a:cubicBezTo>
                  <a:cubicBezTo>
                    <a:pt x="22913" y="10053"/>
                    <a:pt x="23280" y="10256"/>
                    <a:pt x="23646" y="10541"/>
                  </a:cubicBezTo>
                  <a:cubicBezTo>
                    <a:pt x="24216" y="10989"/>
                    <a:pt x="24907" y="11599"/>
                    <a:pt x="25436" y="12169"/>
                  </a:cubicBezTo>
                  <a:cubicBezTo>
                    <a:pt x="25721" y="12454"/>
                    <a:pt x="25966" y="12698"/>
                    <a:pt x="26128" y="12942"/>
                  </a:cubicBezTo>
                  <a:cubicBezTo>
                    <a:pt x="26210" y="13024"/>
                    <a:pt x="26250" y="13146"/>
                    <a:pt x="26291" y="13186"/>
                  </a:cubicBezTo>
                  <a:lnTo>
                    <a:pt x="26311" y="13245"/>
                  </a:lnTo>
                  <a:lnTo>
                    <a:pt x="26311" y="13245"/>
                  </a:lnTo>
                  <a:cubicBezTo>
                    <a:pt x="26097" y="13370"/>
                    <a:pt x="25990" y="13441"/>
                    <a:pt x="25884" y="13512"/>
                  </a:cubicBezTo>
                  <a:cubicBezTo>
                    <a:pt x="25762" y="13553"/>
                    <a:pt x="25721" y="13553"/>
                    <a:pt x="25599" y="13553"/>
                  </a:cubicBezTo>
                  <a:cubicBezTo>
                    <a:pt x="25518" y="13553"/>
                    <a:pt x="25396" y="13553"/>
                    <a:pt x="25192" y="13512"/>
                  </a:cubicBezTo>
                  <a:cubicBezTo>
                    <a:pt x="25070" y="13512"/>
                    <a:pt x="24785" y="13431"/>
                    <a:pt x="24541" y="13308"/>
                  </a:cubicBezTo>
                  <a:cubicBezTo>
                    <a:pt x="24134" y="13105"/>
                    <a:pt x="23646" y="12861"/>
                    <a:pt x="23320" y="12657"/>
                  </a:cubicBezTo>
                  <a:cubicBezTo>
                    <a:pt x="23117" y="12535"/>
                    <a:pt x="22954" y="12454"/>
                    <a:pt x="22873" y="12372"/>
                  </a:cubicBezTo>
                  <a:cubicBezTo>
                    <a:pt x="22750" y="12291"/>
                    <a:pt x="22710" y="12250"/>
                    <a:pt x="22710" y="12250"/>
                  </a:cubicBezTo>
                  <a:cubicBezTo>
                    <a:pt x="22628" y="12210"/>
                    <a:pt x="22547" y="12210"/>
                    <a:pt x="22466" y="12210"/>
                  </a:cubicBezTo>
                  <a:lnTo>
                    <a:pt x="18925" y="12861"/>
                  </a:lnTo>
                  <a:cubicBezTo>
                    <a:pt x="18803" y="12901"/>
                    <a:pt x="18681" y="12983"/>
                    <a:pt x="18640" y="13105"/>
                  </a:cubicBezTo>
                  <a:cubicBezTo>
                    <a:pt x="18599" y="13227"/>
                    <a:pt x="18640" y="13349"/>
                    <a:pt x="18721" y="13431"/>
                  </a:cubicBezTo>
                  <a:cubicBezTo>
                    <a:pt x="18721" y="13431"/>
                    <a:pt x="19251" y="14000"/>
                    <a:pt x="19861" y="14611"/>
                  </a:cubicBezTo>
                  <a:cubicBezTo>
                    <a:pt x="20471" y="15262"/>
                    <a:pt x="21163" y="15954"/>
                    <a:pt x="21530" y="16239"/>
                  </a:cubicBezTo>
                  <a:cubicBezTo>
                    <a:pt x="21692" y="16361"/>
                    <a:pt x="21896" y="16483"/>
                    <a:pt x="22181" y="16605"/>
                  </a:cubicBezTo>
                  <a:cubicBezTo>
                    <a:pt x="22547" y="16808"/>
                    <a:pt x="22995" y="17012"/>
                    <a:pt x="23280" y="17215"/>
                  </a:cubicBezTo>
                  <a:cubicBezTo>
                    <a:pt x="23442" y="17337"/>
                    <a:pt x="23605" y="17419"/>
                    <a:pt x="23646" y="17500"/>
                  </a:cubicBezTo>
                  <a:lnTo>
                    <a:pt x="23722" y="17576"/>
                  </a:lnTo>
                  <a:lnTo>
                    <a:pt x="23722" y="17576"/>
                  </a:lnTo>
                  <a:cubicBezTo>
                    <a:pt x="23714" y="17588"/>
                    <a:pt x="23694" y="17598"/>
                    <a:pt x="23646" y="17622"/>
                  </a:cubicBezTo>
                  <a:cubicBezTo>
                    <a:pt x="23280" y="17867"/>
                    <a:pt x="22995" y="17948"/>
                    <a:pt x="22710" y="17948"/>
                  </a:cubicBezTo>
                  <a:cubicBezTo>
                    <a:pt x="22466" y="17948"/>
                    <a:pt x="22221" y="17907"/>
                    <a:pt x="21896" y="17744"/>
                  </a:cubicBezTo>
                  <a:cubicBezTo>
                    <a:pt x="21611" y="17622"/>
                    <a:pt x="21285" y="17419"/>
                    <a:pt x="20878" y="17134"/>
                  </a:cubicBezTo>
                  <a:cubicBezTo>
                    <a:pt x="20187" y="16646"/>
                    <a:pt x="19128" y="16076"/>
                    <a:pt x="18152" y="15587"/>
                  </a:cubicBezTo>
                  <a:cubicBezTo>
                    <a:pt x="17704" y="15343"/>
                    <a:pt x="17216" y="15140"/>
                    <a:pt x="16849" y="14977"/>
                  </a:cubicBezTo>
                  <a:cubicBezTo>
                    <a:pt x="16646" y="14896"/>
                    <a:pt x="16483" y="14814"/>
                    <a:pt x="16361" y="14774"/>
                  </a:cubicBezTo>
                  <a:cubicBezTo>
                    <a:pt x="16198" y="14733"/>
                    <a:pt x="16076" y="14692"/>
                    <a:pt x="15954" y="14692"/>
                  </a:cubicBezTo>
                  <a:cubicBezTo>
                    <a:pt x="15791" y="14692"/>
                    <a:pt x="15669" y="14774"/>
                    <a:pt x="15547" y="14814"/>
                  </a:cubicBezTo>
                  <a:cubicBezTo>
                    <a:pt x="15344" y="14936"/>
                    <a:pt x="15140" y="15099"/>
                    <a:pt x="14855" y="15303"/>
                  </a:cubicBezTo>
                  <a:cubicBezTo>
                    <a:pt x="14123" y="15913"/>
                    <a:pt x="12983" y="16849"/>
                    <a:pt x="11518" y="17337"/>
                  </a:cubicBezTo>
                  <a:cubicBezTo>
                    <a:pt x="10379" y="17744"/>
                    <a:pt x="8913" y="17907"/>
                    <a:pt x="7733" y="18029"/>
                  </a:cubicBezTo>
                  <a:cubicBezTo>
                    <a:pt x="7163" y="18070"/>
                    <a:pt x="6675" y="18111"/>
                    <a:pt x="6309" y="18111"/>
                  </a:cubicBezTo>
                  <a:lnTo>
                    <a:pt x="5698" y="18111"/>
                  </a:lnTo>
                  <a:cubicBezTo>
                    <a:pt x="5617" y="18111"/>
                    <a:pt x="5536" y="18151"/>
                    <a:pt x="5454" y="18233"/>
                  </a:cubicBezTo>
                  <a:lnTo>
                    <a:pt x="5088" y="18599"/>
                  </a:lnTo>
                  <a:lnTo>
                    <a:pt x="1384" y="14163"/>
                  </a:lnTo>
                  <a:lnTo>
                    <a:pt x="1344" y="14122"/>
                  </a:lnTo>
                  <a:lnTo>
                    <a:pt x="815" y="13715"/>
                  </a:lnTo>
                  <a:lnTo>
                    <a:pt x="2239" y="12291"/>
                  </a:lnTo>
                  <a:lnTo>
                    <a:pt x="2239" y="12291"/>
                  </a:lnTo>
                  <a:lnTo>
                    <a:pt x="2239" y="12291"/>
                  </a:lnTo>
                  <a:cubicBezTo>
                    <a:pt x="2280" y="12250"/>
                    <a:pt x="5698" y="9402"/>
                    <a:pt x="7326" y="6431"/>
                  </a:cubicBezTo>
                  <a:cubicBezTo>
                    <a:pt x="8018" y="5169"/>
                    <a:pt x="8588" y="4314"/>
                    <a:pt x="9117" y="3785"/>
                  </a:cubicBezTo>
                  <a:cubicBezTo>
                    <a:pt x="9605" y="3297"/>
                    <a:pt x="10012" y="3134"/>
                    <a:pt x="10419" y="3134"/>
                  </a:cubicBezTo>
                  <a:cubicBezTo>
                    <a:pt x="10541" y="3134"/>
                    <a:pt x="10623" y="3134"/>
                    <a:pt x="10745" y="3175"/>
                  </a:cubicBezTo>
                  <a:cubicBezTo>
                    <a:pt x="11966" y="3419"/>
                    <a:pt x="12902" y="3419"/>
                    <a:pt x="12942" y="3419"/>
                  </a:cubicBezTo>
                  <a:lnTo>
                    <a:pt x="13105" y="3378"/>
                  </a:lnTo>
                  <a:cubicBezTo>
                    <a:pt x="13105" y="3378"/>
                    <a:pt x="13349" y="3256"/>
                    <a:pt x="13756" y="3012"/>
                  </a:cubicBezTo>
                  <a:cubicBezTo>
                    <a:pt x="14408" y="2646"/>
                    <a:pt x="15344" y="2117"/>
                    <a:pt x="16280" y="1628"/>
                  </a:cubicBezTo>
                  <a:cubicBezTo>
                    <a:pt x="17175" y="1140"/>
                    <a:pt x="18111" y="733"/>
                    <a:pt x="18518" y="692"/>
                  </a:cubicBezTo>
                  <a:lnTo>
                    <a:pt x="18599" y="652"/>
                  </a:lnTo>
                  <a:close/>
                  <a:moveTo>
                    <a:pt x="18355" y="0"/>
                  </a:moveTo>
                  <a:cubicBezTo>
                    <a:pt x="17989" y="82"/>
                    <a:pt x="17460" y="285"/>
                    <a:pt x="16890" y="570"/>
                  </a:cubicBezTo>
                  <a:cubicBezTo>
                    <a:pt x="15315" y="1303"/>
                    <a:pt x="13246" y="2530"/>
                    <a:pt x="12818" y="2768"/>
                  </a:cubicBezTo>
                  <a:lnTo>
                    <a:pt x="12780" y="2768"/>
                  </a:lnTo>
                  <a:cubicBezTo>
                    <a:pt x="12495" y="2727"/>
                    <a:pt x="11762" y="2686"/>
                    <a:pt x="10908" y="2524"/>
                  </a:cubicBezTo>
                  <a:cubicBezTo>
                    <a:pt x="10745" y="2483"/>
                    <a:pt x="10582" y="2442"/>
                    <a:pt x="10419" y="2442"/>
                  </a:cubicBezTo>
                  <a:cubicBezTo>
                    <a:pt x="9809" y="2442"/>
                    <a:pt x="9198" y="2727"/>
                    <a:pt x="8629" y="3338"/>
                  </a:cubicBezTo>
                  <a:cubicBezTo>
                    <a:pt x="8018" y="3907"/>
                    <a:pt x="7448" y="4803"/>
                    <a:pt x="6716" y="6105"/>
                  </a:cubicBezTo>
                  <a:cubicBezTo>
                    <a:pt x="5983" y="7489"/>
                    <a:pt x="4722" y="8913"/>
                    <a:pt x="3704" y="9971"/>
                  </a:cubicBezTo>
                  <a:cubicBezTo>
                    <a:pt x="3175" y="10500"/>
                    <a:pt x="2687" y="10948"/>
                    <a:pt x="2361" y="11274"/>
                  </a:cubicBezTo>
                  <a:cubicBezTo>
                    <a:pt x="2198" y="11436"/>
                    <a:pt x="2076" y="11558"/>
                    <a:pt x="1954" y="11640"/>
                  </a:cubicBezTo>
                  <a:cubicBezTo>
                    <a:pt x="1873" y="11721"/>
                    <a:pt x="1832" y="11762"/>
                    <a:pt x="1832" y="11762"/>
                  </a:cubicBezTo>
                  <a:lnTo>
                    <a:pt x="1791" y="11803"/>
                  </a:lnTo>
                  <a:lnTo>
                    <a:pt x="82" y="13471"/>
                  </a:lnTo>
                  <a:cubicBezTo>
                    <a:pt x="41" y="13553"/>
                    <a:pt x="1" y="13634"/>
                    <a:pt x="1" y="13756"/>
                  </a:cubicBezTo>
                  <a:cubicBezTo>
                    <a:pt x="1" y="13838"/>
                    <a:pt x="41" y="13919"/>
                    <a:pt x="123" y="14000"/>
                  </a:cubicBezTo>
                  <a:lnTo>
                    <a:pt x="896" y="14611"/>
                  </a:lnTo>
                  <a:lnTo>
                    <a:pt x="4803" y="19332"/>
                  </a:lnTo>
                  <a:cubicBezTo>
                    <a:pt x="4844" y="19413"/>
                    <a:pt x="4925" y="19454"/>
                    <a:pt x="5047" y="19454"/>
                  </a:cubicBezTo>
                  <a:cubicBezTo>
                    <a:pt x="5129" y="19454"/>
                    <a:pt x="5210" y="19413"/>
                    <a:pt x="5291" y="19332"/>
                  </a:cubicBezTo>
                  <a:lnTo>
                    <a:pt x="5822" y="18801"/>
                  </a:lnTo>
                  <a:lnTo>
                    <a:pt x="5822" y="18801"/>
                  </a:lnTo>
                  <a:cubicBezTo>
                    <a:pt x="6107" y="18797"/>
                    <a:pt x="6862" y="18776"/>
                    <a:pt x="7815" y="18680"/>
                  </a:cubicBezTo>
                  <a:cubicBezTo>
                    <a:pt x="8995" y="18599"/>
                    <a:pt x="10501" y="18396"/>
                    <a:pt x="11722" y="17989"/>
                  </a:cubicBezTo>
                  <a:cubicBezTo>
                    <a:pt x="12942" y="17582"/>
                    <a:pt x="13960" y="16890"/>
                    <a:pt x="14692" y="16320"/>
                  </a:cubicBezTo>
                  <a:cubicBezTo>
                    <a:pt x="15059" y="16035"/>
                    <a:pt x="15344" y="15791"/>
                    <a:pt x="15588" y="15628"/>
                  </a:cubicBezTo>
                  <a:cubicBezTo>
                    <a:pt x="15710" y="15506"/>
                    <a:pt x="15791" y="15465"/>
                    <a:pt x="15873" y="15425"/>
                  </a:cubicBezTo>
                  <a:lnTo>
                    <a:pt x="15954" y="15384"/>
                  </a:lnTo>
                  <a:cubicBezTo>
                    <a:pt x="16035" y="15384"/>
                    <a:pt x="16361" y="15506"/>
                    <a:pt x="16687" y="15628"/>
                  </a:cubicBezTo>
                  <a:cubicBezTo>
                    <a:pt x="17785" y="16076"/>
                    <a:pt x="19576" y="17053"/>
                    <a:pt x="20471" y="17663"/>
                  </a:cubicBezTo>
                  <a:cubicBezTo>
                    <a:pt x="20878" y="17989"/>
                    <a:pt x="21285" y="18192"/>
                    <a:pt x="21611" y="18355"/>
                  </a:cubicBezTo>
                  <a:cubicBezTo>
                    <a:pt x="21977" y="18518"/>
                    <a:pt x="22343" y="18640"/>
                    <a:pt x="22710" y="18640"/>
                  </a:cubicBezTo>
                  <a:cubicBezTo>
                    <a:pt x="23157" y="18640"/>
                    <a:pt x="23564" y="18477"/>
                    <a:pt x="24012" y="18233"/>
                  </a:cubicBezTo>
                  <a:cubicBezTo>
                    <a:pt x="24134" y="18151"/>
                    <a:pt x="24216" y="18070"/>
                    <a:pt x="24297" y="17948"/>
                  </a:cubicBezTo>
                  <a:cubicBezTo>
                    <a:pt x="24378" y="17867"/>
                    <a:pt x="24419" y="17704"/>
                    <a:pt x="24419" y="17582"/>
                  </a:cubicBezTo>
                  <a:cubicBezTo>
                    <a:pt x="24419" y="17419"/>
                    <a:pt x="24338" y="17297"/>
                    <a:pt x="24297" y="17175"/>
                  </a:cubicBezTo>
                  <a:cubicBezTo>
                    <a:pt x="24134" y="16971"/>
                    <a:pt x="23971" y="16849"/>
                    <a:pt x="23727" y="16686"/>
                  </a:cubicBezTo>
                  <a:cubicBezTo>
                    <a:pt x="23442" y="16483"/>
                    <a:pt x="23035" y="16320"/>
                    <a:pt x="22710" y="16157"/>
                  </a:cubicBezTo>
                  <a:cubicBezTo>
                    <a:pt x="22384" y="15954"/>
                    <a:pt x="22059" y="15791"/>
                    <a:pt x="21937" y="15710"/>
                  </a:cubicBezTo>
                  <a:cubicBezTo>
                    <a:pt x="21652" y="15465"/>
                    <a:pt x="20960" y="14774"/>
                    <a:pt x="20349" y="14163"/>
                  </a:cubicBezTo>
                  <a:cubicBezTo>
                    <a:pt x="20094" y="13891"/>
                    <a:pt x="19853" y="13640"/>
                    <a:pt x="19659" y="13440"/>
                  </a:cubicBezTo>
                  <a:lnTo>
                    <a:pt x="19659" y="13440"/>
                  </a:lnTo>
                  <a:lnTo>
                    <a:pt x="22486" y="12920"/>
                  </a:lnTo>
                  <a:lnTo>
                    <a:pt x="22486" y="12920"/>
                  </a:lnTo>
                  <a:cubicBezTo>
                    <a:pt x="22662" y="13041"/>
                    <a:pt x="22985" y="13256"/>
                    <a:pt x="23361" y="13471"/>
                  </a:cubicBezTo>
                  <a:cubicBezTo>
                    <a:pt x="23646" y="13593"/>
                    <a:pt x="23971" y="13756"/>
                    <a:pt x="24256" y="13919"/>
                  </a:cubicBezTo>
                  <a:cubicBezTo>
                    <a:pt x="24541" y="14041"/>
                    <a:pt x="24826" y="14163"/>
                    <a:pt x="25070" y="14204"/>
                  </a:cubicBezTo>
                  <a:cubicBezTo>
                    <a:pt x="25274" y="14244"/>
                    <a:pt x="25436" y="14244"/>
                    <a:pt x="25599" y="14244"/>
                  </a:cubicBezTo>
                  <a:cubicBezTo>
                    <a:pt x="25843" y="14244"/>
                    <a:pt x="26047" y="14204"/>
                    <a:pt x="26210" y="14082"/>
                  </a:cubicBezTo>
                  <a:cubicBezTo>
                    <a:pt x="26372" y="14000"/>
                    <a:pt x="26535" y="13919"/>
                    <a:pt x="26739" y="13756"/>
                  </a:cubicBezTo>
                  <a:cubicBezTo>
                    <a:pt x="26820" y="13715"/>
                    <a:pt x="26902" y="13634"/>
                    <a:pt x="26942" y="13553"/>
                  </a:cubicBezTo>
                  <a:cubicBezTo>
                    <a:pt x="26983" y="13471"/>
                    <a:pt x="26983" y="13390"/>
                    <a:pt x="26983" y="13308"/>
                  </a:cubicBezTo>
                  <a:cubicBezTo>
                    <a:pt x="26983" y="13105"/>
                    <a:pt x="26942" y="12942"/>
                    <a:pt x="26820" y="12779"/>
                  </a:cubicBezTo>
                  <a:cubicBezTo>
                    <a:pt x="26657" y="12494"/>
                    <a:pt x="26413" y="12169"/>
                    <a:pt x="26088" y="11843"/>
                  </a:cubicBezTo>
                  <a:cubicBezTo>
                    <a:pt x="25599" y="11314"/>
                    <a:pt x="24989" y="10785"/>
                    <a:pt x="24460" y="10338"/>
                  </a:cubicBezTo>
                  <a:cubicBezTo>
                    <a:pt x="24175" y="10093"/>
                    <a:pt x="23890" y="9890"/>
                    <a:pt x="23646" y="9727"/>
                  </a:cubicBezTo>
                  <a:cubicBezTo>
                    <a:pt x="23402" y="9564"/>
                    <a:pt x="23198" y="9442"/>
                    <a:pt x="23035" y="9361"/>
                  </a:cubicBezTo>
                  <a:cubicBezTo>
                    <a:pt x="22750" y="9239"/>
                    <a:pt x="22343" y="9157"/>
                    <a:pt x="21896" y="9117"/>
                  </a:cubicBezTo>
                  <a:cubicBezTo>
                    <a:pt x="21202" y="9015"/>
                    <a:pt x="20376" y="8964"/>
                    <a:pt x="19719" y="8938"/>
                  </a:cubicBezTo>
                  <a:lnTo>
                    <a:pt x="19719" y="8938"/>
                  </a:lnTo>
                  <a:cubicBezTo>
                    <a:pt x="19893" y="8826"/>
                    <a:pt x="20079" y="8707"/>
                    <a:pt x="20268" y="8588"/>
                  </a:cubicBezTo>
                  <a:cubicBezTo>
                    <a:pt x="20675" y="8343"/>
                    <a:pt x="21082" y="8099"/>
                    <a:pt x="21448" y="7896"/>
                  </a:cubicBezTo>
                  <a:cubicBezTo>
                    <a:pt x="21814" y="7692"/>
                    <a:pt x="22099" y="7529"/>
                    <a:pt x="22262" y="7489"/>
                  </a:cubicBezTo>
                  <a:cubicBezTo>
                    <a:pt x="22262" y="7489"/>
                    <a:pt x="22303" y="7448"/>
                    <a:pt x="22384" y="7448"/>
                  </a:cubicBezTo>
                  <a:cubicBezTo>
                    <a:pt x="22588" y="7448"/>
                    <a:pt x="22995" y="7611"/>
                    <a:pt x="23361" y="7774"/>
                  </a:cubicBezTo>
                  <a:cubicBezTo>
                    <a:pt x="23564" y="7855"/>
                    <a:pt x="23727" y="7977"/>
                    <a:pt x="23931" y="8018"/>
                  </a:cubicBezTo>
                  <a:cubicBezTo>
                    <a:pt x="24093" y="8099"/>
                    <a:pt x="24297" y="8140"/>
                    <a:pt x="24460" y="8181"/>
                  </a:cubicBezTo>
                  <a:cubicBezTo>
                    <a:pt x="24489" y="8175"/>
                    <a:pt x="24520" y="8172"/>
                    <a:pt x="24554" y="8172"/>
                  </a:cubicBezTo>
                  <a:cubicBezTo>
                    <a:pt x="24758" y="8172"/>
                    <a:pt x="25047" y="8262"/>
                    <a:pt x="25396" y="8262"/>
                  </a:cubicBezTo>
                  <a:cubicBezTo>
                    <a:pt x="25599" y="8262"/>
                    <a:pt x="25803" y="8221"/>
                    <a:pt x="26047" y="8140"/>
                  </a:cubicBezTo>
                  <a:cubicBezTo>
                    <a:pt x="26250" y="8018"/>
                    <a:pt x="26454" y="7855"/>
                    <a:pt x="26617" y="7611"/>
                  </a:cubicBezTo>
                  <a:cubicBezTo>
                    <a:pt x="26657" y="7529"/>
                    <a:pt x="26698" y="7407"/>
                    <a:pt x="26698" y="7285"/>
                  </a:cubicBezTo>
                  <a:cubicBezTo>
                    <a:pt x="26698" y="7041"/>
                    <a:pt x="26617" y="6838"/>
                    <a:pt x="26495" y="6634"/>
                  </a:cubicBezTo>
                  <a:cubicBezTo>
                    <a:pt x="26250" y="6268"/>
                    <a:pt x="25925" y="5902"/>
                    <a:pt x="25518" y="5495"/>
                  </a:cubicBezTo>
                  <a:cubicBezTo>
                    <a:pt x="24370" y="4347"/>
                    <a:pt x="22792" y="3128"/>
                    <a:pt x="22606" y="2985"/>
                  </a:cubicBezTo>
                  <a:lnTo>
                    <a:pt x="22606" y="2985"/>
                  </a:lnTo>
                  <a:cubicBezTo>
                    <a:pt x="22489" y="2847"/>
                    <a:pt x="21931" y="2197"/>
                    <a:pt x="21245" y="1547"/>
                  </a:cubicBezTo>
                  <a:cubicBezTo>
                    <a:pt x="20838" y="1140"/>
                    <a:pt x="20390" y="774"/>
                    <a:pt x="19942" y="489"/>
                  </a:cubicBezTo>
                  <a:cubicBezTo>
                    <a:pt x="19495" y="204"/>
                    <a:pt x="19047" y="0"/>
                    <a:pt x="18599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4" name="Google Shape;1868;p35"/>
            <p:cNvSpPr/>
            <p:nvPr/>
          </p:nvSpPr>
          <p:spPr>
            <a:xfrm>
              <a:off x="3294360" y="4280760"/>
              <a:ext cx="169920" cy="81000"/>
            </a:xfrm>
            <a:custGeom>
              <a:avLst/>
              <a:gdLst>
                <a:gd name="textAreaLeft" fmla="*/ 0 w 169920"/>
                <a:gd name="textAreaRight" fmla="*/ 170280 w 169920"/>
                <a:gd name="textAreaTop" fmla="*/ 0 h 81000"/>
                <a:gd name="textAreaBottom" fmla="*/ 81360 h 81000"/>
              </a:gdLst>
              <a:ahLst/>
              <a:rect l="textAreaLeft" t="textAreaTop" r="textAreaRight" b="textAreaBottom"/>
              <a:pathLst>
                <a:path w="8507" h="4071">
                  <a:moveTo>
                    <a:pt x="6756" y="1"/>
                  </a:moveTo>
                  <a:cubicBezTo>
                    <a:pt x="6512" y="1"/>
                    <a:pt x="6268" y="41"/>
                    <a:pt x="6024" y="123"/>
                  </a:cubicBezTo>
                  <a:cubicBezTo>
                    <a:pt x="5617" y="367"/>
                    <a:pt x="4152" y="1181"/>
                    <a:pt x="2809" y="1954"/>
                  </a:cubicBezTo>
                  <a:cubicBezTo>
                    <a:pt x="1466" y="2727"/>
                    <a:pt x="204" y="3419"/>
                    <a:pt x="204" y="3419"/>
                  </a:cubicBezTo>
                  <a:cubicBezTo>
                    <a:pt x="41" y="3541"/>
                    <a:pt x="1" y="3745"/>
                    <a:pt x="82" y="3908"/>
                  </a:cubicBezTo>
                  <a:cubicBezTo>
                    <a:pt x="164" y="4016"/>
                    <a:pt x="281" y="4070"/>
                    <a:pt x="399" y="4070"/>
                  </a:cubicBezTo>
                  <a:cubicBezTo>
                    <a:pt x="457" y="4070"/>
                    <a:pt x="516" y="4057"/>
                    <a:pt x="571" y="4030"/>
                  </a:cubicBezTo>
                  <a:cubicBezTo>
                    <a:pt x="571" y="4030"/>
                    <a:pt x="855" y="3826"/>
                    <a:pt x="1344" y="3582"/>
                  </a:cubicBezTo>
                  <a:cubicBezTo>
                    <a:pt x="2076" y="3134"/>
                    <a:pt x="3175" y="2524"/>
                    <a:pt x="4152" y="1954"/>
                  </a:cubicBezTo>
                  <a:cubicBezTo>
                    <a:pt x="5169" y="1384"/>
                    <a:pt x="6024" y="896"/>
                    <a:pt x="6309" y="733"/>
                  </a:cubicBezTo>
                  <a:cubicBezTo>
                    <a:pt x="6431" y="693"/>
                    <a:pt x="6594" y="652"/>
                    <a:pt x="6756" y="652"/>
                  </a:cubicBezTo>
                  <a:cubicBezTo>
                    <a:pt x="7041" y="652"/>
                    <a:pt x="7326" y="733"/>
                    <a:pt x="7570" y="815"/>
                  </a:cubicBezTo>
                  <a:cubicBezTo>
                    <a:pt x="7693" y="855"/>
                    <a:pt x="7815" y="937"/>
                    <a:pt x="7855" y="937"/>
                  </a:cubicBezTo>
                  <a:lnTo>
                    <a:pt x="7937" y="977"/>
                  </a:lnTo>
                  <a:lnTo>
                    <a:pt x="7977" y="1018"/>
                  </a:lnTo>
                  <a:cubicBezTo>
                    <a:pt x="8021" y="1040"/>
                    <a:pt x="8068" y="1050"/>
                    <a:pt x="8114" y="1050"/>
                  </a:cubicBezTo>
                  <a:cubicBezTo>
                    <a:pt x="8240" y="1050"/>
                    <a:pt x="8365" y="974"/>
                    <a:pt x="8425" y="855"/>
                  </a:cubicBezTo>
                  <a:cubicBezTo>
                    <a:pt x="8506" y="693"/>
                    <a:pt x="8466" y="489"/>
                    <a:pt x="8303" y="408"/>
                  </a:cubicBezTo>
                  <a:cubicBezTo>
                    <a:pt x="8262" y="408"/>
                    <a:pt x="7570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5" name="Google Shape;1869;p35"/>
            <p:cNvSpPr/>
            <p:nvPr/>
          </p:nvSpPr>
          <p:spPr>
            <a:xfrm>
              <a:off x="3213000" y="4285440"/>
              <a:ext cx="62280" cy="442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44280"/>
                <a:gd name="textAreaBottom" fmla="*/ 44640 h 44280"/>
              </a:gdLst>
              <a:ahLst/>
              <a:rect l="textAreaLeft" t="textAreaTop" r="textAreaRight" b="textAreaBottom"/>
              <a:pathLst>
                <a:path w="3134" h="2240">
                  <a:moveTo>
                    <a:pt x="2736" y="1"/>
                  </a:moveTo>
                  <a:cubicBezTo>
                    <a:pt x="2677" y="1"/>
                    <a:pt x="2618" y="14"/>
                    <a:pt x="2564" y="42"/>
                  </a:cubicBezTo>
                  <a:lnTo>
                    <a:pt x="204" y="1629"/>
                  </a:lnTo>
                  <a:cubicBezTo>
                    <a:pt x="41" y="1710"/>
                    <a:pt x="0" y="1954"/>
                    <a:pt x="122" y="2076"/>
                  </a:cubicBezTo>
                  <a:cubicBezTo>
                    <a:pt x="176" y="2185"/>
                    <a:pt x="285" y="2239"/>
                    <a:pt x="399" y="2239"/>
                  </a:cubicBezTo>
                  <a:cubicBezTo>
                    <a:pt x="457" y="2239"/>
                    <a:pt x="516" y="2226"/>
                    <a:pt x="570" y="2199"/>
                  </a:cubicBezTo>
                  <a:lnTo>
                    <a:pt x="2930" y="611"/>
                  </a:lnTo>
                  <a:cubicBezTo>
                    <a:pt x="3093" y="530"/>
                    <a:pt x="3134" y="286"/>
                    <a:pt x="3052" y="164"/>
                  </a:cubicBezTo>
                  <a:cubicBezTo>
                    <a:pt x="2971" y="55"/>
                    <a:pt x="2853" y="1"/>
                    <a:pt x="27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2320" bIns="22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6" name="Google Shape;1870;p35"/>
            <p:cNvSpPr/>
            <p:nvPr/>
          </p:nvSpPr>
          <p:spPr>
            <a:xfrm>
              <a:off x="2433240" y="4226400"/>
              <a:ext cx="472320" cy="285840"/>
            </a:xfrm>
            <a:custGeom>
              <a:avLst/>
              <a:gdLst>
                <a:gd name="textAreaLeft" fmla="*/ 0 w 472320"/>
                <a:gd name="textAreaRight" fmla="*/ 472680 w 472320"/>
                <a:gd name="textAreaTop" fmla="*/ 0 h 285840"/>
                <a:gd name="textAreaBottom" fmla="*/ 286200 h 285840"/>
              </a:gdLst>
              <a:ahLst/>
              <a:rect l="textAreaLeft" t="textAreaTop" r="textAreaRight" b="textAreaBottom"/>
              <a:pathLst>
                <a:path w="23625" h="14310">
                  <a:moveTo>
                    <a:pt x="14225" y="1"/>
                  </a:moveTo>
                  <a:cubicBezTo>
                    <a:pt x="14163" y="1"/>
                    <a:pt x="14101" y="8"/>
                    <a:pt x="14041" y="25"/>
                  </a:cubicBezTo>
                  <a:cubicBezTo>
                    <a:pt x="12983" y="269"/>
                    <a:pt x="12209" y="1042"/>
                    <a:pt x="12209" y="1042"/>
                  </a:cubicBezTo>
                  <a:cubicBezTo>
                    <a:pt x="12209" y="1042"/>
                    <a:pt x="11762" y="795"/>
                    <a:pt x="11144" y="795"/>
                  </a:cubicBezTo>
                  <a:cubicBezTo>
                    <a:pt x="10757" y="795"/>
                    <a:pt x="10303" y="892"/>
                    <a:pt x="9849" y="1205"/>
                  </a:cubicBezTo>
                  <a:cubicBezTo>
                    <a:pt x="8669" y="1978"/>
                    <a:pt x="7489" y="2222"/>
                    <a:pt x="6186" y="3280"/>
                  </a:cubicBezTo>
                  <a:cubicBezTo>
                    <a:pt x="4884" y="4339"/>
                    <a:pt x="1058" y="6821"/>
                    <a:pt x="529" y="7757"/>
                  </a:cubicBezTo>
                  <a:cubicBezTo>
                    <a:pt x="0" y="8652"/>
                    <a:pt x="7244" y="14309"/>
                    <a:pt x="7244" y="14309"/>
                  </a:cubicBezTo>
                  <a:cubicBezTo>
                    <a:pt x="7244" y="14309"/>
                    <a:pt x="15872" y="14187"/>
                    <a:pt x="17215" y="13373"/>
                  </a:cubicBezTo>
                  <a:cubicBezTo>
                    <a:pt x="18517" y="12600"/>
                    <a:pt x="21651" y="10362"/>
                    <a:pt x="21814" y="9466"/>
                  </a:cubicBezTo>
                  <a:cubicBezTo>
                    <a:pt x="21903" y="8786"/>
                    <a:pt x="21497" y="8320"/>
                    <a:pt x="20768" y="8320"/>
                  </a:cubicBezTo>
                  <a:cubicBezTo>
                    <a:pt x="20494" y="8320"/>
                    <a:pt x="20175" y="8386"/>
                    <a:pt x="19820" y="8530"/>
                  </a:cubicBezTo>
                  <a:cubicBezTo>
                    <a:pt x="18517" y="9059"/>
                    <a:pt x="15099" y="10362"/>
                    <a:pt x="14570" y="10362"/>
                  </a:cubicBezTo>
                  <a:cubicBezTo>
                    <a:pt x="14041" y="10362"/>
                    <a:pt x="11802" y="9589"/>
                    <a:pt x="11802" y="9589"/>
                  </a:cubicBezTo>
                  <a:cubicBezTo>
                    <a:pt x="11802" y="9589"/>
                    <a:pt x="15628" y="6170"/>
                    <a:pt x="17215" y="5275"/>
                  </a:cubicBezTo>
                  <a:cubicBezTo>
                    <a:pt x="17887" y="4868"/>
                    <a:pt x="18589" y="4715"/>
                    <a:pt x="19245" y="4715"/>
                  </a:cubicBezTo>
                  <a:cubicBezTo>
                    <a:pt x="20100" y="4715"/>
                    <a:pt x="20877" y="4975"/>
                    <a:pt x="21407" y="5275"/>
                  </a:cubicBezTo>
                  <a:cubicBezTo>
                    <a:pt x="21515" y="5334"/>
                    <a:pt x="21632" y="5361"/>
                    <a:pt x="21752" y="5361"/>
                  </a:cubicBezTo>
                  <a:cubicBezTo>
                    <a:pt x="22618" y="5361"/>
                    <a:pt x="23624" y="3945"/>
                    <a:pt x="22587" y="3158"/>
                  </a:cubicBezTo>
                  <a:cubicBezTo>
                    <a:pt x="21503" y="2298"/>
                    <a:pt x="19971" y="1679"/>
                    <a:pt x="18719" y="1679"/>
                  </a:cubicBezTo>
                  <a:cubicBezTo>
                    <a:pt x="18609" y="1679"/>
                    <a:pt x="18501" y="1683"/>
                    <a:pt x="18395" y="1693"/>
                  </a:cubicBezTo>
                  <a:cubicBezTo>
                    <a:pt x="17052" y="1856"/>
                    <a:pt x="16564" y="2100"/>
                    <a:pt x="16564" y="2100"/>
                  </a:cubicBezTo>
                  <a:cubicBezTo>
                    <a:pt x="16564" y="2100"/>
                    <a:pt x="15261" y="1"/>
                    <a:pt x="14225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7" name="Google Shape;1871;p35"/>
            <p:cNvSpPr/>
            <p:nvPr/>
          </p:nvSpPr>
          <p:spPr>
            <a:xfrm>
              <a:off x="2436480" y="4219560"/>
              <a:ext cx="463680" cy="299160"/>
            </a:xfrm>
            <a:custGeom>
              <a:avLst/>
              <a:gdLst>
                <a:gd name="textAreaLeft" fmla="*/ 0 w 463680"/>
                <a:gd name="textAreaRight" fmla="*/ 464040 w 463680"/>
                <a:gd name="textAreaTop" fmla="*/ 0 h 299160"/>
                <a:gd name="textAreaBottom" fmla="*/ 299520 h 299160"/>
              </a:gdLst>
              <a:ahLst/>
              <a:rect l="textAreaLeft" t="textAreaTop" r="textAreaRight" b="textAreaBottom"/>
              <a:pathLst>
                <a:path w="23198" h="14977">
                  <a:moveTo>
                    <a:pt x="14041" y="652"/>
                  </a:moveTo>
                  <a:cubicBezTo>
                    <a:pt x="14203" y="652"/>
                    <a:pt x="14407" y="733"/>
                    <a:pt x="14651" y="936"/>
                  </a:cubicBezTo>
                  <a:cubicBezTo>
                    <a:pt x="15017" y="1181"/>
                    <a:pt x="15384" y="1628"/>
                    <a:pt x="15628" y="1995"/>
                  </a:cubicBezTo>
                  <a:cubicBezTo>
                    <a:pt x="15791" y="2157"/>
                    <a:pt x="15913" y="2320"/>
                    <a:pt x="15953" y="2442"/>
                  </a:cubicBezTo>
                  <a:lnTo>
                    <a:pt x="16075" y="2564"/>
                  </a:lnTo>
                  <a:lnTo>
                    <a:pt x="16075" y="2605"/>
                  </a:lnTo>
                  <a:cubicBezTo>
                    <a:pt x="16165" y="2724"/>
                    <a:pt x="16276" y="2800"/>
                    <a:pt x="16393" y="2800"/>
                  </a:cubicBezTo>
                  <a:cubicBezTo>
                    <a:pt x="16436" y="2800"/>
                    <a:pt x="16479" y="2790"/>
                    <a:pt x="16523" y="2768"/>
                  </a:cubicBezTo>
                  <a:cubicBezTo>
                    <a:pt x="16564" y="2727"/>
                    <a:pt x="17052" y="2524"/>
                    <a:pt x="18232" y="2402"/>
                  </a:cubicBezTo>
                  <a:cubicBezTo>
                    <a:pt x="18354" y="2361"/>
                    <a:pt x="18477" y="2361"/>
                    <a:pt x="18558" y="2361"/>
                  </a:cubicBezTo>
                  <a:cubicBezTo>
                    <a:pt x="19697" y="2361"/>
                    <a:pt x="21203" y="2971"/>
                    <a:pt x="22221" y="3785"/>
                  </a:cubicBezTo>
                  <a:cubicBezTo>
                    <a:pt x="22465" y="3948"/>
                    <a:pt x="22506" y="4152"/>
                    <a:pt x="22506" y="4355"/>
                  </a:cubicBezTo>
                  <a:cubicBezTo>
                    <a:pt x="22546" y="4558"/>
                    <a:pt x="22424" y="4843"/>
                    <a:pt x="22221" y="5047"/>
                  </a:cubicBezTo>
                  <a:cubicBezTo>
                    <a:pt x="22017" y="5250"/>
                    <a:pt x="21773" y="5372"/>
                    <a:pt x="21610" y="5372"/>
                  </a:cubicBezTo>
                  <a:cubicBezTo>
                    <a:pt x="21529" y="5372"/>
                    <a:pt x="21488" y="5332"/>
                    <a:pt x="21407" y="5291"/>
                  </a:cubicBezTo>
                  <a:cubicBezTo>
                    <a:pt x="20837" y="4965"/>
                    <a:pt x="20023" y="4721"/>
                    <a:pt x="19087" y="4721"/>
                  </a:cubicBezTo>
                  <a:cubicBezTo>
                    <a:pt x="18395" y="4721"/>
                    <a:pt x="17622" y="4884"/>
                    <a:pt x="16849" y="5291"/>
                  </a:cubicBezTo>
                  <a:cubicBezTo>
                    <a:pt x="16035" y="5779"/>
                    <a:pt x="14692" y="6878"/>
                    <a:pt x="13552" y="7855"/>
                  </a:cubicBezTo>
                  <a:cubicBezTo>
                    <a:pt x="12372" y="8832"/>
                    <a:pt x="11436" y="9686"/>
                    <a:pt x="11436" y="9686"/>
                  </a:cubicBezTo>
                  <a:cubicBezTo>
                    <a:pt x="11355" y="9768"/>
                    <a:pt x="11314" y="9890"/>
                    <a:pt x="11314" y="10012"/>
                  </a:cubicBezTo>
                  <a:cubicBezTo>
                    <a:pt x="11355" y="10093"/>
                    <a:pt x="11436" y="10215"/>
                    <a:pt x="11558" y="10256"/>
                  </a:cubicBezTo>
                  <a:cubicBezTo>
                    <a:pt x="11558" y="10256"/>
                    <a:pt x="12087" y="10460"/>
                    <a:pt x="12738" y="10663"/>
                  </a:cubicBezTo>
                  <a:cubicBezTo>
                    <a:pt x="13064" y="10744"/>
                    <a:pt x="13389" y="10826"/>
                    <a:pt x="13674" y="10907"/>
                  </a:cubicBezTo>
                  <a:cubicBezTo>
                    <a:pt x="13959" y="10989"/>
                    <a:pt x="14203" y="11070"/>
                    <a:pt x="14407" y="11070"/>
                  </a:cubicBezTo>
                  <a:cubicBezTo>
                    <a:pt x="14529" y="11070"/>
                    <a:pt x="14651" y="11029"/>
                    <a:pt x="14814" y="10989"/>
                  </a:cubicBezTo>
                  <a:cubicBezTo>
                    <a:pt x="15343" y="10867"/>
                    <a:pt x="16320" y="10500"/>
                    <a:pt x="17256" y="10175"/>
                  </a:cubicBezTo>
                  <a:cubicBezTo>
                    <a:pt x="18232" y="9808"/>
                    <a:pt x="19209" y="9442"/>
                    <a:pt x="19779" y="9198"/>
                  </a:cubicBezTo>
                  <a:cubicBezTo>
                    <a:pt x="20104" y="9076"/>
                    <a:pt x="20389" y="8994"/>
                    <a:pt x="20593" y="8994"/>
                  </a:cubicBezTo>
                  <a:cubicBezTo>
                    <a:pt x="20878" y="8994"/>
                    <a:pt x="21040" y="9076"/>
                    <a:pt x="21163" y="9157"/>
                  </a:cubicBezTo>
                  <a:cubicBezTo>
                    <a:pt x="21244" y="9279"/>
                    <a:pt x="21285" y="9401"/>
                    <a:pt x="21325" y="9605"/>
                  </a:cubicBezTo>
                  <a:lnTo>
                    <a:pt x="21285" y="9768"/>
                  </a:lnTo>
                  <a:cubicBezTo>
                    <a:pt x="21285" y="9768"/>
                    <a:pt x="21244" y="9890"/>
                    <a:pt x="21163" y="10012"/>
                  </a:cubicBezTo>
                  <a:cubicBezTo>
                    <a:pt x="20878" y="10460"/>
                    <a:pt x="20064" y="11192"/>
                    <a:pt x="19209" y="11843"/>
                  </a:cubicBezTo>
                  <a:cubicBezTo>
                    <a:pt x="18354" y="12494"/>
                    <a:pt x="17418" y="13105"/>
                    <a:pt x="16849" y="13430"/>
                  </a:cubicBezTo>
                  <a:cubicBezTo>
                    <a:pt x="16767" y="13512"/>
                    <a:pt x="16523" y="13593"/>
                    <a:pt x="16157" y="13675"/>
                  </a:cubicBezTo>
                  <a:cubicBezTo>
                    <a:pt x="14936" y="13919"/>
                    <a:pt x="12657" y="14082"/>
                    <a:pt x="10663" y="14204"/>
                  </a:cubicBezTo>
                  <a:cubicBezTo>
                    <a:pt x="9686" y="14244"/>
                    <a:pt x="8791" y="14285"/>
                    <a:pt x="8139" y="14285"/>
                  </a:cubicBezTo>
                  <a:cubicBezTo>
                    <a:pt x="7739" y="14310"/>
                    <a:pt x="7416" y="14320"/>
                    <a:pt x="7226" y="14323"/>
                  </a:cubicBezTo>
                  <a:lnTo>
                    <a:pt x="7226" y="14323"/>
                  </a:lnTo>
                  <a:cubicBezTo>
                    <a:pt x="7086" y="14220"/>
                    <a:pt x="6707" y="13937"/>
                    <a:pt x="6227" y="13553"/>
                  </a:cubicBezTo>
                  <a:cubicBezTo>
                    <a:pt x="5291" y="12779"/>
                    <a:pt x="3866" y="11599"/>
                    <a:pt x="2686" y="10541"/>
                  </a:cubicBezTo>
                  <a:cubicBezTo>
                    <a:pt x="2116" y="9971"/>
                    <a:pt x="1587" y="9442"/>
                    <a:pt x="1221" y="9035"/>
                  </a:cubicBezTo>
                  <a:cubicBezTo>
                    <a:pt x="1017" y="8791"/>
                    <a:pt x="895" y="8628"/>
                    <a:pt x="814" y="8465"/>
                  </a:cubicBezTo>
                  <a:cubicBezTo>
                    <a:pt x="733" y="8384"/>
                    <a:pt x="733" y="8343"/>
                    <a:pt x="692" y="8262"/>
                  </a:cubicBezTo>
                  <a:lnTo>
                    <a:pt x="692" y="8221"/>
                  </a:lnTo>
                  <a:lnTo>
                    <a:pt x="674" y="8221"/>
                  </a:lnTo>
                  <a:cubicBezTo>
                    <a:pt x="784" y="8048"/>
                    <a:pt x="1093" y="7745"/>
                    <a:pt x="1506" y="7407"/>
                  </a:cubicBezTo>
                  <a:cubicBezTo>
                    <a:pt x="2157" y="6838"/>
                    <a:pt x="3093" y="6186"/>
                    <a:pt x="3988" y="5535"/>
                  </a:cubicBezTo>
                  <a:cubicBezTo>
                    <a:pt x="4884" y="4884"/>
                    <a:pt x="5698" y="4314"/>
                    <a:pt x="6227" y="3907"/>
                  </a:cubicBezTo>
                  <a:cubicBezTo>
                    <a:pt x="7488" y="2890"/>
                    <a:pt x="8628" y="2646"/>
                    <a:pt x="9889" y="1791"/>
                  </a:cubicBezTo>
                  <a:cubicBezTo>
                    <a:pt x="10256" y="1547"/>
                    <a:pt x="10622" y="1465"/>
                    <a:pt x="10948" y="1465"/>
                  </a:cubicBezTo>
                  <a:cubicBezTo>
                    <a:pt x="11232" y="1465"/>
                    <a:pt x="11477" y="1547"/>
                    <a:pt x="11639" y="1588"/>
                  </a:cubicBezTo>
                  <a:cubicBezTo>
                    <a:pt x="11721" y="1628"/>
                    <a:pt x="11802" y="1628"/>
                    <a:pt x="11843" y="1669"/>
                  </a:cubicBezTo>
                  <a:lnTo>
                    <a:pt x="11884" y="1669"/>
                  </a:lnTo>
                  <a:lnTo>
                    <a:pt x="11884" y="1710"/>
                  </a:lnTo>
                  <a:cubicBezTo>
                    <a:pt x="11928" y="1725"/>
                    <a:pt x="11978" y="1734"/>
                    <a:pt x="12030" y="1734"/>
                  </a:cubicBezTo>
                  <a:cubicBezTo>
                    <a:pt x="12119" y="1734"/>
                    <a:pt x="12213" y="1706"/>
                    <a:pt x="12291" y="1628"/>
                  </a:cubicBezTo>
                  <a:cubicBezTo>
                    <a:pt x="12372" y="1547"/>
                    <a:pt x="13105" y="896"/>
                    <a:pt x="13959" y="692"/>
                  </a:cubicBezTo>
                  <a:lnTo>
                    <a:pt x="14041" y="652"/>
                  </a:lnTo>
                  <a:close/>
                  <a:moveTo>
                    <a:pt x="13796" y="0"/>
                  </a:moveTo>
                  <a:cubicBezTo>
                    <a:pt x="12945" y="244"/>
                    <a:pt x="12275" y="760"/>
                    <a:pt x="11974" y="1005"/>
                  </a:cubicBezTo>
                  <a:lnTo>
                    <a:pt x="11974" y="1005"/>
                  </a:lnTo>
                  <a:cubicBezTo>
                    <a:pt x="11756" y="922"/>
                    <a:pt x="11398" y="814"/>
                    <a:pt x="10948" y="814"/>
                  </a:cubicBezTo>
                  <a:cubicBezTo>
                    <a:pt x="10500" y="814"/>
                    <a:pt x="10012" y="896"/>
                    <a:pt x="9482" y="1262"/>
                  </a:cubicBezTo>
                  <a:cubicBezTo>
                    <a:pt x="8384" y="1995"/>
                    <a:pt x="7163" y="2279"/>
                    <a:pt x="5820" y="3378"/>
                  </a:cubicBezTo>
                  <a:cubicBezTo>
                    <a:pt x="5169" y="3867"/>
                    <a:pt x="3866" y="4762"/>
                    <a:pt x="2686" y="5617"/>
                  </a:cubicBezTo>
                  <a:cubicBezTo>
                    <a:pt x="2116" y="6064"/>
                    <a:pt x="1547" y="6512"/>
                    <a:pt x="1058" y="6878"/>
                  </a:cubicBezTo>
                  <a:cubicBezTo>
                    <a:pt x="610" y="7285"/>
                    <a:pt x="244" y="7611"/>
                    <a:pt x="81" y="7936"/>
                  </a:cubicBezTo>
                  <a:cubicBezTo>
                    <a:pt x="41" y="8018"/>
                    <a:pt x="0" y="8099"/>
                    <a:pt x="0" y="8221"/>
                  </a:cubicBezTo>
                  <a:cubicBezTo>
                    <a:pt x="0" y="8343"/>
                    <a:pt x="41" y="8506"/>
                    <a:pt x="122" y="8628"/>
                  </a:cubicBezTo>
                  <a:cubicBezTo>
                    <a:pt x="326" y="9076"/>
                    <a:pt x="855" y="9686"/>
                    <a:pt x="1547" y="10337"/>
                  </a:cubicBezTo>
                  <a:cubicBezTo>
                    <a:pt x="3541" y="12332"/>
                    <a:pt x="6837" y="14896"/>
                    <a:pt x="6837" y="14936"/>
                  </a:cubicBezTo>
                  <a:cubicBezTo>
                    <a:pt x="6919" y="14977"/>
                    <a:pt x="7000" y="14977"/>
                    <a:pt x="7081" y="14977"/>
                  </a:cubicBezTo>
                  <a:cubicBezTo>
                    <a:pt x="7081" y="14977"/>
                    <a:pt x="9238" y="14977"/>
                    <a:pt x="11558" y="14814"/>
                  </a:cubicBezTo>
                  <a:cubicBezTo>
                    <a:pt x="12738" y="14773"/>
                    <a:pt x="13959" y="14651"/>
                    <a:pt x="14977" y="14529"/>
                  </a:cubicBezTo>
                  <a:cubicBezTo>
                    <a:pt x="15465" y="14489"/>
                    <a:pt x="15913" y="14407"/>
                    <a:pt x="16320" y="14326"/>
                  </a:cubicBezTo>
                  <a:cubicBezTo>
                    <a:pt x="16686" y="14244"/>
                    <a:pt x="16971" y="14163"/>
                    <a:pt x="17215" y="14041"/>
                  </a:cubicBezTo>
                  <a:cubicBezTo>
                    <a:pt x="17866" y="13634"/>
                    <a:pt x="19006" y="12861"/>
                    <a:pt x="19982" y="12087"/>
                  </a:cubicBezTo>
                  <a:cubicBezTo>
                    <a:pt x="20471" y="11680"/>
                    <a:pt x="20918" y="11274"/>
                    <a:pt x="21285" y="10907"/>
                  </a:cubicBezTo>
                  <a:cubicBezTo>
                    <a:pt x="21447" y="10744"/>
                    <a:pt x="21610" y="10541"/>
                    <a:pt x="21732" y="10378"/>
                  </a:cubicBezTo>
                  <a:cubicBezTo>
                    <a:pt x="21854" y="10215"/>
                    <a:pt x="21936" y="10053"/>
                    <a:pt x="21976" y="9849"/>
                  </a:cubicBezTo>
                  <a:cubicBezTo>
                    <a:pt x="21976" y="9768"/>
                    <a:pt x="21976" y="9686"/>
                    <a:pt x="21976" y="9605"/>
                  </a:cubicBezTo>
                  <a:cubicBezTo>
                    <a:pt x="21976" y="9239"/>
                    <a:pt x="21854" y="8913"/>
                    <a:pt x="21610" y="8669"/>
                  </a:cubicBezTo>
                  <a:cubicBezTo>
                    <a:pt x="21366" y="8425"/>
                    <a:pt x="21000" y="8343"/>
                    <a:pt x="20593" y="8343"/>
                  </a:cubicBezTo>
                  <a:cubicBezTo>
                    <a:pt x="20267" y="8343"/>
                    <a:pt x="19942" y="8425"/>
                    <a:pt x="19535" y="8547"/>
                  </a:cubicBezTo>
                  <a:cubicBezTo>
                    <a:pt x="18883" y="8832"/>
                    <a:pt x="17703" y="9279"/>
                    <a:pt x="16645" y="9686"/>
                  </a:cubicBezTo>
                  <a:cubicBezTo>
                    <a:pt x="16075" y="9890"/>
                    <a:pt x="15587" y="10053"/>
                    <a:pt x="15180" y="10175"/>
                  </a:cubicBezTo>
                  <a:cubicBezTo>
                    <a:pt x="14977" y="10256"/>
                    <a:pt x="14773" y="10297"/>
                    <a:pt x="14651" y="10337"/>
                  </a:cubicBezTo>
                  <a:cubicBezTo>
                    <a:pt x="14529" y="10378"/>
                    <a:pt x="14407" y="10378"/>
                    <a:pt x="14407" y="10378"/>
                  </a:cubicBezTo>
                  <a:cubicBezTo>
                    <a:pt x="14366" y="10378"/>
                    <a:pt x="14122" y="10337"/>
                    <a:pt x="13837" y="10256"/>
                  </a:cubicBezTo>
                  <a:cubicBezTo>
                    <a:pt x="13430" y="10175"/>
                    <a:pt x="12901" y="10012"/>
                    <a:pt x="12494" y="9849"/>
                  </a:cubicBezTo>
                  <a:cubicBezTo>
                    <a:pt x="12435" y="9831"/>
                    <a:pt x="12378" y="9814"/>
                    <a:pt x="12323" y="9796"/>
                  </a:cubicBezTo>
                  <a:lnTo>
                    <a:pt x="12323" y="9796"/>
                  </a:lnTo>
                  <a:cubicBezTo>
                    <a:pt x="12376" y="9750"/>
                    <a:pt x="12434" y="9699"/>
                    <a:pt x="12494" y="9646"/>
                  </a:cubicBezTo>
                  <a:cubicBezTo>
                    <a:pt x="13064" y="9117"/>
                    <a:pt x="13959" y="8384"/>
                    <a:pt x="14854" y="7651"/>
                  </a:cubicBezTo>
                  <a:cubicBezTo>
                    <a:pt x="15750" y="6919"/>
                    <a:pt x="16645" y="6227"/>
                    <a:pt x="17215" y="5901"/>
                  </a:cubicBezTo>
                  <a:cubicBezTo>
                    <a:pt x="17825" y="5535"/>
                    <a:pt x="18477" y="5372"/>
                    <a:pt x="19087" y="5372"/>
                  </a:cubicBezTo>
                  <a:cubicBezTo>
                    <a:pt x="19860" y="5372"/>
                    <a:pt x="20593" y="5617"/>
                    <a:pt x="21081" y="5901"/>
                  </a:cubicBezTo>
                  <a:cubicBezTo>
                    <a:pt x="21244" y="5983"/>
                    <a:pt x="21447" y="6024"/>
                    <a:pt x="21610" y="6024"/>
                  </a:cubicBezTo>
                  <a:cubicBezTo>
                    <a:pt x="22058" y="6024"/>
                    <a:pt x="22424" y="5820"/>
                    <a:pt x="22709" y="5495"/>
                  </a:cubicBezTo>
                  <a:cubicBezTo>
                    <a:pt x="22994" y="5210"/>
                    <a:pt x="23197" y="4803"/>
                    <a:pt x="23197" y="4355"/>
                  </a:cubicBezTo>
                  <a:cubicBezTo>
                    <a:pt x="23197" y="3948"/>
                    <a:pt x="23035" y="3541"/>
                    <a:pt x="22628" y="3215"/>
                  </a:cubicBezTo>
                  <a:cubicBezTo>
                    <a:pt x="21488" y="2361"/>
                    <a:pt x="19942" y="1710"/>
                    <a:pt x="18558" y="1710"/>
                  </a:cubicBezTo>
                  <a:lnTo>
                    <a:pt x="18192" y="1710"/>
                  </a:lnTo>
                  <a:cubicBezTo>
                    <a:pt x="17337" y="1787"/>
                    <a:pt x="16796" y="1931"/>
                    <a:pt x="16504" y="2036"/>
                  </a:cubicBezTo>
                  <a:lnTo>
                    <a:pt x="16504" y="2036"/>
                  </a:lnTo>
                  <a:cubicBezTo>
                    <a:pt x="16359" y="1821"/>
                    <a:pt x="16137" y="1493"/>
                    <a:pt x="15872" y="1181"/>
                  </a:cubicBezTo>
                  <a:cubicBezTo>
                    <a:pt x="15628" y="896"/>
                    <a:pt x="15343" y="611"/>
                    <a:pt x="15058" y="367"/>
                  </a:cubicBezTo>
                  <a:cubicBezTo>
                    <a:pt x="14773" y="163"/>
                    <a:pt x="14448" y="0"/>
                    <a:pt x="14041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8" name="Google Shape;1872;p35"/>
            <p:cNvSpPr/>
            <p:nvPr/>
          </p:nvSpPr>
          <p:spPr>
            <a:xfrm>
              <a:off x="2683080" y="4262040"/>
              <a:ext cx="88560" cy="55080"/>
            </a:xfrm>
            <a:custGeom>
              <a:avLst/>
              <a:gdLst>
                <a:gd name="textAreaLeft" fmla="*/ 0 w 88560"/>
                <a:gd name="textAreaRight" fmla="*/ 88920 w 88560"/>
                <a:gd name="textAreaTop" fmla="*/ 0 h 55080"/>
                <a:gd name="textAreaBottom" fmla="*/ 55440 h 55080"/>
              </a:gdLst>
              <a:ahLst/>
              <a:rect l="textAreaLeft" t="textAreaTop" r="textAreaRight" b="textAreaBottom"/>
              <a:pathLst>
                <a:path w="4437" h="2769">
                  <a:moveTo>
                    <a:pt x="4038" y="1"/>
                  </a:moveTo>
                  <a:cubicBezTo>
                    <a:pt x="3980" y="1"/>
                    <a:pt x="3921" y="14"/>
                    <a:pt x="3866" y="41"/>
                  </a:cubicBezTo>
                  <a:lnTo>
                    <a:pt x="204" y="2158"/>
                  </a:lnTo>
                  <a:cubicBezTo>
                    <a:pt x="41" y="2239"/>
                    <a:pt x="0" y="2442"/>
                    <a:pt x="82" y="2605"/>
                  </a:cubicBezTo>
                  <a:cubicBezTo>
                    <a:pt x="136" y="2714"/>
                    <a:pt x="244" y="2768"/>
                    <a:pt x="359" y="2768"/>
                  </a:cubicBezTo>
                  <a:cubicBezTo>
                    <a:pt x="416" y="2768"/>
                    <a:pt x="475" y="2754"/>
                    <a:pt x="529" y="2727"/>
                  </a:cubicBezTo>
                  <a:lnTo>
                    <a:pt x="4233" y="611"/>
                  </a:lnTo>
                  <a:cubicBezTo>
                    <a:pt x="4396" y="530"/>
                    <a:pt x="4436" y="326"/>
                    <a:pt x="4355" y="163"/>
                  </a:cubicBezTo>
                  <a:cubicBezTo>
                    <a:pt x="4273" y="55"/>
                    <a:pt x="4156" y="1"/>
                    <a:pt x="4038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720" bIns="27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69" name="Google Shape;1873;p35"/>
            <p:cNvSpPr/>
            <p:nvPr/>
          </p:nvSpPr>
          <p:spPr>
            <a:xfrm>
              <a:off x="2617200" y="4240800"/>
              <a:ext cx="68040" cy="49680"/>
            </a:xfrm>
            <a:custGeom>
              <a:avLst/>
              <a:gdLst>
                <a:gd name="textAreaLeft" fmla="*/ 0 w 68040"/>
                <a:gd name="textAreaRight" fmla="*/ 68400 w 68040"/>
                <a:gd name="textAreaTop" fmla="*/ 0 h 49680"/>
                <a:gd name="textAreaBottom" fmla="*/ 50040 h 49680"/>
              </a:gdLst>
              <a:ahLst/>
              <a:rect l="textAreaLeft" t="textAreaTop" r="textAreaRight" b="textAreaBottom"/>
              <a:pathLst>
                <a:path w="3420" h="2504">
                  <a:moveTo>
                    <a:pt x="3013" y="1"/>
                  </a:moveTo>
                  <a:cubicBezTo>
                    <a:pt x="2944" y="1"/>
                    <a:pt x="2873" y="24"/>
                    <a:pt x="2809" y="72"/>
                  </a:cubicBezTo>
                  <a:lnTo>
                    <a:pt x="204" y="1903"/>
                  </a:lnTo>
                  <a:cubicBezTo>
                    <a:pt x="41" y="1985"/>
                    <a:pt x="1" y="2188"/>
                    <a:pt x="123" y="2351"/>
                  </a:cubicBezTo>
                  <a:cubicBezTo>
                    <a:pt x="172" y="2450"/>
                    <a:pt x="281" y="2503"/>
                    <a:pt x="387" y="2503"/>
                  </a:cubicBezTo>
                  <a:cubicBezTo>
                    <a:pt x="455" y="2503"/>
                    <a:pt x="522" y="2481"/>
                    <a:pt x="571" y="2432"/>
                  </a:cubicBezTo>
                  <a:lnTo>
                    <a:pt x="3216" y="601"/>
                  </a:lnTo>
                  <a:cubicBezTo>
                    <a:pt x="3379" y="520"/>
                    <a:pt x="3419" y="275"/>
                    <a:pt x="3297" y="153"/>
                  </a:cubicBezTo>
                  <a:cubicBezTo>
                    <a:pt x="3223" y="55"/>
                    <a:pt x="3120" y="1"/>
                    <a:pt x="301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4840" bIns="248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0" name="Google Shape;1874;p35"/>
            <p:cNvSpPr/>
            <p:nvPr/>
          </p:nvSpPr>
          <p:spPr>
            <a:xfrm>
              <a:off x="1955520" y="3381120"/>
              <a:ext cx="1215000" cy="1643040"/>
            </a:xfrm>
            <a:custGeom>
              <a:avLst/>
              <a:gdLst>
                <a:gd name="textAreaLeft" fmla="*/ 0 w 1215000"/>
                <a:gd name="textAreaRight" fmla="*/ 1215360 w 1215000"/>
                <a:gd name="textAreaTop" fmla="*/ 0 h 1643040"/>
                <a:gd name="textAreaBottom" fmla="*/ 1643400 h 1643040"/>
              </a:gdLst>
              <a:ahLst/>
              <a:rect l="textAreaLeft" t="textAreaTop" r="textAreaRight" b="textAreaBottom"/>
              <a:pathLst>
                <a:path w="60761" h="82176">
                  <a:moveTo>
                    <a:pt x="12494" y="0"/>
                  </a:moveTo>
                  <a:lnTo>
                    <a:pt x="6064" y="11680"/>
                  </a:lnTo>
                  <a:cubicBezTo>
                    <a:pt x="6064" y="11680"/>
                    <a:pt x="2360" y="16686"/>
                    <a:pt x="1180" y="20593"/>
                  </a:cubicBezTo>
                  <a:cubicBezTo>
                    <a:pt x="0" y="24541"/>
                    <a:pt x="1465" y="30198"/>
                    <a:pt x="1831" y="31500"/>
                  </a:cubicBezTo>
                  <a:cubicBezTo>
                    <a:pt x="2238" y="32802"/>
                    <a:pt x="23238" y="74151"/>
                    <a:pt x="25476" y="78220"/>
                  </a:cubicBezTo>
                  <a:cubicBezTo>
                    <a:pt x="27137" y="81239"/>
                    <a:pt x="28931" y="82175"/>
                    <a:pt x="30495" y="82175"/>
                  </a:cubicBezTo>
                  <a:cubicBezTo>
                    <a:pt x="31039" y="82175"/>
                    <a:pt x="31556" y="82062"/>
                    <a:pt x="32029" y="81883"/>
                  </a:cubicBezTo>
                  <a:cubicBezTo>
                    <a:pt x="33860" y="81232"/>
                    <a:pt x="54982" y="66133"/>
                    <a:pt x="55796" y="65360"/>
                  </a:cubicBezTo>
                  <a:cubicBezTo>
                    <a:pt x="56569" y="64587"/>
                    <a:pt x="60110" y="61575"/>
                    <a:pt x="60110" y="61575"/>
                  </a:cubicBezTo>
                  <a:cubicBezTo>
                    <a:pt x="60110" y="61575"/>
                    <a:pt x="60761" y="57343"/>
                    <a:pt x="57871" y="55145"/>
                  </a:cubicBezTo>
                  <a:cubicBezTo>
                    <a:pt x="56465" y="54056"/>
                    <a:pt x="55406" y="53776"/>
                    <a:pt x="54689" y="53776"/>
                  </a:cubicBezTo>
                  <a:cubicBezTo>
                    <a:pt x="53933" y="53776"/>
                    <a:pt x="53557" y="54087"/>
                    <a:pt x="53557" y="54087"/>
                  </a:cubicBezTo>
                  <a:lnTo>
                    <a:pt x="35203" y="59052"/>
                  </a:lnTo>
                  <a:cubicBezTo>
                    <a:pt x="35203" y="59052"/>
                    <a:pt x="24825" y="23360"/>
                    <a:pt x="23645" y="16523"/>
                  </a:cubicBezTo>
                  <a:cubicBezTo>
                    <a:pt x="22465" y="9727"/>
                    <a:pt x="24296" y="10093"/>
                    <a:pt x="20633" y="6430"/>
                  </a:cubicBezTo>
                  <a:cubicBezTo>
                    <a:pt x="16930" y="2768"/>
                    <a:pt x="12494" y="0"/>
                    <a:pt x="1249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1" name="Google Shape;1875;p35"/>
            <p:cNvSpPr/>
            <p:nvPr/>
          </p:nvSpPr>
          <p:spPr>
            <a:xfrm>
              <a:off x="1970280" y="3422520"/>
              <a:ext cx="1191960" cy="1601640"/>
            </a:xfrm>
            <a:custGeom>
              <a:avLst/>
              <a:gdLst>
                <a:gd name="textAreaLeft" fmla="*/ 0 w 1191960"/>
                <a:gd name="textAreaRight" fmla="*/ 1192320 w 1191960"/>
                <a:gd name="textAreaTop" fmla="*/ 0 h 1601640"/>
                <a:gd name="textAreaBottom" fmla="*/ 1602000 h 1601640"/>
              </a:gdLst>
              <a:ahLst/>
              <a:rect l="textAreaLeft" t="textAreaTop" r="textAreaRight" b="textAreaBottom"/>
              <a:pathLst>
                <a:path w="59622" h="80093">
                  <a:moveTo>
                    <a:pt x="10623" y="1"/>
                  </a:moveTo>
                  <a:lnTo>
                    <a:pt x="5332" y="9605"/>
                  </a:lnTo>
                  <a:cubicBezTo>
                    <a:pt x="5332" y="9605"/>
                    <a:pt x="1628" y="14611"/>
                    <a:pt x="448" y="18518"/>
                  </a:cubicBezTo>
                  <a:cubicBezTo>
                    <a:pt x="123" y="19658"/>
                    <a:pt x="1" y="20878"/>
                    <a:pt x="1" y="22099"/>
                  </a:cubicBezTo>
                  <a:cubicBezTo>
                    <a:pt x="1" y="25314"/>
                    <a:pt x="815" y="28489"/>
                    <a:pt x="1099" y="29425"/>
                  </a:cubicBezTo>
                  <a:cubicBezTo>
                    <a:pt x="1222" y="29750"/>
                    <a:pt x="2442" y="32233"/>
                    <a:pt x="4274" y="35936"/>
                  </a:cubicBezTo>
                  <a:cubicBezTo>
                    <a:pt x="4477" y="36303"/>
                    <a:pt x="4640" y="36710"/>
                    <a:pt x="4844" y="37076"/>
                  </a:cubicBezTo>
                  <a:cubicBezTo>
                    <a:pt x="5088" y="37524"/>
                    <a:pt x="5291" y="38012"/>
                    <a:pt x="5535" y="38460"/>
                  </a:cubicBezTo>
                  <a:cubicBezTo>
                    <a:pt x="5576" y="38582"/>
                    <a:pt x="5658" y="38663"/>
                    <a:pt x="5698" y="38785"/>
                  </a:cubicBezTo>
                  <a:cubicBezTo>
                    <a:pt x="7977" y="43384"/>
                    <a:pt x="10907" y="49082"/>
                    <a:pt x="13716" y="54698"/>
                  </a:cubicBezTo>
                  <a:lnTo>
                    <a:pt x="13878" y="54576"/>
                  </a:lnTo>
                  <a:cubicBezTo>
                    <a:pt x="13878" y="54576"/>
                    <a:pt x="14163" y="55308"/>
                    <a:pt x="14652" y="56489"/>
                  </a:cubicBezTo>
                  <a:cubicBezTo>
                    <a:pt x="19291" y="65645"/>
                    <a:pt x="23605" y="74029"/>
                    <a:pt x="24663" y="76023"/>
                  </a:cubicBezTo>
                  <a:cubicBezTo>
                    <a:pt x="26006" y="77855"/>
                    <a:pt x="27308" y="79279"/>
                    <a:pt x="28448" y="79889"/>
                  </a:cubicBezTo>
                  <a:cubicBezTo>
                    <a:pt x="28936" y="80052"/>
                    <a:pt x="29343" y="80093"/>
                    <a:pt x="29791" y="80093"/>
                  </a:cubicBezTo>
                  <a:cubicBezTo>
                    <a:pt x="29994" y="80093"/>
                    <a:pt x="30198" y="80093"/>
                    <a:pt x="30361" y="80052"/>
                  </a:cubicBezTo>
                  <a:cubicBezTo>
                    <a:pt x="30401" y="80052"/>
                    <a:pt x="30442" y="80052"/>
                    <a:pt x="30442" y="80012"/>
                  </a:cubicBezTo>
                  <a:cubicBezTo>
                    <a:pt x="35814" y="76634"/>
                    <a:pt x="54372" y="63977"/>
                    <a:pt x="55064" y="63285"/>
                  </a:cubicBezTo>
                  <a:cubicBezTo>
                    <a:pt x="55308" y="63041"/>
                    <a:pt x="55878" y="62512"/>
                    <a:pt x="56529" y="61942"/>
                  </a:cubicBezTo>
                  <a:cubicBezTo>
                    <a:pt x="56773" y="61738"/>
                    <a:pt x="57058" y="61494"/>
                    <a:pt x="57302" y="61250"/>
                  </a:cubicBezTo>
                  <a:cubicBezTo>
                    <a:pt x="57750" y="60884"/>
                    <a:pt x="58157" y="60558"/>
                    <a:pt x="58482" y="60273"/>
                  </a:cubicBezTo>
                  <a:cubicBezTo>
                    <a:pt x="58849" y="59948"/>
                    <a:pt x="59133" y="59704"/>
                    <a:pt x="59296" y="59582"/>
                  </a:cubicBezTo>
                  <a:cubicBezTo>
                    <a:pt x="59337" y="59500"/>
                    <a:pt x="59378" y="59500"/>
                    <a:pt x="59378" y="59500"/>
                  </a:cubicBezTo>
                  <a:cubicBezTo>
                    <a:pt x="59378" y="59459"/>
                    <a:pt x="59622" y="58035"/>
                    <a:pt x="59215" y="56407"/>
                  </a:cubicBezTo>
                  <a:cubicBezTo>
                    <a:pt x="51849" y="59337"/>
                    <a:pt x="36709" y="65401"/>
                    <a:pt x="35814" y="66297"/>
                  </a:cubicBezTo>
                  <a:cubicBezTo>
                    <a:pt x="35570" y="66541"/>
                    <a:pt x="35407" y="66622"/>
                    <a:pt x="35285" y="66622"/>
                  </a:cubicBezTo>
                  <a:cubicBezTo>
                    <a:pt x="34837" y="66622"/>
                    <a:pt x="35244" y="64954"/>
                    <a:pt x="35244" y="63081"/>
                  </a:cubicBezTo>
                  <a:cubicBezTo>
                    <a:pt x="35244" y="62715"/>
                    <a:pt x="35163" y="62552"/>
                    <a:pt x="35000" y="62552"/>
                  </a:cubicBezTo>
                  <a:cubicBezTo>
                    <a:pt x="34227" y="62552"/>
                    <a:pt x="31622" y="67395"/>
                    <a:pt x="31134" y="68616"/>
                  </a:cubicBezTo>
                  <a:cubicBezTo>
                    <a:pt x="31052" y="68779"/>
                    <a:pt x="30971" y="68861"/>
                    <a:pt x="30890" y="68861"/>
                  </a:cubicBezTo>
                  <a:cubicBezTo>
                    <a:pt x="30239" y="68861"/>
                    <a:pt x="29180" y="64221"/>
                    <a:pt x="28773" y="62186"/>
                  </a:cubicBezTo>
                  <a:cubicBezTo>
                    <a:pt x="28366" y="59907"/>
                    <a:pt x="21489" y="42285"/>
                    <a:pt x="19413" y="34105"/>
                  </a:cubicBezTo>
                  <a:cubicBezTo>
                    <a:pt x="17378" y="25884"/>
                    <a:pt x="13756" y="6105"/>
                    <a:pt x="11518" y="1629"/>
                  </a:cubicBezTo>
                  <a:cubicBezTo>
                    <a:pt x="11274" y="1100"/>
                    <a:pt x="10948" y="571"/>
                    <a:pt x="10623" y="1"/>
                  </a:cubicBez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47779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2" name="Google Shape;1876;p35"/>
            <p:cNvSpPr/>
            <p:nvPr/>
          </p:nvSpPr>
          <p:spPr>
            <a:xfrm>
              <a:off x="1963800" y="3374280"/>
              <a:ext cx="1201680" cy="1657440"/>
            </a:xfrm>
            <a:custGeom>
              <a:avLst/>
              <a:gdLst>
                <a:gd name="textAreaLeft" fmla="*/ 0 w 1201680"/>
                <a:gd name="textAreaRight" fmla="*/ 1202040 w 1201680"/>
                <a:gd name="textAreaTop" fmla="*/ 0 h 1657440"/>
                <a:gd name="textAreaBottom" fmla="*/ 1657800 h 1657440"/>
              </a:gdLst>
              <a:ahLst/>
              <a:rect l="textAreaLeft" t="textAreaTop" r="textAreaRight" b="textAreaBottom"/>
              <a:pathLst>
                <a:path w="60110" h="82881">
                  <a:moveTo>
                    <a:pt x="12072" y="1"/>
                  </a:moveTo>
                  <a:cubicBezTo>
                    <a:pt x="11960" y="1"/>
                    <a:pt x="11855" y="63"/>
                    <a:pt x="11802" y="143"/>
                  </a:cubicBezTo>
                  <a:cubicBezTo>
                    <a:pt x="11680" y="306"/>
                    <a:pt x="11721" y="509"/>
                    <a:pt x="11884" y="631"/>
                  </a:cubicBezTo>
                  <a:cubicBezTo>
                    <a:pt x="11884" y="631"/>
                    <a:pt x="11965" y="672"/>
                    <a:pt x="12087" y="753"/>
                  </a:cubicBezTo>
                  <a:cubicBezTo>
                    <a:pt x="12982" y="1323"/>
                    <a:pt x="16767" y="3846"/>
                    <a:pt x="19982" y="7021"/>
                  </a:cubicBezTo>
                  <a:cubicBezTo>
                    <a:pt x="20878" y="7916"/>
                    <a:pt x="21447" y="8567"/>
                    <a:pt x="21773" y="9137"/>
                  </a:cubicBezTo>
                  <a:cubicBezTo>
                    <a:pt x="22017" y="9544"/>
                    <a:pt x="22180" y="9910"/>
                    <a:pt x="22261" y="10276"/>
                  </a:cubicBezTo>
                  <a:cubicBezTo>
                    <a:pt x="22506" y="11457"/>
                    <a:pt x="22221" y="13084"/>
                    <a:pt x="22912" y="16951"/>
                  </a:cubicBezTo>
                  <a:cubicBezTo>
                    <a:pt x="23197" y="18660"/>
                    <a:pt x="24052" y="22201"/>
                    <a:pt x="25192" y="26515"/>
                  </a:cubicBezTo>
                  <a:cubicBezTo>
                    <a:pt x="28610" y="39416"/>
                    <a:pt x="34470" y="59520"/>
                    <a:pt x="34470" y="59520"/>
                  </a:cubicBezTo>
                  <a:cubicBezTo>
                    <a:pt x="34502" y="59647"/>
                    <a:pt x="34608" y="59749"/>
                    <a:pt x="34750" y="59749"/>
                  </a:cubicBezTo>
                  <a:cubicBezTo>
                    <a:pt x="34790" y="59749"/>
                    <a:pt x="34833" y="59741"/>
                    <a:pt x="34877" y="59723"/>
                  </a:cubicBezTo>
                  <a:lnTo>
                    <a:pt x="53232" y="54758"/>
                  </a:lnTo>
                  <a:lnTo>
                    <a:pt x="53354" y="54677"/>
                  </a:lnTo>
                  <a:cubicBezTo>
                    <a:pt x="53395" y="54677"/>
                    <a:pt x="53720" y="54433"/>
                    <a:pt x="54290" y="54433"/>
                  </a:cubicBezTo>
                  <a:cubicBezTo>
                    <a:pt x="54941" y="54433"/>
                    <a:pt x="55918" y="54677"/>
                    <a:pt x="57261" y="55735"/>
                  </a:cubicBezTo>
                  <a:cubicBezTo>
                    <a:pt x="58197" y="56468"/>
                    <a:pt x="58726" y="57404"/>
                    <a:pt x="59051" y="58340"/>
                  </a:cubicBezTo>
                  <a:cubicBezTo>
                    <a:pt x="59377" y="59276"/>
                    <a:pt x="59418" y="60212"/>
                    <a:pt x="59418" y="60863"/>
                  </a:cubicBezTo>
                  <a:cubicBezTo>
                    <a:pt x="59418" y="61148"/>
                    <a:pt x="59418" y="61433"/>
                    <a:pt x="59418" y="61596"/>
                  </a:cubicBezTo>
                  <a:cubicBezTo>
                    <a:pt x="59418" y="61642"/>
                    <a:pt x="59404" y="61689"/>
                    <a:pt x="59393" y="61728"/>
                  </a:cubicBezTo>
                  <a:lnTo>
                    <a:pt x="59393" y="61728"/>
                  </a:lnTo>
                  <a:cubicBezTo>
                    <a:pt x="59128" y="61957"/>
                    <a:pt x="58403" y="62585"/>
                    <a:pt x="57627" y="63264"/>
                  </a:cubicBezTo>
                  <a:cubicBezTo>
                    <a:pt x="56650" y="64119"/>
                    <a:pt x="55552" y="65055"/>
                    <a:pt x="55145" y="65462"/>
                  </a:cubicBezTo>
                  <a:cubicBezTo>
                    <a:pt x="55104" y="65502"/>
                    <a:pt x="54982" y="65584"/>
                    <a:pt x="54778" y="65747"/>
                  </a:cubicBezTo>
                  <a:cubicBezTo>
                    <a:pt x="53313" y="66886"/>
                    <a:pt x="47901" y="70793"/>
                    <a:pt x="42651" y="74497"/>
                  </a:cubicBezTo>
                  <a:cubicBezTo>
                    <a:pt x="40005" y="76328"/>
                    <a:pt x="37441" y="78119"/>
                    <a:pt x="35406" y="79502"/>
                  </a:cubicBezTo>
                  <a:cubicBezTo>
                    <a:pt x="34389" y="80194"/>
                    <a:pt x="33494" y="80764"/>
                    <a:pt x="32843" y="81171"/>
                  </a:cubicBezTo>
                  <a:cubicBezTo>
                    <a:pt x="32476" y="81374"/>
                    <a:pt x="32191" y="81578"/>
                    <a:pt x="31988" y="81700"/>
                  </a:cubicBezTo>
                  <a:cubicBezTo>
                    <a:pt x="31744" y="81822"/>
                    <a:pt x="31581" y="81903"/>
                    <a:pt x="31500" y="81944"/>
                  </a:cubicBezTo>
                  <a:cubicBezTo>
                    <a:pt x="31093" y="82066"/>
                    <a:pt x="30604" y="82188"/>
                    <a:pt x="30116" y="82188"/>
                  </a:cubicBezTo>
                  <a:cubicBezTo>
                    <a:pt x="29383" y="82188"/>
                    <a:pt x="28610" y="81985"/>
                    <a:pt x="27796" y="81415"/>
                  </a:cubicBezTo>
                  <a:cubicBezTo>
                    <a:pt x="27023" y="80845"/>
                    <a:pt x="26168" y="79909"/>
                    <a:pt x="25354" y="78404"/>
                  </a:cubicBezTo>
                  <a:cubicBezTo>
                    <a:pt x="24255" y="76369"/>
                    <a:pt x="18436" y="65014"/>
                    <a:pt x="12860" y="54026"/>
                  </a:cubicBezTo>
                  <a:cubicBezTo>
                    <a:pt x="10093" y="48532"/>
                    <a:pt x="7366" y="43119"/>
                    <a:pt x="5291" y="38968"/>
                  </a:cubicBezTo>
                  <a:cubicBezTo>
                    <a:pt x="4273" y="36933"/>
                    <a:pt x="3378" y="35183"/>
                    <a:pt x="2767" y="33921"/>
                  </a:cubicBezTo>
                  <a:cubicBezTo>
                    <a:pt x="2483" y="33270"/>
                    <a:pt x="2238" y="32782"/>
                    <a:pt x="2035" y="32416"/>
                  </a:cubicBezTo>
                  <a:cubicBezTo>
                    <a:pt x="1953" y="32212"/>
                    <a:pt x="1913" y="32049"/>
                    <a:pt x="1831" y="31968"/>
                  </a:cubicBezTo>
                  <a:cubicBezTo>
                    <a:pt x="1791" y="31846"/>
                    <a:pt x="1750" y="31765"/>
                    <a:pt x="1750" y="31765"/>
                  </a:cubicBezTo>
                  <a:cubicBezTo>
                    <a:pt x="1506" y="30828"/>
                    <a:pt x="651" y="27654"/>
                    <a:pt x="651" y="24520"/>
                  </a:cubicBezTo>
                  <a:cubicBezTo>
                    <a:pt x="651" y="23299"/>
                    <a:pt x="773" y="22119"/>
                    <a:pt x="1099" y="21061"/>
                  </a:cubicBezTo>
                  <a:cubicBezTo>
                    <a:pt x="1669" y="19148"/>
                    <a:pt x="2890" y="16910"/>
                    <a:pt x="3948" y="15201"/>
                  </a:cubicBezTo>
                  <a:cubicBezTo>
                    <a:pt x="4477" y="14346"/>
                    <a:pt x="4965" y="13573"/>
                    <a:pt x="5331" y="13044"/>
                  </a:cubicBezTo>
                  <a:cubicBezTo>
                    <a:pt x="5494" y="12800"/>
                    <a:pt x="5657" y="12596"/>
                    <a:pt x="5779" y="12433"/>
                  </a:cubicBezTo>
                  <a:cubicBezTo>
                    <a:pt x="5860" y="12311"/>
                    <a:pt x="5901" y="12230"/>
                    <a:pt x="5901" y="12230"/>
                  </a:cubicBezTo>
                  <a:cubicBezTo>
                    <a:pt x="6023" y="12067"/>
                    <a:pt x="5983" y="11864"/>
                    <a:pt x="5860" y="11741"/>
                  </a:cubicBezTo>
                  <a:cubicBezTo>
                    <a:pt x="5793" y="11708"/>
                    <a:pt x="5719" y="11688"/>
                    <a:pt x="5646" y="11688"/>
                  </a:cubicBezTo>
                  <a:cubicBezTo>
                    <a:pt x="5543" y="11688"/>
                    <a:pt x="5444" y="11728"/>
                    <a:pt x="5372" y="11823"/>
                  </a:cubicBezTo>
                  <a:cubicBezTo>
                    <a:pt x="5372" y="11823"/>
                    <a:pt x="1669" y="16829"/>
                    <a:pt x="448" y="20858"/>
                  </a:cubicBezTo>
                  <a:cubicBezTo>
                    <a:pt x="122" y="21997"/>
                    <a:pt x="0" y="23259"/>
                    <a:pt x="0" y="24520"/>
                  </a:cubicBezTo>
                  <a:cubicBezTo>
                    <a:pt x="0" y="27776"/>
                    <a:pt x="814" y="30991"/>
                    <a:pt x="1099" y="31927"/>
                  </a:cubicBezTo>
                  <a:cubicBezTo>
                    <a:pt x="1140" y="32009"/>
                    <a:pt x="1180" y="32090"/>
                    <a:pt x="1221" y="32212"/>
                  </a:cubicBezTo>
                  <a:cubicBezTo>
                    <a:pt x="1628" y="33148"/>
                    <a:pt x="3174" y="36241"/>
                    <a:pt x="5291" y="40474"/>
                  </a:cubicBezTo>
                  <a:cubicBezTo>
                    <a:pt x="11599" y="53131"/>
                    <a:pt x="23157" y="75758"/>
                    <a:pt x="24785" y="78729"/>
                  </a:cubicBezTo>
                  <a:cubicBezTo>
                    <a:pt x="25598" y="80276"/>
                    <a:pt x="26494" y="81293"/>
                    <a:pt x="27430" y="81944"/>
                  </a:cubicBezTo>
                  <a:cubicBezTo>
                    <a:pt x="28325" y="82595"/>
                    <a:pt x="29261" y="82880"/>
                    <a:pt x="30116" y="82880"/>
                  </a:cubicBezTo>
                  <a:cubicBezTo>
                    <a:pt x="30686" y="82880"/>
                    <a:pt x="31255" y="82758"/>
                    <a:pt x="31744" y="82555"/>
                  </a:cubicBezTo>
                  <a:cubicBezTo>
                    <a:pt x="31907" y="82514"/>
                    <a:pt x="32110" y="82392"/>
                    <a:pt x="32354" y="82270"/>
                  </a:cubicBezTo>
                  <a:cubicBezTo>
                    <a:pt x="33331" y="81700"/>
                    <a:pt x="35203" y="80438"/>
                    <a:pt x="37523" y="78892"/>
                  </a:cubicBezTo>
                  <a:cubicBezTo>
                    <a:pt x="40982" y="76531"/>
                    <a:pt x="45337" y="73438"/>
                    <a:pt x="48918" y="70875"/>
                  </a:cubicBezTo>
                  <a:cubicBezTo>
                    <a:pt x="50709" y="69572"/>
                    <a:pt x="52296" y="68433"/>
                    <a:pt x="53517" y="67578"/>
                  </a:cubicBezTo>
                  <a:cubicBezTo>
                    <a:pt x="54086" y="67130"/>
                    <a:pt x="54575" y="66764"/>
                    <a:pt x="54941" y="66520"/>
                  </a:cubicBezTo>
                  <a:cubicBezTo>
                    <a:pt x="55104" y="66357"/>
                    <a:pt x="55267" y="66235"/>
                    <a:pt x="55389" y="66154"/>
                  </a:cubicBezTo>
                  <a:cubicBezTo>
                    <a:pt x="55470" y="66072"/>
                    <a:pt x="55552" y="65991"/>
                    <a:pt x="55633" y="65950"/>
                  </a:cubicBezTo>
                  <a:cubicBezTo>
                    <a:pt x="55999" y="65584"/>
                    <a:pt x="57098" y="64607"/>
                    <a:pt x="58075" y="63753"/>
                  </a:cubicBezTo>
                  <a:cubicBezTo>
                    <a:pt x="59051" y="62898"/>
                    <a:pt x="59947" y="62165"/>
                    <a:pt x="59947" y="62165"/>
                  </a:cubicBezTo>
                  <a:cubicBezTo>
                    <a:pt x="59988" y="62125"/>
                    <a:pt x="60028" y="62043"/>
                    <a:pt x="60028" y="61962"/>
                  </a:cubicBezTo>
                  <a:cubicBezTo>
                    <a:pt x="60069" y="61962"/>
                    <a:pt x="60110" y="61514"/>
                    <a:pt x="60110" y="60863"/>
                  </a:cubicBezTo>
                  <a:cubicBezTo>
                    <a:pt x="60110" y="60130"/>
                    <a:pt x="60028" y="59154"/>
                    <a:pt x="59703" y="58096"/>
                  </a:cubicBezTo>
                  <a:cubicBezTo>
                    <a:pt x="59336" y="57078"/>
                    <a:pt x="58726" y="56020"/>
                    <a:pt x="57708" y="55206"/>
                  </a:cubicBezTo>
                  <a:cubicBezTo>
                    <a:pt x="56243" y="54107"/>
                    <a:pt x="55104" y="53782"/>
                    <a:pt x="54290" y="53782"/>
                  </a:cubicBezTo>
                  <a:cubicBezTo>
                    <a:pt x="53490" y="53782"/>
                    <a:pt x="53047" y="54067"/>
                    <a:pt x="52960" y="54137"/>
                  </a:cubicBezTo>
                  <a:lnTo>
                    <a:pt x="52960" y="54137"/>
                  </a:lnTo>
                  <a:lnTo>
                    <a:pt x="35024" y="58978"/>
                  </a:lnTo>
                  <a:lnTo>
                    <a:pt x="35024" y="58978"/>
                  </a:lnTo>
                  <a:cubicBezTo>
                    <a:pt x="34948" y="58714"/>
                    <a:pt x="34829" y="58302"/>
                    <a:pt x="34674" y="57770"/>
                  </a:cubicBezTo>
                  <a:cubicBezTo>
                    <a:pt x="33657" y="54311"/>
                    <a:pt x="31133" y="45561"/>
                    <a:pt x="28732" y="36933"/>
                  </a:cubicBezTo>
                  <a:cubicBezTo>
                    <a:pt x="26331" y="28305"/>
                    <a:pt x="24052" y="19759"/>
                    <a:pt x="23564" y="16829"/>
                  </a:cubicBezTo>
                  <a:cubicBezTo>
                    <a:pt x="22994" y="13451"/>
                    <a:pt x="23157" y="11904"/>
                    <a:pt x="22994" y="10602"/>
                  </a:cubicBezTo>
                  <a:cubicBezTo>
                    <a:pt x="22912" y="9991"/>
                    <a:pt x="22750" y="9381"/>
                    <a:pt x="22343" y="8771"/>
                  </a:cubicBezTo>
                  <a:cubicBezTo>
                    <a:pt x="21976" y="8160"/>
                    <a:pt x="21366" y="7468"/>
                    <a:pt x="20430" y="6532"/>
                  </a:cubicBezTo>
                  <a:cubicBezTo>
                    <a:pt x="16727" y="2829"/>
                    <a:pt x="12250" y="61"/>
                    <a:pt x="12250" y="61"/>
                  </a:cubicBezTo>
                  <a:cubicBezTo>
                    <a:pt x="12193" y="19"/>
                    <a:pt x="12131" y="1"/>
                    <a:pt x="1207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3" name="Google Shape;1877;p35"/>
            <p:cNvSpPr/>
            <p:nvPr/>
          </p:nvSpPr>
          <p:spPr>
            <a:xfrm>
              <a:off x="2969640" y="4479840"/>
              <a:ext cx="139680" cy="186120"/>
            </a:xfrm>
            <a:custGeom>
              <a:avLst/>
              <a:gdLst>
                <a:gd name="textAreaLeft" fmla="*/ 0 w 139680"/>
                <a:gd name="textAreaRight" fmla="*/ 140040 w 139680"/>
                <a:gd name="textAreaTop" fmla="*/ 0 h 186120"/>
                <a:gd name="textAreaBottom" fmla="*/ 186480 h 186120"/>
              </a:gdLst>
              <a:ahLst/>
              <a:rect l="textAreaLeft" t="textAreaTop" r="textAreaRight" b="textAreaBottom"/>
              <a:pathLst>
                <a:path w="7001" h="9329">
                  <a:moveTo>
                    <a:pt x="331" y="1"/>
                  </a:moveTo>
                  <a:cubicBezTo>
                    <a:pt x="164" y="1"/>
                    <a:pt x="36" y="116"/>
                    <a:pt x="1" y="293"/>
                  </a:cubicBezTo>
                  <a:cubicBezTo>
                    <a:pt x="1" y="456"/>
                    <a:pt x="123" y="619"/>
                    <a:pt x="326" y="660"/>
                  </a:cubicBezTo>
                  <a:cubicBezTo>
                    <a:pt x="448" y="700"/>
                    <a:pt x="1913" y="904"/>
                    <a:pt x="3297" y="2084"/>
                  </a:cubicBezTo>
                  <a:cubicBezTo>
                    <a:pt x="4721" y="3224"/>
                    <a:pt x="6146" y="5258"/>
                    <a:pt x="6309" y="9003"/>
                  </a:cubicBezTo>
                  <a:cubicBezTo>
                    <a:pt x="6309" y="9206"/>
                    <a:pt x="6471" y="9328"/>
                    <a:pt x="6675" y="9328"/>
                  </a:cubicBezTo>
                  <a:cubicBezTo>
                    <a:pt x="6838" y="9328"/>
                    <a:pt x="7001" y="9165"/>
                    <a:pt x="7001" y="8962"/>
                  </a:cubicBezTo>
                  <a:cubicBezTo>
                    <a:pt x="6838" y="4933"/>
                    <a:pt x="5210" y="2654"/>
                    <a:pt x="3582" y="1433"/>
                  </a:cubicBezTo>
                  <a:cubicBezTo>
                    <a:pt x="1995" y="212"/>
                    <a:pt x="448" y="8"/>
                    <a:pt x="408" y="8"/>
                  </a:cubicBezTo>
                  <a:cubicBezTo>
                    <a:pt x="381" y="3"/>
                    <a:pt x="356" y="1"/>
                    <a:pt x="33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4" name="Google Shape;1878;p35"/>
            <p:cNvSpPr/>
            <p:nvPr/>
          </p:nvSpPr>
          <p:spPr>
            <a:xfrm>
              <a:off x="707760" y="3016080"/>
              <a:ext cx="1049760" cy="2119320"/>
            </a:xfrm>
            <a:custGeom>
              <a:avLst/>
              <a:gdLst>
                <a:gd name="textAreaLeft" fmla="*/ 0 w 1049760"/>
                <a:gd name="textAreaRight" fmla="*/ 1050120 w 1049760"/>
                <a:gd name="textAreaTop" fmla="*/ 0 h 2119320"/>
                <a:gd name="textAreaBottom" fmla="*/ 2119680 h 2119320"/>
              </a:gdLst>
              <a:ahLst/>
              <a:rect l="textAreaLeft" t="textAreaTop" r="textAreaRight" b="textAreaBottom"/>
              <a:pathLst>
                <a:path w="52500" h="105991">
                  <a:moveTo>
                    <a:pt x="1258" y="1"/>
                  </a:moveTo>
                  <a:cubicBezTo>
                    <a:pt x="1053" y="1"/>
                    <a:pt x="936" y="15"/>
                    <a:pt x="936" y="15"/>
                  </a:cubicBezTo>
                  <a:lnTo>
                    <a:pt x="0" y="2579"/>
                  </a:lnTo>
                  <a:lnTo>
                    <a:pt x="15180" y="44009"/>
                  </a:lnTo>
                  <a:lnTo>
                    <a:pt x="49488" y="105990"/>
                  </a:lnTo>
                  <a:lnTo>
                    <a:pt x="52500" y="105990"/>
                  </a:lnTo>
                  <a:cubicBezTo>
                    <a:pt x="47860" y="97281"/>
                    <a:pt x="22140" y="49218"/>
                    <a:pt x="21244" y="47061"/>
                  </a:cubicBezTo>
                  <a:cubicBezTo>
                    <a:pt x="20308" y="44660"/>
                    <a:pt x="18843" y="44660"/>
                    <a:pt x="18355" y="43683"/>
                  </a:cubicBezTo>
                  <a:cubicBezTo>
                    <a:pt x="17907" y="42747"/>
                    <a:pt x="18518" y="38555"/>
                    <a:pt x="18355" y="35869"/>
                  </a:cubicBezTo>
                  <a:cubicBezTo>
                    <a:pt x="18233" y="33142"/>
                    <a:pt x="9401" y="7869"/>
                    <a:pt x="7000" y="3718"/>
                  </a:cubicBezTo>
                  <a:cubicBezTo>
                    <a:pt x="5059" y="304"/>
                    <a:pt x="2208" y="1"/>
                    <a:pt x="1258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5" name="Google Shape;1879;p35"/>
            <p:cNvSpPr/>
            <p:nvPr/>
          </p:nvSpPr>
          <p:spPr>
            <a:xfrm>
              <a:off x="700560" y="3009960"/>
              <a:ext cx="1064160" cy="2133000"/>
            </a:xfrm>
            <a:custGeom>
              <a:avLst/>
              <a:gdLst>
                <a:gd name="textAreaLeft" fmla="*/ 0 w 1064160"/>
                <a:gd name="textAreaRight" fmla="*/ 1064520 w 1064160"/>
                <a:gd name="textAreaTop" fmla="*/ 0 h 2133000"/>
                <a:gd name="textAreaBottom" fmla="*/ 2133360 h 2133000"/>
              </a:gdLst>
              <a:ahLst/>
              <a:rect l="textAreaLeft" t="textAreaTop" r="textAreaRight" b="textAreaBottom"/>
              <a:pathLst>
                <a:path w="53232" h="106668">
                  <a:moveTo>
                    <a:pt x="1669" y="651"/>
                  </a:moveTo>
                  <a:cubicBezTo>
                    <a:pt x="2116" y="651"/>
                    <a:pt x="3012" y="733"/>
                    <a:pt x="4029" y="1221"/>
                  </a:cubicBezTo>
                  <a:cubicBezTo>
                    <a:pt x="5006" y="1669"/>
                    <a:pt x="6145" y="2564"/>
                    <a:pt x="7081" y="4192"/>
                  </a:cubicBezTo>
                  <a:cubicBezTo>
                    <a:pt x="7651" y="5169"/>
                    <a:pt x="8669" y="7570"/>
                    <a:pt x="9849" y="10541"/>
                  </a:cubicBezTo>
                  <a:cubicBezTo>
                    <a:pt x="11558" y="15018"/>
                    <a:pt x="13674" y="20959"/>
                    <a:pt x="15384" y="26006"/>
                  </a:cubicBezTo>
                  <a:cubicBezTo>
                    <a:pt x="16238" y="28529"/>
                    <a:pt x="16971" y="30849"/>
                    <a:pt x="17500" y="32639"/>
                  </a:cubicBezTo>
                  <a:cubicBezTo>
                    <a:pt x="17785" y="33535"/>
                    <a:pt x="17988" y="34308"/>
                    <a:pt x="18151" y="34919"/>
                  </a:cubicBezTo>
                  <a:cubicBezTo>
                    <a:pt x="18314" y="35529"/>
                    <a:pt x="18395" y="35977"/>
                    <a:pt x="18395" y="36180"/>
                  </a:cubicBezTo>
                  <a:cubicBezTo>
                    <a:pt x="18436" y="36506"/>
                    <a:pt x="18436" y="36831"/>
                    <a:pt x="18436" y="37157"/>
                  </a:cubicBezTo>
                  <a:cubicBezTo>
                    <a:pt x="18436" y="38948"/>
                    <a:pt x="18232" y="41064"/>
                    <a:pt x="18232" y="42529"/>
                  </a:cubicBezTo>
                  <a:cubicBezTo>
                    <a:pt x="18232" y="42854"/>
                    <a:pt x="18232" y="43180"/>
                    <a:pt x="18273" y="43465"/>
                  </a:cubicBezTo>
                  <a:cubicBezTo>
                    <a:pt x="18314" y="43709"/>
                    <a:pt x="18355" y="43953"/>
                    <a:pt x="18436" y="44157"/>
                  </a:cubicBezTo>
                  <a:cubicBezTo>
                    <a:pt x="18599" y="44442"/>
                    <a:pt x="18802" y="44686"/>
                    <a:pt x="19046" y="44849"/>
                  </a:cubicBezTo>
                  <a:cubicBezTo>
                    <a:pt x="19413" y="45134"/>
                    <a:pt x="19779" y="45378"/>
                    <a:pt x="20186" y="45744"/>
                  </a:cubicBezTo>
                  <a:cubicBezTo>
                    <a:pt x="20552" y="46110"/>
                    <a:pt x="20959" y="46639"/>
                    <a:pt x="21285" y="47494"/>
                  </a:cubicBezTo>
                  <a:cubicBezTo>
                    <a:pt x="21366" y="47657"/>
                    <a:pt x="21529" y="47942"/>
                    <a:pt x="21773" y="48430"/>
                  </a:cubicBezTo>
                  <a:cubicBezTo>
                    <a:pt x="25248" y="55420"/>
                    <a:pt x="47383" y="96750"/>
                    <a:pt x="52319" y="105976"/>
                  </a:cubicBezTo>
                  <a:lnTo>
                    <a:pt x="50049" y="105976"/>
                  </a:lnTo>
                  <a:lnTo>
                    <a:pt x="15872" y="44197"/>
                  </a:lnTo>
                  <a:lnTo>
                    <a:pt x="692" y="2890"/>
                  </a:lnTo>
                  <a:lnTo>
                    <a:pt x="1547" y="659"/>
                  </a:lnTo>
                  <a:lnTo>
                    <a:pt x="1547" y="659"/>
                  </a:lnTo>
                  <a:cubicBezTo>
                    <a:pt x="1584" y="654"/>
                    <a:pt x="1625" y="651"/>
                    <a:pt x="1669" y="651"/>
                  </a:cubicBezTo>
                  <a:close/>
                  <a:moveTo>
                    <a:pt x="1262" y="0"/>
                  </a:moveTo>
                  <a:cubicBezTo>
                    <a:pt x="1140" y="41"/>
                    <a:pt x="1018" y="122"/>
                    <a:pt x="977" y="204"/>
                  </a:cubicBezTo>
                  <a:lnTo>
                    <a:pt x="41" y="2768"/>
                  </a:lnTo>
                  <a:cubicBezTo>
                    <a:pt x="0" y="2849"/>
                    <a:pt x="0" y="2931"/>
                    <a:pt x="41" y="3012"/>
                  </a:cubicBezTo>
                  <a:lnTo>
                    <a:pt x="15221" y="44442"/>
                  </a:lnTo>
                  <a:lnTo>
                    <a:pt x="15262" y="44482"/>
                  </a:lnTo>
                  <a:lnTo>
                    <a:pt x="49529" y="106464"/>
                  </a:lnTo>
                  <a:cubicBezTo>
                    <a:pt x="49610" y="106586"/>
                    <a:pt x="49732" y="106668"/>
                    <a:pt x="49854" y="106668"/>
                  </a:cubicBezTo>
                  <a:lnTo>
                    <a:pt x="52866" y="106668"/>
                  </a:lnTo>
                  <a:cubicBezTo>
                    <a:pt x="52988" y="106668"/>
                    <a:pt x="53110" y="106586"/>
                    <a:pt x="53191" y="106464"/>
                  </a:cubicBezTo>
                  <a:cubicBezTo>
                    <a:pt x="53232" y="106383"/>
                    <a:pt x="53232" y="106261"/>
                    <a:pt x="53191" y="106139"/>
                  </a:cubicBezTo>
                  <a:cubicBezTo>
                    <a:pt x="50872" y="101784"/>
                    <a:pt x="43261" y="87621"/>
                    <a:pt x="36139" y="74232"/>
                  </a:cubicBezTo>
                  <a:cubicBezTo>
                    <a:pt x="32558" y="67558"/>
                    <a:pt x="29139" y="61046"/>
                    <a:pt x="26535" y="56122"/>
                  </a:cubicBezTo>
                  <a:cubicBezTo>
                    <a:pt x="25232" y="53639"/>
                    <a:pt x="24134" y="51564"/>
                    <a:pt x="23320" y="50017"/>
                  </a:cubicBezTo>
                  <a:cubicBezTo>
                    <a:pt x="22913" y="49244"/>
                    <a:pt x="22587" y="48593"/>
                    <a:pt x="22384" y="48145"/>
                  </a:cubicBezTo>
                  <a:cubicBezTo>
                    <a:pt x="22139" y="47657"/>
                    <a:pt x="21977" y="47331"/>
                    <a:pt x="21936" y="47250"/>
                  </a:cubicBezTo>
                  <a:cubicBezTo>
                    <a:pt x="21448" y="45988"/>
                    <a:pt x="20796" y="45296"/>
                    <a:pt x="20227" y="44889"/>
                  </a:cubicBezTo>
                  <a:cubicBezTo>
                    <a:pt x="19942" y="44645"/>
                    <a:pt x="19657" y="44482"/>
                    <a:pt x="19453" y="44320"/>
                  </a:cubicBezTo>
                  <a:cubicBezTo>
                    <a:pt x="19250" y="44157"/>
                    <a:pt x="19128" y="44035"/>
                    <a:pt x="19046" y="43831"/>
                  </a:cubicBezTo>
                  <a:cubicBezTo>
                    <a:pt x="19006" y="43791"/>
                    <a:pt x="18965" y="43628"/>
                    <a:pt x="18924" y="43384"/>
                  </a:cubicBezTo>
                  <a:cubicBezTo>
                    <a:pt x="18924" y="43139"/>
                    <a:pt x="18884" y="42854"/>
                    <a:pt x="18884" y="42529"/>
                  </a:cubicBezTo>
                  <a:cubicBezTo>
                    <a:pt x="18884" y="41105"/>
                    <a:pt x="19087" y="38988"/>
                    <a:pt x="19087" y="37157"/>
                  </a:cubicBezTo>
                  <a:cubicBezTo>
                    <a:pt x="19087" y="36831"/>
                    <a:pt x="19087" y="36465"/>
                    <a:pt x="19087" y="36139"/>
                  </a:cubicBezTo>
                  <a:cubicBezTo>
                    <a:pt x="19046" y="35732"/>
                    <a:pt x="18884" y="35041"/>
                    <a:pt x="18639" y="34105"/>
                  </a:cubicBezTo>
                  <a:cubicBezTo>
                    <a:pt x="17703" y="30727"/>
                    <a:pt x="15506" y="24093"/>
                    <a:pt x="13267" y="17826"/>
                  </a:cubicBezTo>
                  <a:cubicBezTo>
                    <a:pt x="12128" y="14692"/>
                    <a:pt x="11029" y="11680"/>
                    <a:pt x="10052" y="9198"/>
                  </a:cubicBezTo>
                  <a:cubicBezTo>
                    <a:pt x="9035" y="6715"/>
                    <a:pt x="8221" y="4803"/>
                    <a:pt x="7692" y="3867"/>
                  </a:cubicBezTo>
                  <a:cubicBezTo>
                    <a:pt x="6674" y="2117"/>
                    <a:pt x="5413" y="1140"/>
                    <a:pt x="4314" y="611"/>
                  </a:cubicBezTo>
                  <a:cubicBezTo>
                    <a:pt x="3175" y="82"/>
                    <a:pt x="2198" y="0"/>
                    <a:pt x="1669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6" name="Google Shape;1880;p35"/>
            <p:cNvSpPr/>
            <p:nvPr/>
          </p:nvSpPr>
          <p:spPr>
            <a:xfrm>
              <a:off x="307440" y="2989080"/>
              <a:ext cx="1389960" cy="2146680"/>
            </a:xfrm>
            <a:custGeom>
              <a:avLst/>
              <a:gdLst>
                <a:gd name="textAreaLeft" fmla="*/ 0 w 1389960"/>
                <a:gd name="textAreaRight" fmla="*/ 1390320 w 1389960"/>
                <a:gd name="textAreaTop" fmla="*/ 0 h 2146680"/>
                <a:gd name="textAreaBottom" fmla="*/ 2147040 h 2146680"/>
              </a:gdLst>
              <a:ahLst/>
              <a:rect l="textAreaLeft" t="textAreaTop" r="textAreaRight" b="textAreaBottom"/>
              <a:pathLst>
                <a:path w="69512" h="107351">
                  <a:moveTo>
                    <a:pt x="12680" y="0"/>
                  </a:moveTo>
                  <a:cubicBezTo>
                    <a:pt x="9524" y="0"/>
                    <a:pt x="6256" y="324"/>
                    <a:pt x="4314" y="927"/>
                  </a:cubicBezTo>
                  <a:cubicBezTo>
                    <a:pt x="163" y="2189"/>
                    <a:pt x="0" y="2677"/>
                    <a:pt x="163" y="5404"/>
                  </a:cubicBezTo>
                  <a:cubicBezTo>
                    <a:pt x="326" y="8090"/>
                    <a:pt x="3663" y="33404"/>
                    <a:pt x="9931" y="47933"/>
                  </a:cubicBezTo>
                  <a:cubicBezTo>
                    <a:pt x="16239" y="62502"/>
                    <a:pt x="34186" y="103362"/>
                    <a:pt x="35692" y="107350"/>
                  </a:cubicBezTo>
                  <a:lnTo>
                    <a:pt x="69511" y="107350"/>
                  </a:lnTo>
                  <a:cubicBezTo>
                    <a:pt x="65523" y="100228"/>
                    <a:pt x="41918" y="57578"/>
                    <a:pt x="36953" y="44107"/>
                  </a:cubicBezTo>
                  <a:cubicBezTo>
                    <a:pt x="31541" y="29375"/>
                    <a:pt x="23035" y="3166"/>
                    <a:pt x="20959" y="1375"/>
                  </a:cubicBezTo>
                  <a:cubicBezTo>
                    <a:pt x="19845" y="435"/>
                    <a:pt x="16338" y="0"/>
                    <a:pt x="1268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7" name="Google Shape;1881;p35"/>
            <p:cNvSpPr/>
            <p:nvPr/>
          </p:nvSpPr>
          <p:spPr>
            <a:xfrm>
              <a:off x="303120" y="2982240"/>
              <a:ext cx="1400400" cy="2160720"/>
            </a:xfrm>
            <a:custGeom>
              <a:avLst/>
              <a:gdLst>
                <a:gd name="textAreaLeft" fmla="*/ 0 w 1400400"/>
                <a:gd name="textAreaRight" fmla="*/ 1400760 w 1400400"/>
                <a:gd name="textAreaTop" fmla="*/ 0 h 2160720"/>
                <a:gd name="textAreaBottom" fmla="*/ 2161080 h 2160720"/>
              </a:gdLst>
              <a:ahLst/>
              <a:rect l="textAreaLeft" t="textAreaTop" r="textAreaRight" b="textAreaBottom"/>
              <a:pathLst>
                <a:path w="70040" h="108052">
                  <a:moveTo>
                    <a:pt x="12820" y="692"/>
                  </a:moveTo>
                  <a:cubicBezTo>
                    <a:pt x="14651" y="692"/>
                    <a:pt x="16442" y="774"/>
                    <a:pt x="17907" y="1018"/>
                  </a:cubicBezTo>
                  <a:cubicBezTo>
                    <a:pt x="18639" y="1140"/>
                    <a:pt x="19290" y="1262"/>
                    <a:pt x="19819" y="1425"/>
                  </a:cubicBezTo>
                  <a:cubicBezTo>
                    <a:pt x="20349" y="1588"/>
                    <a:pt x="20715" y="1791"/>
                    <a:pt x="20959" y="1995"/>
                  </a:cubicBezTo>
                  <a:cubicBezTo>
                    <a:pt x="21040" y="2035"/>
                    <a:pt x="21162" y="2239"/>
                    <a:pt x="21325" y="2524"/>
                  </a:cubicBezTo>
                  <a:cubicBezTo>
                    <a:pt x="21976" y="3541"/>
                    <a:pt x="22953" y="5861"/>
                    <a:pt x="24133" y="8954"/>
                  </a:cubicBezTo>
                  <a:cubicBezTo>
                    <a:pt x="27674" y="18152"/>
                    <a:pt x="33005" y="34186"/>
                    <a:pt x="36831" y="44564"/>
                  </a:cubicBezTo>
                  <a:cubicBezTo>
                    <a:pt x="39354" y="51320"/>
                    <a:pt x="46476" y="65360"/>
                    <a:pt x="53517" y="78587"/>
                  </a:cubicBezTo>
                  <a:cubicBezTo>
                    <a:pt x="60228" y="91267"/>
                    <a:pt x="66826" y="103237"/>
                    <a:pt x="69117" y="107360"/>
                  </a:cubicBezTo>
                  <a:lnTo>
                    <a:pt x="36104" y="107360"/>
                  </a:lnTo>
                  <a:cubicBezTo>
                    <a:pt x="35648" y="106153"/>
                    <a:pt x="34312" y="102978"/>
                    <a:pt x="32436" y="98651"/>
                  </a:cubicBezTo>
                  <a:cubicBezTo>
                    <a:pt x="26453" y="84773"/>
                    <a:pt x="15180" y="59093"/>
                    <a:pt x="10459" y="48145"/>
                  </a:cubicBezTo>
                  <a:cubicBezTo>
                    <a:pt x="7325" y="40901"/>
                    <a:pt x="4924" y="30971"/>
                    <a:pt x="3296" y="22506"/>
                  </a:cubicBezTo>
                  <a:cubicBezTo>
                    <a:pt x="2483" y="18274"/>
                    <a:pt x="1872" y="14407"/>
                    <a:pt x="1424" y="11437"/>
                  </a:cubicBezTo>
                  <a:cubicBezTo>
                    <a:pt x="977" y="8466"/>
                    <a:pt x="773" y="6349"/>
                    <a:pt x="733" y="5698"/>
                  </a:cubicBezTo>
                  <a:cubicBezTo>
                    <a:pt x="692" y="5332"/>
                    <a:pt x="692" y="5006"/>
                    <a:pt x="692" y="4721"/>
                  </a:cubicBezTo>
                  <a:cubicBezTo>
                    <a:pt x="692" y="4274"/>
                    <a:pt x="733" y="3908"/>
                    <a:pt x="814" y="3663"/>
                  </a:cubicBezTo>
                  <a:cubicBezTo>
                    <a:pt x="936" y="3256"/>
                    <a:pt x="1221" y="2971"/>
                    <a:pt x="1791" y="2646"/>
                  </a:cubicBezTo>
                  <a:cubicBezTo>
                    <a:pt x="2401" y="2320"/>
                    <a:pt x="3296" y="1995"/>
                    <a:pt x="4639" y="1588"/>
                  </a:cubicBezTo>
                  <a:cubicBezTo>
                    <a:pt x="6471" y="1018"/>
                    <a:pt x="9727" y="692"/>
                    <a:pt x="12820" y="692"/>
                  </a:cubicBezTo>
                  <a:close/>
                  <a:moveTo>
                    <a:pt x="12820" y="1"/>
                  </a:moveTo>
                  <a:cubicBezTo>
                    <a:pt x="9645" y="1"/>
                    <a:pt x="6430" y="326"/>
                    <a:pt x="4436" y="937"/>
                  </a:cubicBezTo>
                  <a:cubicBezTo>
                    <a:pt x="2645" y="1466"/>
                    <a:pt x="1546" y="1873"/>
                    <a:pt x="895" y="2442"/>
                  </a:cubicBezTo>
                  <a:cubicBezTo>
                    <a:pt x="529" y="2727"/>
                    <a:pt x="285" y="3053"/>
                    <a:pt x="163" y="3419"/>
                  </a:cubicBezTo>
                  <a:cubicBezTo>
                    <a:pt x="41" y="3826"/>
                    <a:pt x="0" y="4233"/>
                    <a:pt x="0" y="4721"/>
                  </a:cubicBezTo>
                  <a:cubicBezTo>
                    <a:pt x="0" y="5006"/>
                    <a:pt x="0" y="5373"/>
                    <a:pt x="41" y="5739"/>
                  </a:cubicBezTo>
                  <a:cubicBezTo>
                    <a:pt x="81" y="6431"/>
                    <a:pt x="326" y="8547"/>
                    <a:pt x="733" y="11518"/>
                  </a:cubicBezTo>
                  <a:cubicBezTo>
                    <a:pt x="2035" y="20471"/>
                    <a:pt x="5087" y="37442"/>
                    <a:pt x="9849" y="48390"/>
                  </a:cubicBezTo>
                  <a:cubicBezTo>
                    <a:pt x="12982" y="55715"/>
                    <a:pt x="19046" y="69552"/>
                    <a:pt x="24500" y="82087"/>
                  </a:cubicBezTo>
                  <a:cubicBezTo>
                    <a:pt x="27226" y="88354"/>
                    <a:pt x="29831" y="94296"/>
                    <a:pt x="31825" y="98895"/>
                  </a:cubicBezTo>
                  <a:cubicBezTo>
                    <a:pt x="33779" y="103534"/>
                    <a:pt x="35203" y="106831"/>
                    <a:pt x="35569" y="107808"/>
                  </a:cubicBezTo>
                  <a:cubicBezTo>
                    <a:pt x="35610" y="107930"/>
                    <a:pt x="35732" y="108052"/>
                    <a:pt x="35895" y="108052"/>
                  </a:cubicBezTo>
                  <a:lnTo>
                    <a:pt x="69714" y="108052"/>
                  </a:lnTo>
                  <a:cubicBezTo>
                    <a:pt x="69795" y="108052"/>
                    <a:pt x="69918" y="107970"/>
                    <a:pt x="69999" y="107848"/>
                  </a:cubicBezTo>
                  <a:cubicBezTo>
                    <a:pt x="70040" y="107767"/>
                    <a:pt x="70040" y="107645"/>
                    <a:pt x="69999" y="107523"/>
                  </a:cubicBezTo>
                  <a:cubicBezTo>
                    <a:pt x="68005" y="103941"/>
                    <a:pt x="61127" y="91488"/>
                    <a:pt x="54086" y="78261"/>
                  </a:cubicBezTo>
                  <a:cubicBezTo>
                    <a:pt x="47087" y="65035"/>
                    <a:pt x="39965" y="50994"/>
                    <a:pt x="37482" y="44320"/>
                  </a:cubicBezTo>
                  <a:cubicBezTo>
                    <a:pt x="34755" y="36954"/>
                    <a:pt x="31296" y="26739"/>
                    <a:pt x="28244" y="18111"/>
                  </a:cubicBezTo>
                  <a:cubicBezTo>
                    <a:pt x="26697" y="13797"/>
                    <a:pt x="25273" y="9890"/>
                    <a:pt x="24093" y="6960"/>
                  </a:cubicBezTo>
                  <a:cubicBezTo>
                    <a:pt x="23523" y="5454"/>
                    <a:pt x="22994" y="4233"/>
                    <a:pt x="22546" y="3297"/>
                  </a:cubicBezTo>
                  <a:cubicBezTo>
                    <a:pt x="22302" y="2849"/>
                    <a:pt x="22099" y="2483"/>
                    <a:pt x="21936" y="2158"/>
                  </a:cubicBezTo>
                  <a:cubicBezTo>
                    <a:pt x="21732" y="1832"/>
                    <a:pt x="21569" y="1628"/>
                    <a:pt x="21407" y="1466"/>
                  </a:cubicBezTo>
                  <a:cubicBezTo>
                    <a:pt x="21040" y="1181"/>
                    <a:pt x="20593" y="977"/>
                    <a:pt x="20023" y="774"/>
                  </a:cubicBezTo>
                  <a:cubicBezTo>
                    <a:pt x="18314" y="245"/>
                    <a:pt x="15587" y="1"/>
                    <a:pt x="1282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8" name="Google Shape;1882;p35"/>
            <p:cNvSpPr/>
            <p:nvPr/>
          </p:nvSpPr>
          <p:spPr>
            <a:xfrm>
              <a:off x="748440" y="5136120"/>
              <a:ext cx="4891320" cy="360"/>
            </a:xfrm>
            <a:custGeom>
              <a:avLst/>
              <a:gdLst>
                <a:gd name="textAreaLeft" fmla="*/ 0 w 4891320"/>
                <a:gd name="textAreaRight" fmla="*/ 4891680 w 4891320"/>
                <a:gd name="textAreaTop" fmla="*/ 0 h 360"/>
                <a:gd name="textAreaBottom" fmla="*/ 720 h 360"/>
              </a:gdLst>
              <a:ahLst/>
              <a:rect l="textAreaLeft" t="textAreaTop" r="textAreaRight" b="textAreaBottom"/>
              <a:pathLst>
                <a:path w="244590" h="1">
                  <a:moveTo>
                    <a:pt x="0" y="0"/>
                  </a:moveTo>
                  <a:lnTo>
                    <a:pt x="244590" y="0"/>
                  </a:lnTo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60" bIns="3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79" name="Google Shape;1883;p35"/>
            <p:cNvSpPr/>
            <p:nvPr/>
          </p:nvSpPr>
          <p:spPr>
            <a:xfrm>
              <a:off x="741240" y="5129640"/>
              <a:ext cx="4905360" cy="13680"/>
            </a:xfrm>
            <a:custGeom>
              <a:avLst/>
              <a:gdLst>
                <a:gd name="textAreaLeft" fmla="*/ 0 w 4905360"/>
                <a:gd name="textAreaRight" fmla="*/ 4905720 w 4905360"/>
                <a:gd name="textAreaTop" fmla="*/ 0 h 13680"/>
                <a:gd name="textAreaBottom" fmla="*/ 14040 h 13680"/>
              </a:gdLst>
              <a:ahLst/>
              <a:rect l="textAreaLeft" t="textAreaTop" r="textAreaRight" b="textAreaBottom"/>
              <a:pathLst>
                <a:path w="245282" h="693">
                  <a:moveTo>
                    <a:pt x="366" y="1"/>
                  </a:moveTo>
                  <a:cubicBezTo>
                    <a:pt x="163" y="1"/>
                    <a:pt x="0" y="164"/>
                    <a:pt x="0" y="326"/>
                  </a:cubicBezTo>
                  <a:cubicBezTo>
                    <a:pt x="0" y="530"/>
                    <a:pt x="163" y="693"/>
                    <a:pt x="366" y="693"/>
                  </a:cubicBezTo>
                  <a:lnTo>
                    <a:pt x="244956" y="693"/>
                  </a:lnTo>
                  <a:cubicBezTo>
                    <a:pt x="245159" y="693"/>
                    <a:pt x="245281" y="530"/>
                    <a:pt x="245281" y="326"/>
                  </a:cubicBezTo>
                  <a:cubicBezTo>
                    <a:pt x="245281" y="164"/>
                    <a:pt x="245159" y="1"/>
                    <a:pt x="2449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840" bIns="68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680" name="PlaceHolder 1"/>
          <p:cNvSpPr>
            <a:spLocks noGrp="1"/>
          </p:cNvSpPr>
          <p:nvPr>
            <p:ph type="title"/>
          </p:nvPr>
        </p:nvSpPr>
        <p:spPr>
          <a:xfrm>
            <a:off x="5248800" y="2002680"/>
            <a:ext cx="3264120" cy="179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000" strike="noStrike" u="none">
                <a:solidFill>
                  <a:schemeClr val="dk2"/>
                </a:solidFill>
                <a:uFillTx/>
                <a:latin typeface="Fjalla One"/>
                <a:ea typeface="Fjalla One"/>
              </a:rPr>
              <a:t>SUPER</a:t>
            </a:r>
            <a:br>
              <a:rPr sz="5000"/>
            </a:br>
            <a:r>
              <a:rPr b="0" lang="en-US" sz="5000" strike="noStrike" u="none">
                <a:solidFill>
                  <a:schemeClr val="dk2"/>
                </a:solidFill>
                <a:uFillTx/>
                <a:latin typeface="Fjalla One"/>
                <a:ea typeface="Fjalla One"/>
              </a:rPr>
              <a:t>2Artema</a:t>
            </a:r>
            <a:endParaRPr b="0" lang="ru-RU" sz="5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1" name="PlaceHolder 2"/>
          <p:cNvSpPr>
            <a:spLocks noGrp="1"/>
          </p:cNvSpPr>
          <p:nvPr>
            <p:ph type="subTitle"/>
          </p:nvPr>
        </p:nvSpPr>
        <p:spPr>
          <a:xfrm>
            <a:off x="5680440" y="3962880"/>
            <a:ext cx="3264120" cy="89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300" strike="noStrike" u="none">
                <a:solidFill>
                  <a:schemeClr val="accent1"/>
                </a:solidFill>
                <a:uFillTx/>
                <a:latin typeface="Barlow Semi Condensed Medium"/>
                <a:ea typeface="Barlow Semi Condensed Medium"/>
              </a:rPr>
              <a:t>Набока Артем</a:t>
            </a:r>
            <a:endParaRPr b="0" lang="ru-RU" sz="23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300" strike="noStrike" u="none">
                <a:solidFill>
                  <a:schemeClr val="accent1"/>
                </a:solidFill>
                <a:uFillTx/>
                <a:latin typeface="Barlow Semi Condensed Medium"/>
                <a:ea typeface="Barlow Semi Condensed Medium"/>
              </a:rPr>
              <a:t>Кирющенко Артем</a:t>
            </a:r>
            <a:endParaRPr b="0" lang="ru-RU" sz="2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3009;p53"/>
          <p:cNvSpPr/>
          <p:nvPr/>
        </p:nvSpPr>
        <p:spPr>
          <a:xfrm>
            <a:off x="1169640" y="831960"/>
            <a:ext cx="3049560" cy="1018800"/>
          </a:xfrm>
          <a:prstGeom prst="roundRect">
            <a:avLst>
              <a:gd name="adj" fmla="val 16667"/>
            </a:avLst>
          </a:prstGeom>
          <a:noFill/>
          <a:ln w="28575">
            <a:solidFill>
              <a:srgbClr val="77c6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3" name="Google Shape;3010;p53"/>
          <p:cNvSpPr/>
          <p:nvPr/>
        </p:nvSpPr>
        <p:spPr>
          <a:xfrm>
            <a:off x="1183680" y="2125080"/>
            <a:ext cx="3042720" cy="1018800"/>
          </a:xfrm>
          <a:prstGeom prst="roundRect">
            <a:avLst>
              <a:gd name="adj" fmla="val 16667"/>
            </a:avLst>
          </a:prstGeom>
          <a:noFill/>
          <a:ln w="28575">
            <a:solidFill>
              <a:srgbClr val="77c6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4" name="Google Shape;3011;p53"/>
          <p:cNvSpPr/>
          <p:nvPr/>
        </p:nvSpPr>
        <p:spPr>
          <a:xfrm>
            <a:off x="1183680" y="3456720"/>
            <a:ext cx="3042720" cy="1363320"/>
          </a:xfrm>
          <a:prstGeom prst="roundRect">
            <a:avLst>
              <a:gd name="adj" fmla="val 16667"/>
            </a:avLst>
          </a:prstGeom>
          <a:noFill/>
          <a:ln w="28575">
            <a:solidFill>
              <a:srgbClr val="77c6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3108960" y="247680"/>
            <a:ext cx="321840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2"/>
                </a:solidFill>
                <a:uFillTx/>
                <a:latin typeface="Fjalla One"/>
                <a:ea typeface="Fjalla One"/>
              </a:rPr>
              <a:t>SUPER</a:t>
            </a:r>
            <a:r>
              <a:rPr b="0" lang="ru-RU" sz="2800" strike="noStrike" u="none">
                <a:solidFill>
                  <a:schemeClr val="dk2"/>
                </a:solidFill>
                <a:uFillTx/>
                <a:latin typeface="Fjalla One"/>
                <a:ea typeface="Fjalla One"/>
              </a:rPr>
              <a:t> </a:t>
            </a:r>
            <a:r>
              <a:rPr b="0" lang="en-US" sz="2800" strike="noStrike" u="none">
                <a:solidFill>
                  <a:schemeClr val="dk2"/>
                </a:solidFill>
                <a:uFillTx/>
                <a:latin typeface="Fjalla One"/>
                <a:ea typeface="Fjalla One"/>
              </a:rPr>
              <a:t>2Artema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686" name="Google Shape;3013;p53"/>
          <p:cNvGrpSpPr/>
          <p:nvPr/>
        </p:nvGrpSpPr>
        <p:grpSpPr>
          <a:xfrm>
            <a:off x="4318200" y="1073520"/>
            <a:ext cx="4253040" cy="3501000"/>
            <a:chOff x="4318200" y="1073520"/>
            <a:chExt cx="4253040" cy="3501000"/>
          </a:xfrm>
        </p:grpSpPr>
        <p:sp>
          <p:nvSpPr>
            <p:cNvPr id="687" name="Google Shape;3014;p53"/>
            <p:cNvSpPr/>
            <p:nvPr/>
          </p:nvSpPr>
          <p:spPr>
            <a:xfrm>
              <a:off x="4318200" y="1073520"/>
              <a:ext cx="4253040" cy="3501000"/>
            </a:xfrm>
            <a:custGeom>
              <a:avLst/>
              <a:gdLst>
                <a:gd name="textAreaLeft" fmla="*/ 0 w 4253040"/>
                <a:gd name="textAreaRight" fmla="*/ 4253400 w 4253040"/>
                <a:gd name="textAreaTop" fmla="*/ 0 h 3501000"/>
                <a:gd name="textAreaBottom" fmla="*/ 3501360 h 3501000"/>
              </a:gdLst>
              <a:ahLst/>
              <a:rect l="textAreaLeft" t="textAreaTop" r="textAreaRight" b="textAreaBottom"/>
              <a:pathLst>
                <a:path w="246817" h="203184">
                  <a:moveTo>
                    <a:pt x="170638" y="0"/>
                  </a:moveTo>
                  <a:cubicBezTo>
                    <a:pt x="142380" y="0"/>
                    <a:pt x="121472" y="21138"/>
                    <a:pt x="99526" y="32497"/>
                  </a:cubicBezTo>
                  <a:cubicBezTo>
                    <a:pt x="86882" y="39041"/>
                    <a:pt x="72463" y="36527"/>
                    <a:pt x="59043" y="39670"/>
                  </a:cubicBezTo>
                  <a:cubicBezTo>
                    <a:pt x="16157" y="49800"/>
                    <a:pt x="1" y="113241"/>
                    <a:pt x="17858" y="149325"/>
                  </a:cubicBezTo>
                  <a:cubicBezTo>
                    <a:pt x="33311" y="180565"/>
                    <a:pt x="60559" y="196795"/>
                    <a:pt x="102003" y="200529"/>
                  </a:cubicBezTo>
                  <a:cubicBezTo>
                    <a:pt x="116217" y="201822"/>
                    <a:pt x="128973" y="203183"/>
                    <a:pt x="141096" y="203183"/>
                  </a:cubicBezTo>
                  <a:cubicBezTo>
                    <a:pt x="164350" y="203183"/>
                    <a:pt x="185275" y="198173"/>
                    <a:pt x="209698" y="178051"/>
                  </a:cubicBezTo>
                  <a:cubicBezTo>
                    <a:pt x="246816" y="147439"/>
                    <a:pt x="244339" y="83739"/>
                    <a:pt x="227000" y="39374"/>
                  </a:cubicBezTo>
                  <a:cubicBezTo>
                    <a:pt x="227000" y="39374"/>
                    <a:pt x="212175" y="5657"/>
                    <a:pt x="179345" y="666"/>
                  </a:cubicBezTo>
                  <a:cubicBezTo>
                    <a:pt x="176364" y="212"/>
                    <a:pt x="173464" y="0"/>
                    <a:pt x="17063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88" name="Google Shape;3015;p53"/>
            <p:cNvSpPr/>
            <p:nvPr/>
          </p:nvSpPr>
          <p:spPr>
            <a:xfrm>
              <a:off x="4502520" y="1073520"/>
              <a:ext cx="3936960" cy="3501000"/>
            </a:xfrm>
            <a:custGeom>
              <a:avLst/>
              <a:gdLst>
                <a:gd name="textAreaLeft" fmla="*/ 0 w 3936960"/>
                <a:gd name="textAreaRight" fmla="*/ 3937320 w 3936960"/>
                <a:gd name="textAreaTop" fmla="*/ 0 h 3501000"/>
                <a:gd name="textAreaBottom" fmla="*/ 3501360 h 3501000"/>
              </a:gdLst>
              <a:ahLst/>
              <a:rect l="textAreaLeft" t="textAreaTop" r="textAreaRight" b="textAreaBottom"/>
              <a:pathLst>
                <a:path w="228479" h="203192">
                  <a:moveTo>
                    <a:pt x="158345" y="49763"/>
                  </a:moveTo>
                  <a:lnTo>
                    <a:pt x="131689" y="81299"/>
                  </a:lnTo>
                  <a:lnTo>
                    <a:pt x="119230" y="96087"/>
                  </a:lnTo>
                  <a:cubicBezTo>
                    <a:pt x="120007" y="96937"/>
                    <a:pt x="120746" y="97899"/>
                    <a:pt x="121486" y="99008"/>
                  </a:cubicBezTo>
                  <a:lnTo>
                    <a:pt x="156386" y="57638"/>
                  </a:lnTo>
                  <a:cubicBezTo>
                    <a:pt x="156940" y="55641"/>
                    <a:pt x="157495" y="53793"/>
                    <a:pt x="157976" y="52166"/>
                  </a:cubicBezTo>
                  <a:lnTo>
                    <a:pt x="158013" y="51389"/>
                  </a:lnTo>
                  <a:lnTo>
                    <a:pt x="158013" y="51353"/>
                  </a:lnTo>
                  <a:cubicBezTo>
                    <a:pt x="158013" y="51353"/>
                    <a:pt x="158086" y="50761"/>
                    <a:pt x="158345" y="49763"/>
                  </a:cubicBezTo>
                  <a:close/>
                  <a:moveTo>
                    <a:pt x="159972" y="0"/>
                  </a:moveTo>
                  <a:cubicBezTo>
                    <a:pt x="148622" y="0"/>
                    <a:pt x="138455" y="3401"/>
                    <a:pt x="128917" y="8208"/>
                  </a:cubicBezTo>
                  <a:cubicBezTo>
                    <a:pt x="130359" y="8393"/>
                    <a:pt x="131763" y="8614"/>
                    <a:pt x="133131" y="8873"/>
                  </a:cubicBezTo>
                  <a:cubicBezTo>
                    <a:pt x="148437" y="11572"/>
                    <a:pt x="162856" y="18301"/>
                    <a:pt x="175906" y="28948"/>
                  </a:cubicBezTo>
                  <a:lnTo>
                    <a:pt x="171285" y="34420"/>
                  </a:lnTo>
                  <a:cubicBezTo>
                    <a:pt x="173023" y="33902"/>
                    <a:pt x="174760" y="33644"/>
                    <a:pt x="176461" y="33644"/>
                  </a:cubicBezTo>
                  <a:lnTo>
                    <a:pt x="176646" y="33644"/>
                  </a:lnTo>
                  <a:lnTo>
                    <a:pt x="178642" y="31277"/>
                  </a:lnTo>
                  <a:cubicBezTo>
                    <a:pt x="179862" y="32313"/>
                    <a:pt x="181045" y="33385"/>
                    <a:pt x="182154" y="34494"/>
                  </a:cubicBezTo>
                  <a:cubicBezTo>
                    <a:pt x="185519" y="35455"/>
                    <a:pt x="188661" y="37119"/>
                    <a:pt x="191397" y="39152"/>
                  </a:cubicBezTo>
                  <a:cubicBezTo>
                    <a:pt x="193763" y="40927"/>
                    <a:pt x="195353" y="43441"/>
                    <a:pt x="196314" y="46214"/>
                  </a:cubicBezTo>
                  <a:cubicBezTo>
                    <a:pt x="197164" y="48617"/>
                    <a:pt x="197534" y="51205"/>
                    <a:pt x="197645" y="53719"/>
                  </a:cubicBezTo>
                  <a:cubicBezTo>
                    <a:pt x="212581" y="78193"/>
                    <a:pt x="215465" y="108250"/>
                    <a:pt x="204559" y="136496"/>
                  </a:cubicBezTo>
                  <a:lnTo>
                    <a:pt x="200492" y="134832"/>
                  </a:lnTo>
                  <a:cubicBezTo>
                    <a:pt x="200455" y="134869"/>
                    <a:pt x="200455" y="134869"/>
                    <a:pt x="200418" y="134869"/>
                  </a:cubicBezTo>
                  <a:cubicBezTo>
                    <a:pt x="200381" y="134869"/>
                    <a:pt x="200344" y="134832"/>
                    <a:pt x="200270" y="134832"/>
                  </a:cubicBezTo>
                  <a:lnTo>
                    <a:pt x="187330" y="129546"/>
                  </a:lnTo>
                  <a:lnTo>
                    <a:pt x="147587" y="113352"/>
                  </a:lnTo>
                  <a:lnTo>
                    <a:pt x="141819" y="111023"/>
                  </a:lnTo>
                  <a:cubicBezTo>
                    <a:pt x="141745" y="110986"/>
                    <a:pt x="141709" y="110949"/>
                    <a:pt x="141672" y="110875"/>
                  </a:cubicBezTo>
                  <a:lnTo>
                    <a:pt x="123926" y="103629"/>
                  </a:lnTo>
                  <a:lnTo>
                    <a:pt x="123926" y="103629"/>
                  </a:lnTo>
                  <a:cubicBezTo>
                    <a:pt x="124406" y="104812"/>
                    <a:pt x="124924" y="106328"/>
                    <a:pt x="125478" y="108140"/>
                  </a:cubicBezTo>
                  <a:lnTo>
                    <a:pt x="129767" y="109877"/>
                  </a:lnTo>
                  <a:lnTo>
                    <a:pt x="203191" y="139823"/>
                  </a:lnTo>
                  <a:cubicBezTo>
                    <a:pt x="192506" y="164742"/>
                    <a:pt x="172209" y="182783"/>
                    <a:pt x="148400" y="191435"/>
                  </a:cubicBezTo>
                  <a:cubicBezTo>
                    <a:pt x="145258" y="192581"/>
                    <a:pt x="142041" y="193542"/>
                    <a:pt x="138788" y="194355"/>
                  </a:cubicBezTo>
                  <a:cubicBezTo>
                    <a:pt x="131542" y="196130"/>
                    <a:pt x="124074" y="197091"/>
                    <a:pt x="116532" y="197091"/>
                  </a:cubicBezTo>
                  <a:cubicBezTo>
                    <a:pt x="115903" y="197128"/>
                    <a:pt x="115312" y="197128"/>
                    <a:pt x="114683" y="197128"/>
                  </a:cubicBezTo>
                  <a:cubicBezTo>
                    <a:pt x="113796" y="197128"/>
                    <a:pt x="112908" y="197128"/>
                    <a:pt x="112021" y="197091"/>
                  </a:cubicBezTo>
                  <a:lnTo>
                    <a:pt x="111762" y="197091"/>
                  </a:lnTo>
                  <a:cubicBezTo>
                    <a:pt x="99969" y="197091"/>
                    <a:pt x="84959" y="192581"/>
                    <a:pt x="75457" y="188181"/>
                  </a:cubicBezTo>
                  <a:cubicBezTo>
                    <a:pt x="72574" y="186850"/>
                    <a:pt x="70207" y="185556"/>
                    <a:pt x="68581" y="184373"/>
                  </a:cubicBezTo>
                  <a:cubicBezTo>
                    <a:pt x="46472" y="171877"/>
                    <a:pt x="31425" y="152209"/>
                    <a:pt x="24734" y="126810"/>
                  </a:cubicBezTo>
                  <a:lnTo>
                    <a:pt x="82371" y="112613"/>
                  </a:lnTo>
                  <a:cubicBezTo>
                    <a:pt x="82593" y="111245"/>
                    <a:pt x="82814" y="109988"/>
                    <a:pt x="83110" y="108805"/>
                  </a:cubicBezTo>
                  <a:lnTo>
                    <a:pt x="83110" y="108805"/>
                  </a:lnTo>
                  <a:lnTo>
                    <a:pt x="80633" y="109397"/>
                  </a:lnTo>
                  <a:lnTo>
                    <a:pt x="70503" y="111911"/>
                  </a:lnTo>
                  <a:lnTo>
                    <a:pt x="56861" y="115201"/>
                  </a:lnTo>
                  <a:lnTo>
                    <a:pt x="23883" y="123298"/>
                  </a:lnTo>
                  <a:cubicBezTo>
                    <a:pt x="22294" y="116310"/>
                    <a:pt x="21517" y="109323"/>
                    <a:pt x="21517" y="102409"/>
                  </a:cubicBezTo>
                  <a:cubicBezTo>
                    <a:pt x="21554" y="79487"/>
                    <a:pt x="29946" y="57711"/>
                    <a:pt x="44402" y="40779"/>
                  </a:cubicBezTo>
                  <a:lnTo>
                    <a:pt x="44402" y="40779"/>
                  </a:lnTo>
                  <a:cubicBezTo>
                    <a:pt x="15639" y="50132"/>
                    <a:pt x="0" y="84256"/>
                    <a:pt x="0" y="115682"/>
                  </a:cubicBezTo>
                  <a:cubicBezTo>
                    <a:pt x="0" y="127808"/>
                    <a:pt x="2329" y="139565"/>
                    <a:pt x="7173" y="149325"/>
                  </a:cubicBezTo>
                  <a:cubicBezTo>
                    <a:pt x="22626" y="180565"/>
                    <a:pt x="49874" y="196795"/>
                    <a:pt x="91318" y="200529"/>
                  </a:cubicBezTo>
                  <a:cubicBezTo>
                    <a:pt x="105514" y="201823"/>
                    <a:pt x="118269" y="203191"/>
                    <a:pt x="130396" y="203191"/>
                  </a:cubicBezTo>
                  <a:cubicBezTo>
                    <a:pt x="153650" y="203191"/>
                    <a:pt x="174575" y="198200"/>
                    <a:pt x="199013" y="178051"/>
                  </a:cubicBezTo>
                  <a:cubicBezTo>
                    <a:pt x="220160" y="160601"/>
                    <a:pt x="228478" y="132392"/>
                    <a:pt x="228478" y="103112"/>
                  </a:cubicBezTo>
                  <a:cubicBezTo>
                    <a:pt x="228478" y="81077"/>
                    <a:pt x="223783" y="58451"/>
                    <a:pt x="216315" y="39374"/>
                  </a:cubicBezTo>
                  <a:cubicBezTo>
                    <a:pt x="216315" y="39374"/>
                    <a:pt x="201490" y="5657"/>
                    <a:pt x="168660" y="666"/>
                  </a:cubicBezTo>
                  <a:cubicBezTo>
                    <a:pt x="165702" y="185"/>
                    <a:pt x="162782" y="0"/>
                    <a:pt x="159972" y="0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89" name="Google Shape;3016;p53"/>
            <p:cNvSpPr/>
            <p:nvPr/>
          </p:nvSpPr>
          <p:spPr>
            <a:xfrm>
              <a:off x="4928760" y="2871360"/>
              <a:ext cx="3074760" cy="1598400"/>
            </a:xfrm>
            <a:custGeom>
              <a:avLst/>
              <a:gdLst>
                <a:gd name="textAreaLeft" fmla="*/ 0 w 3074760"/>
                <a:gd name="textAreaRight" fmla="*/ 3075120 w 3074760"/>
                <a:gd name="textAreaTop" fmla="*/ 0 h 1598400"/>
                <a:gd name="textAreaBottom" fmla="*/ 1598760 h 1598400"/>
              </a:gdLst>
              <a:ahLst/>
              <a:rect l="textAreaLeft" t="textAreaTop" r="textAreaRight" b="textAreaBottom"/>
              <a:pathLst>
                <a:path w="178458" h="92780">
                  <a:moveTo>
                    <a:pt x="91355" y="1"/>
                  </a:moveTo>
                  <a:lnTo>
                    <a:pt x="1" y="22479"/>
                  </a:lnTo>
                  <a:cubicBezTo>
                    <a:pt x="7838" y="52240"/>
                    <a:pt x="27100" y="74090"/>
                    <a:pt x="55752" y="85773"/>
                  </a:cubicBezTo>
                  <a:cubicBezTo>
                    <a:pt x="67419" y="90528"/>
                    <a:pt x="79493" y="92779"/>
                    <a:pt x="91376" y="92779"/>
                  </a:cubicBezTo>
                  <a:cubicBezTo>
                    <a:pt x="128179" y="92779"/>
                    <a:pt x="163142" y="71181"/>
                    <a:pt x="178458" y="35492"/>
                  </a:cubicBezTo>
                  <a:lnTo>
                    <a:pt x="105034" y="5546"/>
                  </a:lnTo>
                  <a:lnTo>
                    <a:pt x="9135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0" name="Google Shape;3017;p53"/>
            <p:cNvSpPr/>
            <p:nvPr/>
          </p:nvSpPr>
          <p:spPr>
            <a:xfrm>
              <a:off x="4718520" y="1202760"/>
              <a:ext cx="2814840" cy="1995120"/>
            </a:xfrm>
            <a:custGeom>
              <a:avLst/>
              <a:gdLst>
                <a:gd name="textAreaLeft" fmla="*/ 0 w 2814840"/>
                <a:gd name="textAreaRight" fmla="*/ 2815200 w 2814840"/>
                <a:gd name="textAreaTop" fmla="*/ 0 h 1995120"/>
                <a:gd name="textAreaBottom" fmla="*/ 1995480 h 1995120"/>
              </a:gdLst>
              <a:ahLst/>
              <a:rect l="textAreaLeft" t="textAreaTop" r="textAreaRight" b="textAreaBottom"/>
              <a:pathLst>
                <a:path w="163374" h="115796">
                  <a:moveTo>
                    <a:pt x="104967" y="0"/>
                  </a:moveTo>
                  <a:cubicBezTo>
                    <a:pt x="97163" y="0"/>
                    <a:pt x="89179" y="994"/>
                    <a:pt x="81077" y="2998"/>
                  </a:cubicBezTo>
                  <a:cubicBezTo>
                    <a:pt x="30945" y="15346"/>
                    <a:pt x="0" y="65700"/>
                    <a:pt x="11350" y="115796"/>
                  </a:cubicBezTo>
                  <a:lnTo>
                    <a:pt x="82334" y="98345"/>
                  </a:lnTo>
                  <a:lnTo>
                    <a:pt x="102705" y="93317"/>
                  </a:lnTo>
                  <a:lnTo>
                    <a:pt x="119156" y="73797"/>
                  </a:lnTo>
                  <a:lnTo>
                    <a:pt x="163373" y="21446"/>
                  </a:lnTo>
                  <a:cubicBezTo>
                    <a:pt x="150323" y="10799"/>
                    <a:pt x="135904" y="4070"/>
                    <a:pt x="120598" y="1371"/>
                  </a:cubicBezTo>
                  <a:cubicBezTo>
                    <a:pt x="115484" y="459"/>
                    <a:pt x="110267" y="0"/>
                    <a:pt x="10496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1" name="Google Shape;3018;p53"/>
            <p:cNvSpPr/>
            <p:nvPr/>
          </p:nvSpPr>
          <p:spPr>
            <a:xfrm>
              <a:off x="4873320" y="1202760"/>
              <a:ext cx="2660040" cy="1995120"/>
            </a:xfrm>
            <a:custGeom>
              <a:avLst/>
              <a:gdLst>
                <a:gd name="textAreaLeft" fmla="*/ 0 w 2660040"/>
                <a:gd name="textAreaRight" fmla="*/ 2660400 w 2660040"/>
                <a:gd name="textAreaTop" fmla="*/ 0 h 1995120"/>
                <a:gd name="textAreaBottom" fmla="*/ 1995480 h 1995120"/>
              </a:gdLst>
              <a:ahLst/>
              <a:rect l="textAreaLeft" t="textAreaTop" r="textAreaRight" b="textAreaBottom"/>
              <a:pathLst>
                <a:path w="154390" h="115793">
                  <a:moveTo>
                    <a:pt x="96050" y="0"/>
                  </a:moveTo>
                  <a:cubicBezTo>
                    <a:pt x="88212" y="0"/>
                    <a:pt x="80189" y="998"/>
                    <a:pt x="72093" y="2995"/>
                  </a:cubicBezTo>
                  <a:cubicBezTo>
                    <a:pt x="65956" y="4511"/>
                    <a:pt x="60077" y="6581"/>
                    <a:pt x="54569" y="9169"/>
                  </a:cubicBezTo>
                  <a:cubicBezTo>
                    <a:pt x="56824" y="9834"/>
                    <a:pt x="58931" y="10944"/>
                    <a:pt x="60669" y="12570"/>
                  </a:cubicBezTo>
                  <a:cubicBezTo>
                    <a:pt x="65993" y="17413"/>
                    <a:pt x="68728" y="25140"/>
                    <a:pt x="68802" y="32165"/>
                  </a:cubicBezTo>
                  <a:cubicBezTo>
                    <a:pt x="68802" y="32313"/>
                    <a:pt x="68802" y="32498"/>
                    <a:pt x="68802" y="32682"/>
                  </a:cubicBezTo>
                  <a:cubicBezTo>
                    <a:pt x="68802" y="33089"/>
                    <a:pt x="68802" y="33496"/>
                    <a:pt x="68802" y="33939"/>
                  </a:cubicBezTo>
                  <a:cubicBezTo>
                    <a:pt x="68839" y="34272"/>
                    <a:pt x="68913" y="34642"/>
                    <a:pt x="68950" y="35048"/>
                  </a:cubicBezTo>
                  <a:cubicBezTo>
                    <a:pt x="69246" y="34827"/>
                    <a:pt x="69616" y="34679"/>
                    <a:pt x="70022" y="34679"/>
                  </a:cubicBezTo>
                  <a:lnTo>
                    <a:pt x="70059" y="34679"/>
                  </a:lnTo>
                  <a:cubicBezTo>
                    <a:pt x="70170" y="34679"/>
                    <a:pt x="70318" y="34679"/>
                    <a:pt x="70429" y="34716"/>
                  </a:cubicBezTo>
                  <a:cubicBezTo>
                    <a:pt x="70836" y="34790"/>
                    <a:pt x="71205" y="35012"/>
                    <a:pt x="71464" y="35307"/>
                  </a:cubicBezTo>
                  <a:cubicBezTo>
                    <a:pt x="71760" y="35640"/>
                    <a:pt x="71982" y="36047"/>
                    <a:pt x="72130" y="36490"/>
                  </a:cubicBezTo>
                  <a:cubicBezTo>
                    <a:pt x="72462" y="37415"/>
                    <a:pt x="72610" y="38561"/>
                    <a:pt x="72610" y="39781"/>
                  </a:cubicBezTo>
                  <a:cubicBezTo>
                    <a:pt x="72610" y="41444"/>
                    <a:pt x="72315" y="43219"/>
                    <a:pt x="71760" y="44550"/>
                  </a:cubicBezTo>
                  <a:cubicBezTo>
                    <a:pt x="71501" y="45178"/>
                    <a:pt x="71095" y="45622"/>
                    <a:pt x="70688" y="45918"/>
                  </a:cubicBezTo>
                  <a:lnTo>
                    <a:pt x="70651" y="45918"/>
                  </a:lnTo>
                  <a:cubicBezTo>
                    <a:pt x="71723" y="52277"/>
                    <a:pt x="73091" y="59375"/>
                    <a:pt x="74570" y="65623"/>
                  </a:cubicBezTo>
                  <a:cubicBezTo>
                    <a:pt x="75198" y="68137"/>
                    <a:pt x="75827" y="70540"/>
                    <a:pt x="76455" y="72648"/>
                  </a:cubicBezTo>
                  <a:cubicBezTo>
                    <a:pt x="77675" y="72537"/>
                    <a:pt x="78858" y="72426"/>
                    <a:pt x="80041" y="72426"/>
                  </a:cubicBezTo>
                  <a:cubicBezTo>
                    <a:pt x="81077" y="72426"/>
                    <a:pt x="82112" y="72500"/>
                    <a:pt x="83036" y="72759"/>
                  </a:cubicBezTo>
                  <a:cubicBezTo>
                    <a:pt x="83960" y="73054"/>
                    <a:pt x="84811" y="73498"/>
                    <a:pt x="85550" y="74200"/>
                  </a:cubicBezTo>
                  <a:cubicBezTo>
                    <a:pt x="86400" y="75088"/>
                    <a:pt x="86992" y="76788"/>
                    <a:pt x="87473" y="78859"/>
                  </a:cubicBezTo>
                  <a:cubicBezTo>
                    <a:pt x="87731" y="80116"/>
                    <a:pt x="87953" y="81484"/>
                    <a:pt x="88138" y="82926"/>
                  </a:cubicBezTo>
                  <a:lnTo>
                    <a:pt x="88175" y="82926"/>
                  </a:lnTo>
                  <a:cubicBezTo>
                    <a:pt x="89617" y="83036"/>
                    <a:pt x="91909" y="83739"/>
                    <a:pt x="94423" y="85550"/>
                  </a:cubicBezTo>
                  <a:cubicBezTo>
                    <a:pt x="95495" y="86327"/>
                    <a:pt x="96641" y="87325"/>
                    <a:pt x="97713" y="88582"/>
                  </a:cubicBezTo>
                  <a:lnTo>
                    <a:pt x="110172" y="73794"/>
                  </a:lnTo>
                  <a:lnTo>
                    <a:pt x="136828" y="42258"/>
                  </a:lnTo>
                  <a:cubicBezTo>
                    <a:pt x="137124" y="41112"/>
                    <a:pt x="137568" y="39522"/>
                    <a:pt x="138344" y="37747"/>
                  </a:cubicBezTo>
                  <a:cubicBezTo>
                    <a:pt x="139786" y="34420"/>
                    <a:pt x="142263" y="30538"/>
                    <a:pt x="146367" y="28320"/>
                  </a:cubicBezTo>
                  <a:cubicBezTo>
                    <a:pt x="147513" y="27728"/>
                    <a:pt x="148622" y="27248"/>
                    <a:pt x="149768" y="26915"/>
                  </a:cubicBezTo>
                  <a:lnTo>
                    <a:pt x="154389" y="21443"/>
                  </a:lnTo>
                  <a:cubicBezTo>
                    <a:pt x="141339" y="10796"/>
                    <a:pt x="126920" y="4067"/>
                    <a:pt x="111614" y="1368"/>
                  </a:cubicBezTo>
                  <a:cubicBezTo>
                    <a:pt x="106512" y="444"/>
                    <a:pt x="101337" y="0"/>
                    <a:pt x="96050" y="0"/>
                  </a:cubicBezTo>
                  <a:close/>
                  <a:moveTo>
                    <a:pt x="31758" y="24216"/>
                  </a:moveTo>
                  <a:cubicBezTo>
                    <a:pt x="11905" y="41962"/>
                    <a:pt x="37" y="67657"/>
                    <a:pt x="0" y="94904"/>
                  </a:cubicBezTo>
                  <a:cubicBezTo>
                    <a:pt x="0" y="101818"/>
                    <a:pt x="777" y="108805"/>
                    <a:pt x="2366" y="115793"/>
                  </a:cubicBezTo>
                  <a:lnTo>
                    <a:pt x="35344" y="107696"/>
                  </a:lnTo>
                  <a:lnTo>
                    <a:pt x="18005" y="111874"/>
                  </a:lnTo>
                  <a:lnTo>
                    <a:pt x="17931" y="111874"/>
                  </a:lnTo>
                  <a:cubicBezTo>
                    <a:pt x="17857" y="111874"/>
                    <a:pt x="17783" y="111874"/>
                    <a:pt x="17746" y="111800"/>
                  </a:cubicBezTo>
                  <a:cubicBezTo>
                    <a:pt x="17672" y="111763"/>
                    <a:pt x="17598" y="111652"/>
                    <a:pt x="17635" y="111578"/>
                  </a:cubicBezTo>
                  <a:cubicBezTo>
                    <a:pt x="17635" y="111578"/>
                    <a:pt x="17857" y="105071"/>
                    <a:pt x="18411" y="97455"/>
                  </a:cubicBezTo>
                  <a:cubicBezTo>
                    <a:pt x="18929" y="89876"/>
                    <a:pt x="19779" y="81225"/>
                    <a:pt x="20962" y="76825"/>
                  </a:cubicBezTo>
                  <a:cubicBezTo>
                    <a:pt x="21332" y="75605"/>
                    <a:pt x="21665" y="74681"/>
                    <a:pt x="22146" y="74200"/>
                  </a:cubicBezTo>
                  <a:cubicBezTo>
                    <a:pt x="22848" y="73498"/>
                    <a:pt x="23735" y="73054"/>
                    <a:pt x="24660" y="72759"/>
                  </a:cubicBezTo>
                  <a:cubicBezTo>
                    <a:pt x="25584" y="72500"/>
                    <a:pt x="26619" y="72426"/>
                    <a:pt x="27654" y="72426"/>
                  </a:cubicBezTo>
                  <a:cubicBezTo>
                    <a:pt x="29244" y="72426"/>
                    <a:pt x="30871" y="72611"/>
                    <a:pt x="32497" y="72759"/>
                  </a:cubicBezTo>
                  <a:cubicBezTo>
                    <a:pt x="32904" y="72796"/>
                    <a:pt x="33274" y="72833"/>
                    <a:pt x="33643" y="72833"/>
                  </a:cubicBezTo>
                  <a:cubicBezTo>
                    <a:pt x="34198" y="68692"/>
                    <a:pt x="34752" y="62850"/>
                    <a:pt x="34752" y="55678"/>
                  </a:cubicBezTo>
                  <a:cubicBezTo>
                    <a:pt x="34752" y="53682"/>
                    <a:pt x="34716" y="51537"/>
                    <a:pt x="34605" y="49319"/>
                  </a:cubicBezTo>
                  <a:cubicBezTo>
                    <a:pt x="34087" y="49171"/>
                    <a:pt x="33569" y="48839"/>
                    <a:pt x="33126" y="48247"/>
                  </a:cubicBezTo>
                  <a:cubicBezTo>
                    <a:pt x="31758" y="46435"/>
                    <a:pt x="30760" y="43441"/>
                    <a:pt x="30760" y="41186"/>
                  </a:cubicBezTo>
                  <a:cubicBezTo>
                    <a:pt x="30760" y="40557"/>
                    <a:pt x="30834" y="39966"/>
                    <a:pt x="31018" y="39485"/>
                  </a:cubicBezTo>
                  <a:cubicBezTo>
                    <a:pt x="31203" y="39004"/>
                    <a:pt x="31499" y="38598"/>
                    <a:pt x="31980" y="38376"/>
                  </a:cubicBezTo>
                  <a:cubicBezTo>
                    <a:pt x="32238" y="38265"/>
                    <a:pt x="32534" y="38191"/>
                    <a:pt x="32793" y="38191"/>
                  </a:cubicBezTo>
                  <a:cubicBezTo>
                    <a:pt x="33126" y="38191"/>
                    <a:pt x="33459" y="38302"/>
                    <a:pt x="33717" y="38413"/>
                  </a:cubicBezTo>
                  <a:cubicBezTo>
                    <a:pt x="32386" y="34938"/>
                    <a:pt x="31573" y="31093"/>
                    <a:pt x="31573" y="27322"/>
                  </a:cubicBezTo>
                  <a:cubicBezTo>
                    <a:pt x="31573" y="26286"/>
                    <a:pt x="31610" y="25251"/>
                    <a:pt x="31758" y="24216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2" name="Google Shape;3019;p53"/>
            <p:cNvSpPr/>
            <p:nvPr/>
          </p:nvSpPr>
          <p:spPr>
            <a:xfrm>
              <a:off x="6556320" y="1612440"/>
              <a:ext cx="1722240" cy="1812960"/>
            </a:xfrm>
            <a:custGeom>
              <a:avLst/>
              <a:gdLst>
                <a:gd name="textAreaLeft" fmla="*/ 0 w 1722240"/>
                <a:gd name="textAreaRight" fmla="*/ 1722600 w 1722240"/>
                <a:gd name="textAreaTop" fmla="*/ 0 h 1812960"/>
                <a:gd name="textAreaBottom" fmla="*/ 1813320 h 1812960"/>
              </a:gdLst>
              <a:ahLst/>
              <a:rect l="textAreaLeft" t="textAreaTop" r="textAreaRight" b="textAreaBottom"/>
              <a:pathLst>
                <a:path w="99969" h="105220">
                  <a:moveTo>
                    <a:pt x="59449" y="0"/>
                  </a:moveTo>
                  <a:lnTo>
                    <a:pt x="0" y="70430"/>
                  </a:lnTo>
                  <a:lnTo>
                    <a:pt x="59375" y="94645"/>
                  </a:lnTo>
                  <a:lnTo>
                    <a:pt x="85366" y="105219"/>
                  </a:lnTo>
                  <a:cubicBezTo>
                    <a:pt x="99969" y="67546"/>
                    <a:pt x="89876" y="26582"/>
                    <a:pt x="59449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3" name="Google Shape;3020;p53"/>
            <p:cNvSpPr/>
            <p:nvPr/>
          </p:nvSpPr>
          <p:spPr>
            <a:xfrm>
              <a:off x="6318360" y="155592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29">
                  <a:moveTo>
                    <a:pt x="296" y="0"/>
                  </a:moveTo>
                  <a:cubicBezTo>
                    <a:pt x="111" y="0"/>
                    <a:pt x="0" y="148"/>
                    <a:pt x="0" y="333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333"/>
                  </a:cubicBezTo>
                  <a:cubicBezTo>
                    <a:pt x="24031" y="148"/>
                    <a:pt x="23883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4" name="Google Shape;3021;p53"/>
            <p:cNvSpPr/>
            <p:nvPr/>
          </p:nvSpPr>
          <p:spPr>
            <a:xfrm>
              <a:off x="6318360" y="162468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30">
                  <a:moveTo>
                    <a:pt x="296" y="1"/>
                  </a:moveTo>
                  <a:cubicBezTo>
                    <a:pt x="111" y="1"/>
                    <a:pt x="0" y="149"/>
                    <a:pt x="0" y="297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297"/>
                  </a:cubicBezTo>
                  <a:cubicBezTo>
                    <a:pt x="24031" y="149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5" name="Google Shape;3022;p53"/>
            <p:cNvSpPr/>
            <p:nvPr/>
          </p:nvSpPr>
          <p:spPr>
            <a:xfrm>
              <a:off x="6318360" y="169344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30">
                  <a:moveTo>
                    <a:pt x="296" y="1"/>
                  </a:moveTo>
                  <a:cubicBezTo>
                    <a:pt x="111" y="1"/>
                    <a:pt x="0" y="149"/>
                    <a:pt x="0" y="296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296"/>
                  </a:cubicBezTo>
                  <a:cubicBezTo>
                    <a:pt x="24031" y="149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6" name="Google Shape;3023;p53"/>
            <p:cNvSpPr/>
            <p:nvPr/>
          </p:nvSpPr>
          <p:spPr>
            <a:xfrm>
              <a:off x="6318360" y="1762200"/>
              <a:ext cx="413640" cy="972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9720"/>
                <a:gd name="textAreaBottom" fmla="*/ 10080 h 9720"/>
              </a:gdLst>
              <a:ahLst/>
              <a:rect l="textAreaLeft" t="textAreaTop" r="textAreaRight" b="textAreaBottom"/>
              <a:pathLst>
                <a:path w="24032" h="593">
                  <a:moveTo>
                    <a:pt x="296" y="1"/>
                  </a:moveTo>
                  <a:cubicBezTo>
                    <a:pt x="111" y="1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23699" y="592"/>
                  </a:lnTo>
                  <a:cubicBezTo>
                    <a:pt x="23883" y="592"/>
                    <a:pt x="24031" y="481"/>
                    <a:pt x="24031" y="296"/>
                  </a:cubicBezTo>
                  <a:cubicBezTo>
                    <a:pt x="24031" y="111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040" bIns="5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7" name="Google Shape;3024;p53"/>
            <p:cNvSpPr/>
            <p:nvPr/>
          </p:nvSpPr>
          <p:spPr>
            <a:xfrm>
              <a:off x="6678720" y="250056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30">
                  <a:moveTo>
                    <a:pt x="297" y="1"/>
                  </a:moveTo>
                  <a:cubicBezTo>
                    <a:pt x="112" y="1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296"/>
                  </a:cubicBezTo>
                  <a:cubicBezTo>
                    <a:pt x="24032" y="148"/>
                    <a:pt x="23884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8" name="Google Shape;3025;p53"/>
            <p:cNvSpPr/>
            <p:nvPr/>
          </p:nvSpPr>
          <p:spPr>
            <a:xfrm>
              <a:off x="6678720" y="2569320"/>
              <a:ext cx="413640" cy="972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9720"/>
                <a:gd name="textAreaBottom" fmla="*/ 10080 h 9720"/>
              </a:gdLst>
              <a:ahLst/>
              <a:rect l="textAreaLeft" t="textAreaTop" r="textAreaRight" b="textAreaBottom"/>
              <a:pathLst>
                <a:path w="24032" h="592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81"/>
                    <a:pt x="112" y="592"/>
                    <a:pt x="297" y="592"/>
                  </a:cubicBezTo>
                  <a:lnTo>
                    <a:pt x="23699" y="592"/>
                  </a:lnTo>
                  <a:cubicBezTo>
                    <a:pt x="23884" y="592"/>
                    <a:pt x="24032" y="481"/>
                    <a:pt x="24032" y="296"/>
                  </a:cubicBezTo>
                  <a:cubicBezTo>
                    <a:pt x="24032" y="111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040" bIns="5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699" name="Google Shape;3026;p53"/>
            <p:cNvSpPr/>
            <p:nvPr/>
          </p:nvSpPr>
          <p:spPr>
            <a:xfrm>
              <a:off x="6678720" y="2638080"/>
              <a:ext cx="413640" cy="972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9720"/>
                <a:gd name="textAreaBottom" fmla="*/ 10080 h 9720"/>
              </a:gdLst>
              <a:ahLst/>
              <a:rect l="textAreaLeft" t="textAreaTop" r="textAreaRight" b="textAreaBottom"/>
              <a:pathLst>
                <a:path w="24032" h="592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44"/>
                    <a:pt x="112" y="592"/>
                    <a:pt x="297" y="592"/>
                  </a:cubicBezTo>
                  <a:lnTo>
                    <a:pt x="23699" y="592"/>
                  </a:lnTo>
                  <a:cubicBezTo>
                    <a:pt x="23884" y="592"/>
                    <a:pt x="24032" y="444"/>
                    <a:pt x="24032" y="296"/>
                  </a:cubicBezTo>
                  <a:cubicBezTo>
                    <a:pt x="24032" y="111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040" bIns="5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0" name="Google Shape;3027;p53"/>
            <p:cNvSpPr/>
            <p:nvPr/>
          </p:nvSpPr>
          <p:spPr>
            <a:xfrm>
              <a:off x="6678720" y="270648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29">
                  <a:moveTo>
                    <a:pt x="297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1" name="Google Shape;3028;p53"/>
            <p:cNvSpPr/>
            <p:nvPr/>
          </p:nvSpPr>
          <p:spPr>
            <a:xfrm>
              <a:off x="5382360" y="3393720"/>
              <a:ext cx="413640" cy="972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9720"/>
                <a:gd name="textAreaBottom" fmla="*/ 10080 h 9720"/>
              </a:gdLst>
              <a:ahLst/>
              <a:rect l="textAreaLeft" t="textAreaTop" r="textAreaRight" b="textAreaBottom"/>
              <a:pathLst>
                <a:path w="24032" h="593">
                  <a:moveTo>
                    <a:pt x="296" y="1"/>
                  </a:moveTo>
                  <a:cubicBezTo>
                    <a:pt x="112" y="1"/>
                    <a:pt x="1" y="111"/>
                    <a:pt x="1" y="296"/>
                  </a:cubicBezTo>
                  <a:cubicBezTo>
                    <a:pt x="1" y="444"/>
                    <a:pt x="112" y="592"/>
                    <a:pt x="296" y="592"/>
                  </a:cubicBezTo>
                  <a:lnTo>
                    <a:pt x="23699" y="592"/>
                  </a:lnTo>
                  <a:cubicBezTo>
                    <a:pt x="23884" y="592"/>
                    <a:pt x="24032" y="444"/>
                    <a:pt x="24032" y="296"/>
                  </a:cubicBezTo>
                  <a:cubicBezTo>
                    <a:pt x="24032" y="111"/>
                    <a:pt x="23884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040" bIns="5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2" name="Google Shape;3029;p53"/>
            <p:cNvSpPr/>
            <p:nvPr/>
          </p:nvSpPr>
          <p:spPr>
            <a:xfrm>
              <a:off x="5382360" y="346212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29">
                  <a:moveTo>
                    <a:pt x="296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3" name="Google Shape;3030;p53"/>
            <p:cNvSpPr/>
            <p:nvPr/>
          </p:nvSpPr>
          <p:spPr>
            <a:xfrm>
              <a:off x="5382360" y="353088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29">
                  <a:moveTo>
                    <a:pt x="296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4" name="Google Shape;3031;p53"/>
            <p:cNvSpPr/>
            <p:nvPr/>
          </p:nvSpPr>
          <p:spPr>
            <a:xfrm>
              <a:off x="5382360" y="3599640"/>
              <a:ext cx="413640" cy="10440"/>
            </a:xfrm>
            <a:custGeom>
              <a:avLst/>
              <a:gdLst>
                <a:gd name="textAreaLeft" fmla="*/ 0 w 413640"/>
                <a:gd name="textAreaRight" fmla="*/ 414000 w 413640"/>
                <a:gd name="textAreaTop" fmla="*/ 0 h 10440"/>
                <a:gd name="textAreaBottom" fmla="*/ 10800 h 10440"/>
              </a:gdLst>
              <a:ahLst/>
              <a:rect l="textAreaLeft" t="textAreaTop" r="textAreaRight" b="textAreaBottom"/>
              <a:pathLst>
                <a:path w="24032" h="629">
                  <a:moveTo>
                    <a:pt x="296" y="0"/>
                  </a:moveTo>
                  <a:cubicBezTo>
                    <a:pt x="112" y="0"/>
                    <a:pt x="1" y="148"/>
                    <a:pt x="1" y="296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296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5" name="Google Shape;3032;p53"/>
            <p:cNvSpPr/>
            <p:nvPr/>
          </p:nvSpPr>
          <p:spPr>
            <a:xfrm>
              <a:off x="5437800" y="1691640"/>
              <a:ext cx="785160" cy="886680"/>
            </a:xfrm>
            <a:custGeom>
              <a:avLst/>
              <a:gdLst>
                <a:gd name="textAreaLeft" fmla="*/ 0 w 785160"/>
                <a:gd name="textAreaRight" fmla="*/ 785520 w 785160"/>
                <a:gd name="textAreaTop" fmla="*/ 0 h 886680"/>
                <a:gd name="textAreaBottom" fmla="*/ 887040 h 886680"/>
              </a:gdLst>
              <a:ahLst/>
              <a:rect l="textAreaLeft" t="textAreaTop" r="textAreaRight" b="textAreaBottom"/>
              <a:pathLst>
                <a:path w="45585" h="51465">
                  <a:moveTo>
                    <a:pt x="34937" y="1"/>
                  </a:moveTo>
                  <a:lnTo>
                    <a:pt x="296" y="3328"/>
                  </a:lnTo>
                  <a:cubicBezTo>
                    <a:pt x="4991" y="31352"/>
                    <a:pt x="0" y="51464"/>
                    <a:pt x="0" y="51464"/>
                  </a:cubicBezTo>
                  <a:lnTo>
                    <a:pt x="45585" y="50207"/>
                  </a:lnTo>
                  <a:cubicBezTo>
                    <a:pt x="39891" y="38302"/>
                    <a:pt x="34937" y="1"/>
                    <a:pt x="34937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6" name="Google Shape;3033;p53"/>
            <p:cNvSpPr/>
            <p:nvPr/>
          </p:nvSpPr>
          <p:spPr>
            <a:xfrm>
              <a:off x="5463720" y="1994040"/>
              <a:ext cx="715680" cy="464760"/>
            </a:xfrm>
            <a:custGeom>
              <a:avLst/>
              <a:gdLst>
                <a:gd name="textAreaLeft" fmla="*/ 0 w 715680"/>
                <a:gd name="textAreaRight" fmla="*/ 716040 w 715680"/>
                <a:gd name="textAreaTop" fmla="*/ 0 h 464760"/>
                <a:gd name="textAreaBottom" fmla="*/ 465120 h 464760"/>
              </a:gdLst>
              <a:ahLst/>
              <a:rect l="textAreaLeft" t="textAreaTop" r="textAreaRight" b="textAreaBottom"/>
              <a:pathLst>
                <a:path w="41556" h="26990">
                  <a:moveTo>
                    <a:pt x="26805" y="13532"/>
                  </a:moveTo>
                  <a:lnTo>
                    <a:pt x="26768" y="13569"/>
                  </a:lnTo>
                  <a:cubicBezTo>
                    <a:pt x="26583" y="15713"/>
                    <a:pt x="26435" y="17969"/>
                    <a:pt x="26435" y="19743"/>
                  </a:cubicBezTo>
                  <a:cubicBezTo>
                    <a:pt x="26435" y="20372"/>
                    <a:pt x="26435" y="20963"/>
                    <a:pt x="26509" y="21444"/>
                  </a:cubicBezTo>
                  <a:cubicBezTo>
                    <a:pt x="26546" y="21888"/>
                    <a:pt x="26620" y="22294"/>
                    <a:pt x="26694" y="22516"/>
                  </a:cubicBezTo>
                  <a:cubicBezTo>
                    <a:pt x="26878" y="22960"/>
                    <a:pt x="27174" y="23366"/>
                    <a:pt x="27581" y="23736"/>
                  </a:cubicBezTo>
                  <a:lnTo>
                    <a:pt x="26805" y="13532"/>
                  </a:lnTo>
                  <a:close/>
                  <a:moveTo>
                    <a:pt x="10168" y="12053"/>
                  </a:moveTo>
                  <a:lnTo>
                    <a:pt x="10168" y="12053"/>
                  </a:lnTo>
                  <a:cubicBezTo>
                    <a:pt x="10390" y="15713"/>
                    <a:pt x="10537" y="19632"/>
                    <a:pt x="10537" y="23625"/>
                  </a:cubicBezTo>
                  <a:cubicBezTo>
                    <a:pt x="10537" y="23921"/>
                    <a:pt x="10537" y="24217"/>
                    <a:pt x="10537" y="24512"/>
                  </a:cubicBezTo>
                  <a:cubicBezTo>
                    <a:pt x="10759" y="24402"/>
                    <a:pt x="10981" y="24254"/>
                    <a:pt x="11166" y="24106"/>
                  </a:cubicBezTo>
                  <a:cubicBezTo>
                    <a:pt x="11794" y="23625"/>
                    <a:pt x="12238" y="23071"/>
                    <a:pt x="12460" y="22516"/>
                  </a:cubicBezTo>
                  <a:cubicBezTo>
                    <a:pt x="12534" y="22294"/>
                    <a:pt x="12608" y="21888"/>
                    <a:pt x="12645" y="21444"/>
                  </a:cubicBezTo>
                  <a:cubicBezTo>
                    <a:pt x="12682" y="20963"/>
                    <a:pt x="12719" y="20372"/>
                    <a:pt x="12719" y="19743"/>
                  </a:cubicBezTo>
                  <a:cubicBezTo>
                    <a:pt x="12719" y="18117"/>
                    <a:pt x="12608" y="16120"/>
                    <a:pt x="12423" y="14124"/>
                  </a:cubicBezTo>
                  <a:cubicBezTo>
                    <a:pt x="11647" y="13495"/>
                    <a:pt x="10907" y="12793"/>
                    <a:pt x="10168" y="12053"/>
                  </a:cubicBezTo>
                  <a:close/>
                  <a:moveTo>
                    <a:pt x="29725" y="8578"/>
                  </a:moveTo>
                  <a:cubicBezTo>
                    <a:pt x="28986" y="10131"/>
                    <a:pt x="28209" y="11573"/>
                    <a:pt x="27359" y="12793"/>
                  </a:cubicBezTo>
                  <a:lnTo>
                    <a:pt x="28246" y="24291"/>
                  </a:lnTo>
                  <a:cubicBezTo>
                    <a:pt x="28838" y="24697"/>
                    <a:pt x="29577" y="25067"/>
                    <a:pt x="30391" y="25400"/>
                  </a:cubicBezTo>
                  <a:cubicBezTo>
                    <a:pt x="30945" y="25622"/>
                    <a:pt x="31574" y="25843"/>
                    <a:pt x="32202" y="26028"/>
                  </a:cubicBezTo>
                  <a:cubicBezTo>
                    <a:pt x="32128" y="25696"/>
                    <a:pt x="32054" y="25363"/>
                    <a:pt x="32017" y="25030"/>
                  </a:cubicBezTo>
                  <a:cubicBezTo>
                    <a:pt x="31389" y="21222"/>
                    <a:pt x="30760" y="16712"/>
                    <a:pt x="30206" y="12386"/>
                  </a:cubicBezTo>
                  <a:cubicBezTo>
                    <a:pt x="30021" y="11092"/>
                    <a:pt x="29873" y="9798"/>
                    <a:pt x="29725" y="8578"/>
                  </a:cubicBezTo>
                  <a:close/>
                  <a:moveTo>
                    <a:pt x="5731" y="5990"/>
                  </a:moveTo>
                  <a:lnTo>
                    <a:pt x="5731" y="5990"/>
                  </a:lnTo>
                  <a:cubicBezTo>
                    <a:pt x="5768" y="6988"/>
                    <a:pt x="5768" y="8024"/>
                    <a:pt x="5768" y="9059"/>
                  </a:cubicBezTo>
                  <a:cubicBezTo>
                    <a:pt x="5768" y="15270"/>
                    <a:pt x="5399" y="21666"/>
                    <a:pt x="5066" y="26472"/>
                  </a:cubicBezTo>
                  <a:cubicBezTo>
                    <a:pt x="6877" y="26102"/>
                    <a:pt x="8578" y="25585"/>
                    <a:pt x="9909" y="24882"/>
                  </a:cubicBezTo>
                  <a:cubicBezTo>
                    <a:pt x="9909" y="24475"/>
                    <a:pt x="9909" y="24032"/>
                    <a:pt x="9909" y="23625"/>
                  </a:cubicBezTo>
                  <a:cubicBezTo>
                    <a:pt x="9909" y="19374"/>
                    <a:pt x="9761" y="15159"/>
                    <a:pt x="9502" y="11351"/>
                  </a:cubicBezTo>
                  <a:cubicBezTo>
                    <a:pt x="8578" y="10279"/>
                    <a:pt x="7728" y="9133"/>
                    <a:pt x="6951" y="7987"/>
                  </a:cubicBezTo>
                  <a:cubicBezTo>
                    <a:pt x="6545" y="7321"/>
                    <a:pt x="6138" y="6656"/>
                    <a:pt x="5731" y="5990"/>
                  </a:cubicBezTo>
                  <a:close/>
                  <a:moveTo>
                    <a:pt x="33274" y="1"/>
                  </a:moveTo>
                  <a:lnTo>
                    <a:pt x="33274" y="1"/>
                  </a:lnTo>
                  <a:cubicBezTo>
                    <a:pt x="33385" y="518"/>
                    <a:pt x="33496" y="1110"/>
                    <a:pt x="33607" y="1702"/>
                  </a:cubicBezTo>
                  <a:cubicBezTo>
                    <a:pt x="34827" y="8134"/>
                    <a:pt x="36491" y="16231"/>
                    <a:pt x="38081" y="22775"/>
                  </a:cubicBezTo>
                  <a:cubicBezTo>
                    <a:pt x="38450" y="24291"/>
                    <a:pt x="38783" y="25696"/>
                    <a:pt x="39153" y="26953"/>
                  </a:cubicBezTo>
                  <a:cubicBezTo>
                    <a:pt x="39818" y="26953"/>
                    <a:pt x="40521" y="26879"/>
                    <a:pt x="41223" y="26805"/>
                  </a:cubicBezTo>
                  <a:cubicBezTo>
                    <a:pt x="41334" y="26805"/>
                    <a:pt x="41445" y="26805"/>
                    <a:pt x="41556" y="26768"/>
                  </a:cubicBezTo>
                  <a:cubicBezTo>
                    <a:pt x="40927" y="24697"/>
                    <a:pt x="40299" y="22331"/>
                    <a:pt x="39707" y="19854"/>
                  </a:cubicBezTo>
                  <a:cubicBezTo>
                    <a:pt x="38450" y="14567"/>
                    <a:pt x="37267" y="8652"/>
                    <a:pt x="36306" y="3106"/>
                  </a:cubicBezTo>
                  <a:cubicBezTo>
                    <a:pt x="36121" y="2145"/>
                    <a:pt x="35973" y="1184"/>
                    <a:pt x="35825" y="260"/>
                  </a:cubicBezTo>
                  <a:cubicBezTo>
                    <a:pt x="35567" y="334"/>
                    <a:pt x="35271" y="371"/>
                    <a:pt x="35012" y="371"/>
                  </a:cubicBezTo>
                  <a:cubicBezTo>
                    <a:pt x="34384" y="371"/>
                    <a:pt x="33755" y="186"/>
                    <a:pt x="33274" y="1"/>
                  </a:cubicBezTo>
                  <a:close/>
                  <a:moveTo>
                    <a:pt x="3698" y="2256"/>
                  </a:moveTo>
                  <a:cubicBezTo>
                    <a:pt x="3587" y="2367"/>
                    <a:pt x="3439" y="2478"/>
                    <a:pt x="3291" y="2589"/>
                  </a:cubicBezTo>
                  <a:cubicBezTo>
                    <a:pt x="2700" y="3032"/>
                    <a:pt x="1886" y="3476"/>
                    <a:pt x="999" y="3513"/>
                  </a:cubicBezTo>
                  <a:lnTo>
                    <a:pt x="962" y="3513"/>
                  </a:lnTo>
                  <a:cubicBezTo>
                    <a:pt x="1073" y="5694"/>
                    <a:pt x="1110" y="7765"/>
                    <a:pt x="1110" y="9761"/>
                  </a:cubicBezTo>
                  <a:cubicBezTo>
                    <a:pt x="1110" y="16933"/>
                    <a:pt x="555" y="22775"/>
                    <a:pt x="1" y="26953"/>
                  </a:cubicBezTo>
                  <a:cubicBezTo>
                    <a:pt x="297" y="26989"/>
                    <a:pt x="592" y="26989"/>
                    <a:pt x="851" y="26989"/>
                  </a:cubicBezTo>
                  <a:cubicBezTo>
                    <a:pt x="1332" y="26989"/>
                    <a:pt x="1775" y="26953"/>
                    <a:pt x="2219" y="26916"/>
                  </a:cubicBezTo>
                  <a:cubicBezTo>
                    <a:pt x="2330" y="26916"/>
                    <a:pt x="2404" y="26879"/>
                    <a:pt x="2515" y="26879"/>
                  </a:cubicBezTo>
                  <a:lnTo>
                    <a:pt x="2552" y="26879"/>
                  </a:lnTo>
                  <a:cubicBezTo>
                    <a:pt x="3180" y="26805"/>
                    <a:pt x="3809" y="26731"/>
                    <a:pt x="4437" y="26620"/>
                  </a:cubicBezTo>
                  <a:cubicBezTo>
                    <a:pt x="4437" y="26435"/>
                    <a:pt x="4437" y="26287"/>
                    <a:pt x="4474" y="26139"/>
                  </a:cubicBezTo>
                  <a:cubicBezTo>
                    <a:pt x="4807" y="21370"/>
                    <a:pt x="5140" y="15085"/>
                    <a:pt x="5140" y="9059"/>
                  </a:cubicBezTo>
                  <a:cubicBezTo>
                    <a:pt x="5140" y="7617"/>
                    <a:pt x="5140" y="6249"/>
                    <a:pt x="5103" y="4881"/>
                  </a:cubicBezTo>
                  <a:cubicBezTo>
                    <a:pt x="4622" y="3994"/>
                    <a:pt x="4142" y="3143"/>
                    <a:pt x="3698" y="2256"/>
                  </a:cubicBezTo>
                  <a:close/>
                  <a:moveTo>
                    <a:pt x="32683" y="186"/>
                  </a:moveTo>
                  <a:cubicBezTo>
                    <a:pt x="32017" y="2774"/>
                    <a:pt x="31167" y="5251"/>
                    <a:pt x="30206" y="7469"/>
                  </a:cubicBezTo>
                  <a:cubicBezTo>
                    <a:pt x="30871" y="13052"/>
                    <a:pt x="31759" y="19669"/>
                    <a:pt x="32609" y="24919"/>
                  </a:cubicBezTo>
                  <a:cubicBezTo>
                    <a:pt x="32683" y="25363"/>
                    <a:pt x="32757" y="25769"/>
                    <a:pt x="32831" y="26213"/>
                  </a:cubicBezTo>
                  <a:cubicBezTo>
                    <a:pt x="33940" y="26472"/>
                    <a:pt x="35086" y="26694"/>
                    <a:pt x="36232" y="26842"/>
                  </a:cubicBezTo>
                  <a:lnTo>
                    <a:pt x="36269" y="26842"/>
                  </a:lnTo>
                  <a:cubicBezTo>
                    <a:pt x="36491" y="26879"/>
                    <a:pt x="36713" y="26879"/>
                    <a:pt x="36934" y="26916"/>
                  </a:cubicBezTo>
                  <a:cubicBezTo>
                    <a:pt x="37156" y="26953"/>
                    <a:pt x="37341" y="26953"/>
                    <a:pt x="37563" y="26953"/>
                  </a:cubicBezTo>
                  <a:cubicBezTo>
                    <a:pt x="37822" y="26989"/>
                    <a:pt x="38044" y="26989"/>
                    <a:pt x="38265" y="26989"/>
                  </a:cubicBezTo>
                  <a:lnTo>
                    <a:pt x="38524" y="26989"/>
                  </a:lnTo>
                  <a:cubicBezTo>
                    <a:pt x="38191" y="25732"/>
                    <a:pt x="37822" y="24365"/>
                    <a:pt x="37489" y="22923"/>
                  </a:cubicBezTo>
                  <a:cubicBezTo>
                    <a:pt x="36417" y="18560"/>
                    <a:pt x="35308" y="13495"/>
                    <a:pt x="34347" y="8689"/>
                  </a:cubicBezTo>
                  <a:cubicBezTo>
                    <a:pt x="33755" y="5694"/>
                    <a:pt x="33163" y="2774"/>
                    <a:pt x="32683" y="18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7" name="Google Shape;3034;p53"/>
            <p:cNvSpPr/>
            <p:nvPr/>
          </p:nvSpPr>
          <p:spPr>
            <a:xfrm>
              <a:off x="5432040" y="1685880"/>
              <a:ext cx="796680" cy="897840"/>
            </a:xfrm>
            <a:custGeom>
              <a:avLst/>
              <a:gdLst>
                <a:gd name="textAreaLeft" fmla="*/ 0 w 796680"/>
                <a:gd name="textAreaRight" fmla="*/ 797040 w 796680"/>
                <a:gd name="textAreaTop" fmla="*/ 0 h 897840"/>
                <a:gd name="textAreaBottom" fmla="*/ 898200 h 897840"/>
              </a:gdLst>
              <a:ahLst/>
              <a:rect l="textAreaLeft" t="textAreaTop" r="textAreaRight" b="textAreaBottom"/>
              <a:pathLst>
                <a:path w="46251" h="52129">
                  <a:moveTo>
                    <a:pt x="35012" y="657"/>
                  </a:moveTo>
                  <a:cubicBezTo>
                    <a:pt x="35230" y="2328"/>
                    <a:pt x="36393" y="11067"/>
                    <a:pt x="38154" y="20999"/>
                  </a:cubicBezTo>
                  <a:cubicBezTo>
                    <a:pt x="39115" y="26545"/>
                    <a:pt x="40298" y="32460"/>
                    <a:pt x="41555" y="37747"/>
                  </a:cubicBezTo>
                  <a:cubicBezTo>
                    <a:pt x="42754" y="42789"/>
                    <a:pt x="44087" y="47226"/>
                    <a:pt x="45459" y="50256"/>
                  </a:cubicBezTo>
                  <a:lnTo>
                    <a:pt x="45459" y="50256"/>
                  </a:lnTo>
                  <a:lnTo>
                    <a:pt x="723" y="51488"/>
                  </a:lnTo>
                  <a:lnTo>
                    <a:pt x="723" y="51488"/>
                  </a:lnTo>
                  <a:cubicBezTo>
                    <a:pt x="1160" y="49518"/>
                    <a:pt x="2958" y="40712"/>
                    <a:pt x="2958" y="27654"/>
                  </a:cubicBezTo>
                  <a:cubicBezTo>
                    <a:pt x="2958" y="20791"/>
                    <a:pt x="2453" y="12775"/>
                    <a:pt x="981" y="3926"/>
                  </a:cubicBezTo>
                  <a:lnTo>
                    <a:pt x="981" y="3926"/>
                  </a:lnTo>
                  <a:lnTo>
                    <a:pt x="35012" y="657"/>
                  </a:lnTo>
                  <a:close/>
                  <a:moveTo>
                    <a:pt x="35270" y="0"/>
                  </a:moveTo>
                  <a:lnTo>
                    <a:pt x="592" y="3364"/>
                  </a:lnTo>
                  <a:cubicBezTo>
                    <a:pt x="518" y="3364"/>
                    <a:pt x="444" y="3401"/>
                    <a:pt x="407" y="3475"/>
                  </a:cubicBezTo>
                  <a:cubicBezTo>
                    <a:pt x="333" y="3549"/>
                    <a:pt x="333" y="3623"/>
                    <a:pt x="333" y="3697"/>
                  </a:cubicBezTo>
                  <a:cubicBezTo>
                    <a:pt x="1812" y="12644"/>
                    <a:pt x="2329" y="20741"/>
                    <a:pt x="2329" y="27654"/>
                  </a:cubicBezTo>
                  <a:cubicBezTo>
                    <a:pt x="2329" y="35048"/>
                    <a:pt x="1738" y="41075"/>
                    <a:pt x="1183" y="45252"/>
                  </a:cubicBezTo>
                  <a:cubicBezTo>
                    <a:pt x="888" y="47323"/>
                    <a:pt x="592" y="48949"/>
                    <a:pt x="370" y="50058"/>
                  </a:cubicBezTo>
                  <a:cubicBezTo>
                    <a:pt x="259" y="50613"/>
                    <a:pt x="185" y="51020"/>
                    <a:pt x="111" y="51315"/>
                  </a:cubicBezTo>
                  <a:cubicBezTo>
                    <a:pt x="37" y="51611"/>
                    <a:pt x="0" y="51722"/>
                    <a:pt x="0" y="51722"/>
                  </a:cubicBezTo>
                  <a:cubicBezTo>
                    <a:pt x="0" y="51833"/>
                    <a:pt x="0" y="51944"/>
                    <a:pt x="74" y="52018"/>
                  </a:cubicBezTo>
                  <a:cubicBezTo>
                    <a:pt x="148" y="52092"/>
                    <a:pt x="222" y="52129"/>
                    <a:pt x="333" y="52129"/>
                  </a:cubicBezTo>
                  <a:lnTo>
                    <a:pt x="45955" y="50835"/>
                  </a:lnTo>
                  <a:cubicBezTo>
                    <a:pt x="46029" y="50835"/>
                    <a:pt x="46140" y="50798"/>
                    <a:pt x="46177" y="50687"/>
                  </a:cubicBezTo>
                  <a:cubicBezTo>
                    <a:pt x="46251" y="50613"/>
                    <a:pt x="46251" y="50502"/>
                    <a:pt x="46214" y="50391"/>
                  </a:cubicBezTo>
                  <a:cubicBezTo>
                    <a:pt x="44809" y="47470"/>
                    <a:pt x="43404" y="42849"/>
                    <a:pt x="42147" y="37599"/>
                  </a:cubicBezTo>
                  <a:cubicBezTo>
                    <a:pt x="40261" y="29725"/>
                    <a:pt x="38598" y="20371"/>
                    <a:pt x="37452" y="13014"/>
                  </a:cubicBezTo>
                  <a:cubicBezTo>
                    <a:pt x="36860" y="9354"/>
                    <a:pt x="36416" y="6137"/>
                    <a:pt x="36084" y="3882"/>
                  </a:cubicBezTo>
                  <a:cubicBezTo>
                    <a:pt x="35936" y="2773"/>
                    <a:pt x="35788" y="1849"/>
                    <a:pt x="35714" y="1220"/>
                  </a:cubicBezTo>
                  <a:cubicBezTo>
                    <a:pt x="35640" y="629"/>
                    <a:pt x="35603" y="296"/>
                    <a:pt x="35603" y="296"/>
                  </a:cubicBezTo>
                  <a:cubicBezTo>
                    <a:pt x="35566" y="111"/>
                    <a:pt x="35418" y="0"/>
                    <a:pt x="3527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8" name="Google Shape;3035;p53"/>
            <p:cNvSpPr/>
            <p:nvPr/>
          </p:nvSpPr>
          <p:spPr>
            <a:xfrm>
              <a:off x="5528160" y="1886400"/>
              <a:ext cx="34560" cy="70128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701280"/>
                <a:gd name="textAreaBottom" fmla="*/ 701640 h 701280"/>
              </a:gdLst>
              <a:ahLst/>
              <a:rect l="textAreaLeft" t="textAreaTop" r="textAreaRight" b="textAreaBottom"/>
              <a:pathLst>
                <a:path w="2035" h="40719">
                  <a:moveTo>
                    <a:pt x="541" y="1"/>
                  </a:moveTo>
                  <a:cubicBezTo>
                    <a:pt x="521" y="1"/>
                    <a:pt x="501" y="3"/>
                    <a:pt x="482" y="8"/>
                  </a:cubicBezTo>
                  <a:cubicBezTo>
                    <a:pt x="297" y="45"/>
                    <a:pt x="186" y="193"/>
                    <a:pt x="223" y="378"/>
                  </a:cubicBezTo>
                  <a:cubicBezTo>
                    <a:pt x="1110" y="4186"/>
                    <a:pt x="1406" y="9657"/>
                    <a:pt x="1406" y="15314"/>
                  </a:cubicBezTo>
                  <a:cubicBezTo>
                    <a:pt x="1406" y="21340"/>
                    <a:pt x="1073" y="27625"/>
                    <a:pt x="740" y="32394"/>
                  </a:cubicBezTo>
                  <a:cubicBezTo>
                    <a:pt x="555" y="34760"/>
                    <a:pt x="371" y="36757"/>
                    <a:pt x="260" y="38162"/>
                  </a:cubicBezTo>
                  <a:cubicBezTo>
                    <a:pt x="112" y="39566"/>
                    <a:pt x="38" y="40380"/>
                    <a:pt x="38" y="40380"/>
                  </a:cubicBezTo>
                  <a:cubicBezTo>
                    <a:pt x="1" y="40528"/>
                    <a:pt x="149" y="40713"/>
                    <a:pt x="297" y="40713"/>
                  </a:cubicBezTo>
                  <a:cubicBezTo>
                    <a:pt x="316" y="40716"/>
                    <a:pt x="335" y="40718"/>
                    <a:pt x="354" y="40718"/>
                  </a:cubicBezTo>
                  <a:cubicBezTo>
                    <a:pt x="511" y="40718"/>
                    <a:pt x="629" y="40586"/>
                    <a:pt x="629" y="40454"/>
                  </a:cubicBezTo>
                  <a:cubicBezTo>
                    <a:pt x="629" y="40417"/>
                    <a:pt x="2034" y="27440"/>
                    <a:pt x="2034" y="15314"/>
                  </a:cubicBezTo>
                  <a:cubicBezTo>
                    <a:pt x="2034" y="9620"/>
                    <a:pt x="1739" y="4149"/>
                    <a:pt x="851" y="230"/>
                  </a:cubicBezTo>
                  <a:cubicBezTo>
                    <a:pt x="819" y="101"/>
                    <a:pt x="675" y="1"/>
                    <a:pt x="54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09" name="Google Shape;3036;p53"/>
            <p:cNvSpPr/>
            <p:nvPr/>
          </p:nvSpPr>
          <p:spPr>
            <a:xfrm>
              <a:off x="5600880" y="1899720"/>
              <a:ext cx="44280" cy="68076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680760"/>
                <a:gd name="textAreaBottom" fmla="*/ 681120 h 680760"/>
              </a:gdLst>
              <a:ahLst/>
              <a:rect l="textAreaLeft" t="textAreaTop" r="textAreaRight" b="textAreaBottom"/>
              <a:pathLst>
                <a:path w="2589" h="39528">
                  <a:moveTo>
                    <a:pt x="259" y="0"/>
                  </a:moveTo>
                  <a:cubicBezTo>
                    <a:pt x="111" y="37"/>
                    <a:pt x="1" y="185"/>
                    <a:pt x="1" y="370"/>
                  </a:cubicBezTo>
                  <a:cubicBezTo>
                    <a:pt x="1" y="370"/>
                    <a:pt x="38" y="592"/>
                    <a:pt x="111" y="998"/>
                  </a:cubicBezTo>
                  <a:cubicBezTo>
                    <a:pt x="481" y="3882"/>
                    <a:pt x="1960" y="16341"/>
                    <a:pt x="1960" y="29096"/>
                  </a:cubicBezTo>
                  <a:cubicBezTo>
                    <a:pt x="1960" y="32497"/>
                    <a:pt x="1849" y="35936"/>
                    <a:pt x="1590" y="39189"/>
                  </a:cubicBezTo>
                  <a:cubicBezTo>
                    <a:pt x="1590" y="39374"/>
                    <a:pt x="1701" y="39522"/>
                    <a:pt x="1886" y="39522"/>
                  </a:cubicBezTo>
                  <a:cubicBezTo>
                    <a:pt x="1906" y="39526"/>
                    <a:pt x="1925" y="39528"/>
                    <a:pt x="1943" y="39528"/>
                  </a:cubicBezTo>
                  <a:cubicBezTo>
                    <a:pt x="2100" y="39528"/>
                    <a:pt x="2219" y="39395"/>
                    <a:pt x="2219" y="39263"/>
                  </a:cubicBezTo>
                  <a:cubicBezTo>
                    <a:pt x="2478" y="35973"/>
                    <a:pt x="2588" y="32497"/>
                    <a:pt x="2588" y="29096"/>
                  </a:cubicBezTo>
                  <a:cubicBezTo>
                    <a:pt x="2588" y="14456"/>
                    <a:pt x="629" y="296"/>
                    <a:pt x="629" y="259"/>
                  </a:cubicBezTo>
                  <a:cubicBezTo>
                    <a:pt x="592" y="111"/>
                    <a:pt x="444" y="0"/>
                    <a:pt x="25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0" name="Google Shape;3037;p53"/>
            <p:cNvSpPr/>
            <p:nvPr/>
          </p:nvSpPr>
          <p:spPr>
            <a:xfrm>
              <a:off x="5906520" y="1978920"/>
              <a:ext cx="55800" cy="591480"/>
            </a:xfrm>
            <a:custGeom>
              <a:avLst/>
              <a:gdLst>
                <a:gd name="textAreaLeft" fmla="*/ 0 w 55800"/>
                <a:gd name="textAreaRight" fmla="*/ 56160 w 55800"/>
                <a:gd name="textAreaTop" fmla="*/ 0 h 591480"/>
                <a:gd name="textAreaBottom" fmla="*/ 591840 h 591480"/>
              </a:gdLst>
              <a:ahLst/>
              <a:rect l="textAreaLeft" t="textAreaTop" r="textAreaRight" b="textAreaBottom"/>
              <a:pathLst>
                <a:path w="3254" h="34347">
                  <a:moveTo>
                    <a:pt x="296" y="1"/>
                  </a:moveTo>
                  <a:cubicBezTo>
                    <a:pt x="148" y="38"/>
                    <a:pt x="0" y="185"/>
                    <a:pt x="37" y="333"/>
                  </a:cubicBezTo>
                  <a:lnTo>
                    <a:pt x="2625" y="34051"/>
                  </a:lnTo>
                  <a:cubicBezTo>
                    <a:pt x="2625" y="34235"/>
                    <a:pt x="2773" y="34346"/>
                    <a:pt x="2958" y="34346"/>
                  </a:cubicBezTo>
                  <a:cubicBezTo>
                    <a:pt x="3106" y="34346"/>
                    <a:pt x="3254" y="34198"/>
                    <a:pt x="3217" y="34014"/>
                  </a:cubicBezTo>
                  <a:lnTo>
                    <a:pt x="629" y="296"/>
                  </a:lnTo>
                  <a:cubicBezTo>
                    <a:pt x="629" y="111"/>
                    <a:pt x="481" y="1"/>
                    <a:pt x="29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1" name="Google Shape;3038;p53"/>
            <p:cNvSpPr/>
            <p:nvPr/>
          </p:nvSpPr>
          <p:spPr>
            <a:xfrm>
              <a:off x="5951160" y="1917000"/>
              <a:ext cx="108000" cy="657000"/>
            </a:xfrm>
            <a:custGeom>
              <a:avLst/>
              <a:gdLst>
                <a:gd name="textAreaLeft" fmla="*/ 0 w 108000"/>
                <a:gd name="textAreaRight" fmla="*/ 108360 w 108000"/>
                <a:gd name="textAreaTop" fmla="*/ 0 h 657000"/>
                <a:gd name="textAreaBottom" fmla="*/ 657360 h 657000"/>
              </a:gdLst>
              <a:ahLst/>
              <a:rect l="textAreaLeft" t="textAreaTop" r="textAreaRight" b="textAreaBottom"/>
              <a:pathLst>
                <a:path w="6286" h="38146">
                  <a:moveTo>
                    <a:pt x="296" y="0"/>
                  </a:moveTo>
                  <a:cubicBezTo>
                    <a:pt x="148" y="37"/>
                    <a:pt x="0" y="185"/>
                    <a:pt x="37" y="333"/>
                  </a:cubicBezTo>
                  <a:cubicBezTo>
                    <a:pt x="37" y="333"/>
                    <a:pt x="814" y="8245"/>
                    <a:pt x="1923" y="16859"/>
                  </a:cubicBezTo>
                  <a:cubicBezTo>
                    <a:pt x="2477" y="21185"/>
                    <a:pt x="3106" y="25695"/>
                    <a:pt x="3734" y="29503"/>
                  </a:cubicBezTo>
                  <a:cubicBezTo>
                    <a:pt x="4363" y="33311"/>
                    <a:pt x="5028" y="36380"/>
                    <a:pt x="5620" y="37932"/>
                  </a:cubicBezTo>
                  <a:cubicBezTo>
                    <a:pt x="5675" y="38069"/>
                    <a:pt x="5791" y="38146"/>
                    <a:pt x="5907" y="38146"/>
                  </a:cubicBezTo>
                  <a:cubicBezTo>
                    <a:pt x="5948" y="38146"/>
                    <a:pt x="5988" y="38136"/>
                    <a:pt x="6027" y="38117"/>
                  </a:cubicBezTo>
                  <a:cubicBezTo>
                    <a:pt x="6174" y="38043"/>
                    <a:pt x="6285" y="37858"/>
                    <a:pt x="6211" y="37711"/>
                  </a:cubicBezTo>
                  <a:cubicBezTo>
                    <a:pt x="5620" y="36269"/>
                    <a:pt x="4954" y="33163"/>
                    <a:pt x="4326" y="29392"/>
                  </a:cubicBezTo>
                  <a:cubicBezTo>
                    <a:pt x="3402" y="23699"/>
                    <a:pt x="2477" y="16415"/>
                    <a:pt x="1775" y="10574"/>
                  </a:cubicBezTo>
                  <a:cubicBezTo>
                    <a:pt x="1442" y="7653"/>
                    <a:pt x="1146" y="5065"/>
                    <a:pt x="962" y="3217"/>
                  </a:cubicBezTo>
                  <a:cubicBezTo>
                    <a:pt x="740" y="1405"/>
                    <a:pt x="629" y="296"/>
                    <a:pt x="629" y="296"/>
                  </a:cubicBezTo>
                  <a:cubicBezTo>
                    <a:pt x="629" y="111"/>
                    <a:pt x="481" y="0"/>
                    <a:pt x="29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2" name="Google Shape;3039;p53"/>
            <p:cNvSpPr/>
            <p:nvPr/>
          </p:nvSpPr>
          <p:spPr>
            <a:xfrm>
              <a:off x="5995800" y="1824480"/>
              <a:ext cx="176760" cy="74232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742320"/>
                <a:gd name="textAreaBottom" fmla="*/ 742680 h 742320"/>
              </a:gdLst>
              <a:ahLst/>
              <a:rect l="textAreaLeft" t="textAreaTop" r="textAreaRight" b="textAreaBottom"/>
              <a:pathLst>
                <a:path w="10279" h="43108">
                  <a:moveTo>
                    <a:pt x="356" y="0"/>
                  </a:moveTo>
                  <a:cubicBezTo>
                    <a:pt x="336" y="0"/>
                    <a:pt x="316" y="3"/>
                    <a:pt x="296" y="8"/>
                  </a:cubicBezTo>
                  <a:cubicBezTo>
                    <a:pt x="111" y="8"/>
                    <a:pt x="0" y="193"/>
                    <a:pt x="37" y="340"/>
                  </a:cubicBezTo>
                  <a:cubicBezTo>
                    <a:pt x="37" y="340"/>
                    <a:pt x="1516" y="8918"/>
                    <a:pt x="3476" y="18530"/>
                  </a:cubicBezTo>
                  <a:cubicBezTo>
                    <a:pt x="4437" y="23336"/>
                    <a:pt x="5546" y="28401"/>
                    <a:pt x="6618" y="32764"/>
                  </a:cubicBezTo>
                  <a:cubicBezTo>
                    <a:pt x="7690" y="37163"/>
                    <a:pt x="8725" y="40823"/>
                    <a:pt x="9650" y="42931"/>
                  </a:cubicBezTo>
                  <a:cubicBezTo>
                    <a:pt x="9677" y="43039"/>
                    <a:pt x="9783" y="43108"/>
                    <a:pt x="9911" y="43108"/>
                  </a:cubicBezTo>
                  <a:cubicBezTo>
                    <a:pt x="9957" y="43108"/>
                    <a:pt x="10007" y="43098"/>
                    <a:pt x="10056" y="43079"/>
                  </a:cubicBezTo>
                  <a:cubicBezTo>
                    <a:pt x="10204" y="43005"/>
                    <a:pt x="10278" y="42820"/>
                    <a:pt x="10204" y="42672"/>
                  </a:cubicBezTo>
                  <a:cubicBezTo>
                    <a:pt x="9317" y="40675"/>
                    <a:pt x="8282" y="36978"/>
                    <a:pt x="7210" y="32616"/>
                  </a:cubicBezTo>
                  <a:cubicBezTo>
                    <a:pt x="5620" y="26072"/>
                    <a:pt x="3956" y="17975"/>
                    <a:pt x="2736" y="11543"/>
                  </a:cubicBezTo>
                  <a:cubicBezTo>
                    <a:pt x="2108" y="8289"/>
                    <a:pt x="1590" y="5479"/>
                    <a:pt x="1220" y="3446"/>
                  </a:cubicBezTo>
                  <a:cubicBezTo>
                    <a:pt x="1035" y="2448"/>
                    <a:pt x="888" y="1634"/>
                    <a:pt x="777" y="1117"/>
                  </a:cubicBezTo>
                  <a:cubicBezTo>
                    <a:pt x="703" y="562"/>
                    <a:pt x="629" y="229"/>
                    <a:pt x="629" y="229"/>
                  </a:cubicBezTo>
                  <a:cubicBezTo>
                    <a:pt x="629" y="101"/>
                    <a:pt x="489" y="0"/>
                    <a:pt x="35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3" name="Google Shape;3040;p53"/>
            <p:cNvSpPr/>
            <p:nvPr/>
          </p:nvSpPr>
          <p:spPr>
            <a:xfrm>
              <a:off x="5390640" y="1866240"/>
              <a:ext cx="142200" cy="182520"/>
            </a:xfrm>
            <a:custGeom>
              <a:avLst/>
              <a:gdLst>
                <a:gd name="textAreaLeft" fmla="*/ 0 w 142200"/>
                <a:gd name="textAreaRight" fmla="*/ 142560 w 142200"/>
                <a:gd name="textAreaTop" fmla="*/ 0 h 182520"/>
                <a:gd name="textAreaBottom" fmla="*/ 182880 h 182520"/>
              </a:gdLst>
              <a:ahLst/>
              <a:rect l="textAreaLeft" t="textAreaTop" r="textAreaRight" b="textAreaBottom"/>
              <a:pathLst>
                <a:path w="8282" h="10606">
                  <a:moveTo>
                    <a:pt x="2784" y="0"/>
                  </a:moveTo>
                  <a:cubicBezTo>
                    <a:pt x="2558" y="0"/>
                    <a:pt x="2320" y="51"/>
                    <a:pt x="2071" y="167"/>
                  </a:cubicBezTo>
                  <a:cubicBezTo>
                    <a:pt x="0" y="1128"/>
                    <a:pt x="1294" y="6858"/>
                    <a:pt x="3365" y="9557"/>
                  </a:cubicBezTo>
                  <a:cubicBezTo>
                    <a:pt x="3957" y="10330"/>
                    <a:pt x="4614" y="10606"/>
                    <a:pt x="5249" y="10606"/>
                  </a:cubicBezTo>
                  <a:cubicBezTo>
                    <a:pt x="6832" y="10606"/>
                    <a:pt x="8282" y="8892"/>
                    <a:pt x="8282" y="8892"/>
                  </a:cubicBezTo>
                  <a:lnTo>
                    <a:pt x="5435" y="2718"/>
                  </a:lnTo>
                  <a:cubicBezTo>
                    <a:pt x="5435" y="2718"/>
                    <a:pt x="4434" y="0"/>
                    <a:pt x="278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4" name="Google Shape;3041;p53"/>
            <p:cNvSpPr/>
            <p:nvPr/>
          </p:nvSpPr>
          <p:spPr>
            <a:xfrm>
              <a:off x="5413680" y="1871640"/>
              <a:ext cx="109080" cy="17172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71720"/>
                <a:gd name="textAreaBottom" fmla="*/ 172080 h 171720"/>
              </a:gdLst>
              <a:ahLst/>
              <a:rect l="textAreaLeft" t="textAreaTop" r="textAreaRight" b="textAreaBottom"/>
              <a:pathLst>
                <a:path w="6360" h="9983">
                  <a:moveTo>
                    <a:pt x="1442" y="0"/>
                  </a:moveTo>
                  <a:cubicBezTo>
                    <a:pt x="1294" y="0"/>
                    <a:pt x="1109" y="37"/>
                    <a:pt x="887" y="148"/>
                  </a:cubicBezTo>
                  <a:cubicBezTo>
                    <a:pt x="592" y="259"/>
                    <a:pt x="370" y="518"/>
                    <a:pt x="222" y="888"/>
                  </a:cubicBezTo>
                  <a:cubicBezTo>
                    <a:pt x="74" y="1258"/>
                    <a:pt x="0" y="1775"/>
                    <a:pt x="0" y="2367"/>
                  </a:cubicBezTo>
                  <a:cubicBezTo>
                    <a:pt x="0" y="4437"/>
                    <a:pt x="998" y="7395"/>
                    <a:pt x="2255" y="9058"/>
                  </a:cubicBezTo>
                  <a:cubicBezTo>
                    <a:pt x="2810" y="9761"/>
                    <a:pt x="3365" y="9983"/>
                    <a:pt x="3919" y="9983"/>
                  </a:cubicBezTo>
                  <a:cubicBezTo>
                    <a:pt x="4548" y="9983"/>
                    <a:pt x="5213" y="9650"/>
                    <a:pt x="5731" y="9280"/>
                  </a:cubicBezTo>
                  <a:cubicBezTo>
                    <a:pt x="5989" y="9095"/>
                    <a:pt x="6174" y="8910"/>
                    <a:pt x="6359" y="8763"/>
                  </a:cubicBezTo>
                  <a:cubicBezTo>
                    <a:pt x="5879" y="7801"/>
                    <a:pt x="5435" y="6840"/>
                    <a:pt x="4991" y="5879"/>
                  </a:cubicBezTo>
                  <a:cubicBezTo>
                    <a:pt x="4954" y="5879"/>
                    <a:pt x="4917" y="5879"/>
                    <a:pt x="4843" y="5842"/>
                  </a:cubicBezTo>
                  <a:lnTo>
                    <a:pt x="4326" y="5842"/>
                  </a:lnTo>
                  <a:cubicBezTo>
                    <a:pt x="4178" y="5842"/>
                    <a:pt x="3993" y="5842"/>
                    <a:pt x="3882" y="5879"/>
                  </a:cubicBezTo>
                  <a:cubicBezTo>
                    <a:pt x="3771" y="5879"/>
                    <a:pt x="3697" y="5916"/>
                    <a:pt x="3697" y="5953"/>
                  </a:cubicBezTo>
                  <a:cubicBezTo>
                    <a:pt x="3697" y="5953"/>
                    <a:pt x="3697" y="6027"/>
                    <a:pt x="3771" y="6101"/>
                  </a:cubicBezTo>
                  <a:cubicBezTo>
                    <a:pt x="3845" y="6249"/>
                    <a:pt x="3808" y="6433"/>
                    <a:pt x="3697" y="6544"/>
                  </a:cubicBezTo>
                  <a:cubicBezTo>
                    <a:pt x="3623" y="6581"/>
                    <a:pt x="3586" y="6581"/>
                    <a:pt x="3512" y="6581"/>
                  </a:cubicBezTo>
                  <a:cubicBezTo>
                    <a:pt x="3401" y="6581"/>
                    <a:pt x="3328" y="6544"/>
                    <a:pt x="3254" y="6470"/>
                  </a:cubicBezTo>
                  <a:cubicBezTo>
                    <a:pt x="3143" y="6286"/>
                    <a:pt x="3069" y="6101"/>
                    <a:pt x="3069" y="5916"/>
                  </a:cubicBezTo>
                  <a:cubicBezTo>
                    <a:pt x="3069" y="5768"/>
                    <a:pt x="3143" y="5620"/>
                    <a:pt x="3254" y="5509"/>
                  </a:cubicBezTo>
                  <a:cubicBezTo>
                    <a:pt x="3365" y="5398"/>
                    <a:pt x="3475" y="5361"/>
                    <a:pt x="3586" y="5324"/>
                  </a:cubicBezTo>
                  <a:cubicBezTo>
                    <a:pt x="3808" y="5213"/>
                    <a:pt x="4067" y="5213"/>
                    <a:pt x="4326" y="5213"/>
                  </a:cubicBezTo>
                  <a:cubicBezTo>
                    <a:pt x="4178" y="5065"/>
                    <a:pt x="3993" y="4881"/>
                    <a:pt x="3808" y="4696"/>
                  </a:cubicBezTo>
                  <a:cubicBezTo>
                    <a:pt x="3217" y="4104"/>
                    <a:pt x="2477" y="3439"/>
                    <a:pt x="1997" y="3180"/>
                  </a:cubicBezTo>
                  <a:cubicBezTo>
                    <a:pt x="1849" y="3106"/>
                    <a:pt x="1738" y="3032"/>
                    <a:pt x="1664" y="3032"/>
                  </a:cubicBezTo>
                  <a:lnTo>
                    <a:pt x="1664" y="3069"/>
                  </a:lnTo>
                  <a:cubicBezTo>
                    <a:pt x="1627" y="3143"/>
                    <a:pt x="1590" y="3291"/>
                    <a:pt x="1590" y="3476"/>
                  </a:cubicBezTo>
                  <a:cubicBezTo>
                    <a:pt x="1590" y="3993"/>
                    <a:pt x="1738" y="4659"/>
                    <a:pt x="1812" y="4992"/>
                  </a:cubicBezTo>
                  <a:cubicBezTo>
                    <a:pt x="1849" y="5065"/>
                    <a:pt x="1849" y="5139"/>
                    <a:pt x="1849" y="5139"/>
                  </a:cubicBezTo>
                  <a:cubicBezTo>
                    <a:pt x="1886" y="5324"/>
                    <a:pt x="1812" y="5472"/>
                    <a:pt x="1627" y="5509"/>
                  </a:cubicBezTo>
                  <a:cubicBezTo>
                    <a:pt x="1627" y="5509"/>
                    <a:pt x="1590" y="5546"/>
                    <a:pt x="1553" y="5546"/>
                  </a:cubicBezTo>
                  <a:cubicBezTo>
                    <a:pt x="1405" y="5546"/>
                    <a:pt x="1294" y="5435"/>
                    <a:pt x="1257" y="5287"/>
                  </a:cubicBezTo>
                  <a:cubicBezTo>
                    <a:pt x="1257" y="5287"/>
                    <a:pt x="998" y="4289"/>
                    <a:pt x="998" y="3476"/>
                  </a:cubicBezTo>
                  <a:cubicBezTo>
                    <a:pt x="998" y="3291"/>
                    <a:pt x="998" y="3143"/>
                    <a:pt x="1035" y="2995"/>
                  </a:cubicBezTo>
                  <a:cubicBezTo>
                    <a:pt x="1072" y="2810"/>
                    <a:pt x="1146" y="2662"/>
                    <a:pt x="1294" y="2551"/>
                  </a:cubicBezTo>
                  <a:cubicBezTo>
                    <a:pt x="1368" y="2478"/>
                    <a:pt x="1516" y="2404"/>
                    <a:pt x="1664" y="2404"/>
                  </a:cubicBezTo>
                  <a:lnTo>
                    <a:pt x="1812" y="2441"/>
                  </a:lnTo>
                  <a:cubicBezTo>
                    <a:pt x="1960" y="2478"/>
                    <a:pt x="2108" y="2551"/>
                    <a:pt x="2292" y="2625"/>
                  </a:cubicBezTo>
                  <a:cubicBezTo>
                    <a:pt x="2477" y="2736"/>
                    <a:pt x="2625" y="2847"/>
                    <a:pt x="2810" y="2995"/>
                  </a:cubicBezTo>
                  <a:cubicBezTo>
                    <a:pt x="3180" y="3291"/>
                    <a:pt x="3586" y="3661"/>
                    <a:pt x="3956" y="3993"/>
                  </a:cubicBezTo>
                  <a:cubicBezTo>
                    <a:pt x="4104" y="4104"/>
                    <a:pt x="4215" y="4252"/>
                    <a:pt x="4326" y="4363"/>
                  </a:cubicBezTo>
                  <a:cubicBezTo>
                    <a:pt x="3845" y="3254"/>
                    <a:pt x="3401" y="2145"/>
                    <a:pt x="2921" y="1036"/>
                  </a:cubicBezTo>
                  <a:cubicBezTo>
                    <a:pt x="2884" y="962"/>
                    <a:pt x="2847" y="888"/>
                    <a:pt x="2847" y="814"/>
                  </a:cubicBezTo>
                  <a:cubicBezTo>
                    <a:pt x="2699" y="629"/>
                    <a:pt x="2551" y="481"/>
                    <a:pt x="2366" y="370"/>
                  </a:cubicBezTo>
                  <a:cubicBezTo>
                    <a:pt x="2071" y="111"/>
                    <a:pt x="1775" y="0"/>
                    <a:pt x="1442" y="0"/>
                  </a:cubicBezTo>
                  <a:close/>
                </a:path>
              </a:pathLst>
            </a:custGeom>
            <a:solidFill>
              <a:srgbClr val="70707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6040" bIns="86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5" name="Google Shape;3042;p53"/>
            <p:cNvSpPr/>
            <p:nvPr/>
          </p:nvSpPr>
          <p:spPr>
            <a:xfrm>
              <a:off x="5430600" y="1913040"/>
              <a:ext cx="75960" cy="7200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72000"/>
                <a:gd name="textAreaBottom" fmla="*/ 72360 h 72000"/>
              </a:gdLst>
              <a:ahLst/>
              <a:rect l="textAreaLeft" t="textAreaTop" r="textAreaRight" b="textAreaBottom"/>
              <a:pathLst>
                <a:path w="4437" h="4206">
                  <a:moveTo>
                    <a:pt x="666" y="1"/>
                  </a:moveTo>
                  <a:cubicBezTo>
                    <a:pt x="518" y="1"/>
                    <a:pt x="407" y="75"/>
                    <a:pt x="296" y="148"/>
                  </a:cubicBezTo>
                  <a:cubicBezTo>
                    <a:pt x="148" y="259"/>
                    <a:pt x="74" y="407"/>
                    <a:pt x="37" y="592"/>
                  </a:cubicBezTo>
                  <a:cubicBezTo>
                    <a:pt x="0" y="740"/>
                    <a:pt x="0" y="888"/>
                    <a:pt x="0" y="1073"/>
                  </a:cubicBezTo>
                  <a:cubicBezTo>
                    <a:pt x="0" y="1886"/>
                    <a:pt x="259" y="2884"/>
                    <a:pt x="259" y="2884"/>
                  </a:cubicBezTo>
                  <a:cubicBezTo>
                    <a:pt x="290" y="3038"/>
                    <a:pt x="424" y="3115"/>
                    <a:pt x="553" y="3115"/>
                  </a:cubicBezTo>
                  <a:cubicBezTo>
                    <a:pt x="579" y="3115"/>
                    <a:pt x="604" y="3112"/>
                    <a:pt x="629" y="3106"/>
                  </a:cubicBezTo>
                  <a:cubicBezTo>
                    <a:pt x="814" y="3069"/>
                    <a:pt x="888" y="2921"/>
                    <a:pt x="851" y="2736"/>
                  </a:cubicBezTo>
                  <a:cubicBezTo>
                    <a:pt x="851" y="2736"/>
                    <a:pt x="851" y="2662"/>
                    <a:pt x="814" y="2589"/>
                  </a:cubicBezTo>
                  <a:cubicBezTo>
                    <a:pt x="740" y="2256"/>
                    <a:pt x="592" y="1590"/>
                    <a:pt x="592" y="1073"/>
                  </a:cubicBezTo>
                  <a:cubicBezTo>
                    <a:pt x="592" y="888"/>
                    <a:pt x="629" y="740"/>
                    <a:pt x="666" y="666"/>
                  </a:cubicBezTo>
                  <a:lnTo>
                    <a:pt x="666" y="629"/>
                  </a:lnTo>
                  <a:cubicBezTo>
                    <a:pt x="740" y="629"/>
                    <a:pt x="851" y="703"/>
                    <a:pt x="999" y="777"/>
                  </a:cubicBezTo>
                  <a:cubicBezTo>
                    <a:pt x="1479" y="1036"/>
                    <a:pt x="2219" y="1701"/>
                    <a:pt x="2810" y="2293"/>
                  </a:cubicBezTo>
                  <a:cubicBezTo>
                    <a:pt x="2998" y="2480"/>
                    <a:pt x="3185" y="2653"/>
                    <a:pt x="3344" y="2810"/>
                  </a:cubicBezTo>
                  <a:lnTo>
                    <a:pt x="3344" y="2810"/>
                  </a:lnTo>
                  <a:cubicBezTo>
                    <a:pt x="3339" y="2810"/>
                    <a:pt x="3333" y="2810"/>
                    <a:pt x="3328" y="2810"/>
                  </a:cubicBezTo>
                  <a:cubicBezTo>
                    <a:pt x="3106" y="2810"/>
                    <a:pt x="2847" y="2810"/>
                    <a:pt x="2588" y="2921"/>
                  </a:cubicBezTo>
                  <a:cubicBezTo>
                    <a:pt x="2477" y="2958"/>
                    <a:pt x="2367" y="2995"/>
                    <a:pt x="2256" y="3106"/>
                  </a:cubicBezTo>
                  <a:cubicBezTo>
                    <a:pt x="2145" y="3217"/>
                    <a:pt x="2071" y="3365"/>
                    <a:pt x="2071" y="3513"/>
                  </a:cubicBezTo>
                  <a:cubicBezTo>
                    <a:pt x="2071" y="3698"/>
                    <a:pt x="2145" y="3883"/>
                    <a:pt x="2256" y="4067"/>
                  </a:cubicBezTo>
                  <a:cubicBezTo>
                    <a:pt x="2323" y="4157"/>
                    <a:pt x="2417" y="4206"/>
                    <a:pt x="2514" y="4206"/>
                  </a:cubicBezTo>
                  <a:cubicBezTo>
                    <a:pt x="2577" y="4206"/>
                    <a:pt x="2641" y="4185"/>
                    <a:pt x="2699" y="4141"/>
                  </a:cubicBezTo>
                  <a:cubicBezTo>
                    <a:pt x="2810" y="4030"/>
                    <a:pt x="2847" y="3846"/>
                    <a:pt x="2773" y="3698"/>
                  </a:cubicBezTo>
                  <a:cubicBezTo>
                    <a:pt x="2715" y="3610"/>
                    <a:pt x="2703" y="3569"/>
                    <a:pt x="2700" y="3537"/>
                  </a:cubicBezTo>
                  <a:lnTo>
                    <a:pt x="2700" y="3537"/>
                  </a:lnTo>
                  <a:cubicBezTo>
                    <a:pt x="2742" y="3515"/>
                    <a:pt x="2803" y="3476"/>
                    <a:pt x="2884" y="3476"/>
                  </a:cubicBezTo>
                  <a:cubicBezTo>
                    <a:pt x="3032" y="3439"/>
                    <a:pt x="3180" y="3439"/>
                    <a:pt x="3328" y="3439"/>
                  </a:cubicBezTo>
                  <a:lnTo>
                    <a:pt x="3845" y="3439"/>
                  </a:lnTo>
                  <a:cubicBezTo>
                    <a:pt x="3919" y="3476"/>
                    <a:pt x="3956" y="3476"/>
                    <a:pt x="3993" y="3476"/>
                  </a:cubicBezTo>
                  <a:lnTo>
                    <a:pt x="4067" y="3476"/>
                  </a:lnTo>
                  <a:cubicBezTo>
                    <a:pt x="4087" y="3482"/>
                    <a:pt x="4108" y="3485"/>
                    <a:pt x="4129" y="3485"/>
                  </a:cubicBezTo>
                  <a:cubicBezTo>
                    <a:pt x="4228" y="3485"/>
                    <a:pt x="4339" y="3419"/>
                    <a:pt x="4400" y="3328"/>
                  </a:cubicBezTo>
                  <a:cubicBezTo>
                    <a:pt x="4437" y="3217"/>
                    <a:pt x="4437" y="3069"/>
                    <a:pt x="4326" y="2958"/>
                  </a:cubicBezTo>
                  <a:cubicBezTo>
                    <a:pt x="4326" y="2958"/>
                    <a:pt x="3697" y="2293"/>
                    <a:pt x="2958" y="1590"/>
                  </a:cubicBezTo>
                  <a:cubicBezTo>
                    <a:pt x="2588" y="1258"/>
                    <a:pt x="2182" y="888"/>
                    <a:pt x="1812" y="592"/>
                  </a:cubicBezTo>
                  <a:cubicBezTo>
                    <a:pt x="1627" y="444"/>
                    <a:pt x="1479" y="333"/>
                    <a:pt x="1294" y="222"/>
                  </a:cubicBezTo>
                  <a:cubicBezTo>
                    <a:pt x="1110" y="148"/>
                    <a:pt x="962" y="75"/>
                    <a:pt x="814" y="38"/>
                  </a:cubicBezTo>
                  <a:lnTo>
                    <a:pt x="666" y="1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6000" bIns="360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6" name="Google Shape;3043;p53"/>
            <p:cNvSpPr/>
            <p:nvPr/>
          </p:nvSpPr>
          <p:spPr>
            <a:xfrm>
              <a:off x="5403240" y="1860840"/>
              <a:ext cx="135360" cy="193320"/>
            </a:xfrm>
            <a:custGeom>
              <a:avLst/>
              <a:gdLst>
                <a:gd name="textAreaLeft" fmla="*/ 0 w 135360"/>
                <a:gd name="textAreaRight" fmla="*/ 135720 w 135360"/>
                <a:gd name="textAreaTop" fmla="*/ 0 h 193320"/>
                <a:gd name="textAreaBottom" fmla="*/ 193680 h 193320"/>
              </a:gdLst>
              <a:ahLst/>
              <a:rect l="textAreaLeft" t="textAreaTop" r="textAreaRight" b="textAreaBottom"/>
              <a:pathLst>
                <a:path w="7876" h="11241">
                  <a:moveTo>
                    <a:pt x="2034" y="629"/>
                  </a:moveTo>
                  <a:cubicBezTo>
                    <a:pt x="2367" y="629"/>
                    <a:pt x="2663" y="740"/>
                    <a:pt x="2958" y="999"/>
                  </a:cubicBezTo>
                  <a:cubicBezTo>
                    <a:pt x="3402" y="1332"/>
                    <a:pt x="3772" y="1850"/>
                    <a:pt x="4030" y="2330"/>
                  </a:cubicBezTo>
                  <a:cubicBezTo>
                    <a:pt x="4141" y="2552"/>
                    <a:pt x="4215" y="2737"/>
                    <a:pt x="4289" y="2885"/>
                  </a:cubicBezTo>
                  <a:cubicBezTo>
                    <a:pt x="4326" y="2959"/>
                    <a:pt x="4363" y="3033"/>
                    <a:pt x="4363" y="3070"/>
                  </a:cubicBezTo>
                  <a:lnTo>
                    <a:pt x="4400" y="3144"/>
                  </a:lnTo>
                  <a:lnTo>
                    <a:pt x="7162" y="9170"/>
                  </a:lnTo>
                  <a:lnTo>
                    <a:pt x="7162" y="9170"/>
                  </a:lnTo>
                  <a:cubicBezTo>
                    <a:pt x="7000" y="9350"/>
                    <a:pt x="6700" y="9639"/>
                    <a:pt x="6323" y="9909"/>
                  </a:cubicBezTo>
                  <a:cubicBezTo>
                    <a:pt x="5805" y="10279"/>
                    <a:pt x="5140" y="10612"/>
                    <a:pt x="4511" y="10612"/>
                  </a:cubicBezTo>
                  <a:cubicBezTo>
                    <a:pt x="3957" y="10612"/>
                    <a:pt x="3402" y="10390"/>
                    <a:pt x="2847" y="9687"/>
                  </a:cubicBezTo>
                  <a:cubicBezTo>
                    <a:pt x="1590" y="8024"/>
                    <a:pt x="592" y="5066"/>
                    <a:pt x="592" y="2996"/>
                  </a:cubicBezTo>
                  <a:cubicBezTo>
                    <a:pt x="592" y="2404"/>
                    <a:pt x="666" y="1887"/>
                    <a:pt x="814" y="1517"/>
                  </a:cubicBezTo>
                  <a:cubicBezTo>
                    <a:pt x="962" y="1147"/>
                    <a:pt x="1184" y="888"/>
                    <a:pt x="1479" y="777"/>
                  </a:cubicBezTo>
                  <a:cubicBezTo>
                    <a:pt x="1701" y="666"/>
                    <a:pt x="1886" y="629"/>
                    <a:pt x="2034" y="629"/>
                  </a:cubicBezTo>
                  <a:close/>
                  <a:moveTo>
                    <a:pt x="2034" y="1"/>
                  </a:moveTo>
                  <a:cubicBezTo>
                    <a:pt x="1775" y="1"/>
                    <a:pt x="1479" y="75"/>
                    <a:pt x="1221" y="186"/>
                  </a:cubicBezTo>
                  <a:cubicBezTo>
                    <a:pt x="740" y="408"/>
                    <a:pt x="444" y="814"/>
                    <a:pt x="259" y="1295"/>
                  </a:cubicBezTo>
                  <a:cubicBezTo>
                    <a:pt x="75" y="1776"/>
                    <a:pt x="1" y="2367"/>
                    <a:pt x="1" y="2996"/>
                  </a:cubicBezTo>
                  <a:cubicBezTo>
                    <a:pt x="1" y="5251"/>
                    <a:pt x="999" y="8245"/>
                    <a:pt x="2367" y="10057"/>
                  </a:cubicBezTo>
                  <a:cubicBezTo>
                    <a:pt x="2995" y="10870"/>
                    <a:pt x="3772" y="11240"/>
                    <a:pt x="4511" y="11240"/>
                  </a:cubicBezTo>
                  <a:cubicBezTo>
                    <a:pt x="5398" y="11203"/>
                    <a:pt x="6212" y="10759"/>
                    <a:pt x="6803" y="10316"/>
                  </a:cubicBezTo>
                  <a:cubicBezTo>
                    <a:pt x="7395" y="9872"/>
                    <a:pt x="7764" y="9429"/>
                    <a:pt x="7764" y="9429"/>
                  </a:cubicBezTo>
                  <a:cubicBezTo>
                    <a:pt x="7838" y="9318"/>
                    <a:pt x="7875" y="9207"/>
                    <a:pt x="7838" y="9096"/>
                  </a:cubicBezTo>
                  <a:lnTo>
                    <a:pt x="4955" y="2885"/>
                  </a:lnTo>
                  <a:lnTo>
                    <a:pt x="4943" y="2891"/>
                  </a:lnTo>
                  <a:lnTo>
                    <a:pt x="4943" y="2891"/>
                  </a:lnTo>
                  <a:cubicBezTo>
                    <a:pt x="4888" y="2749"/>
                    <a:pt x="4642" y="2133"/>
                    <a:pt x="4252" y="1517"/>
                  </a:cubicBezTo>
                  <a:cubicBezTo>
                    <a:pt x="3993" y="1147"/>
                    <a:pt x="3698" y="777"/>
                    <a:pt x="3365" y="482"/>
                  </a:cubicBezTo>
                  <a:cubicBezTo>
                    <a:pt x="2995" y="223"/>
                    <a:pt x="2552" y="1"/>
                    <a:pt x="203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7" name="Google Shape;3044;p53"/>
            <p:cNvSpPr/>
            <p:nvPr/>
          </p:nvSpPr>
          <p:spPr>
            <a:xfrm>
              <a:off x="6019920" y="1805760"/>
              <a:ext cx="107280" cy="18936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189360"/>
                <a:gd name="textAreaBottom" fmla="*/ 189720 h 189360"/>
              </a:gdLst>
              <a:ahLst/>
              <a:rect l="textAreaLeft" t="textAreaTop" r="textAreaRight" b="textAreaBottom"/>
              <a:pathLst>
                <a:path w="6249" h="11003">
                  <a:moveTo>
                    <a:pt x="3508" y="0"/>
                  </a:moveTo>
                  <a:cubicBezTo>
                    <a:pt x="1552" y="0"/>
                    <a:pt x="1220" y="3322"/>
                    <a:pt x="1220" y="3322"/>
                  </a:cubicBezTo>
                  <a:lnTo>
                    <a:pt x="0" y="10051"/>
                  </a:lnTo>
                  <a:cubicBezTo>
                    <a:pt x="0" y="10051"/>
                    <a:pt x="1358" y="11003"/>
                    <a:pt x="2713" y="11003"/>
                  </a:cubicBezTo>
                  <a:cubicBezTo>
                    <a:pt x="3560" y="11003"/>
                    <a:pt x="4405" y="10631"/>
                    <a:pt x="4917" y="9422"/>
                  </a:cubicBezTo>
                  <a:cubicBezTo>
                    <a:pt x="6248" y="6317"/>
                    <a:pt x="6063" y="438"/>
                    <a:pt x="3845" y="32"/>
                  </a:cubicBezTo>
                  <a:cubicBezTo>
                    <a:pt x="3728" y="10"/>
                    <a:pt x="3615" y="0"/>
                    <a:pt x="3508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8" name="Google Shape;3045;p53"/>
            <p:cNvSpPr/>
            <p:nvPr/>
          </p:nvSpPr>
          <p:spPr>
            <a:xfrm>
              <a:off x="6031440" y="1811160"/>
              <a:ext cx="82440" cy="178200"/>
            </a:xfrm>
            <a:custGeom>
              <a:avLst/>
              <a:gdLst>
                <a:gd name="textAreaLeft" fmla="*/ 0 w 82440"/>
                <a:gd name="textAreaRight" fmla="*/ 82800 w 82440"/>
                <a:gd name="textAreaTop" fmla="*/ 0 h 178200"/>
                <a:gd name="textAreaBottom" fmla="*/ 178560 h 178200"/>
              </a:gdLst>
              <a:ahLst/>
              <a:rect l="textAreaLeft" t="textAreaTop" r="textAreaRight" b="textAreaBottom"/>
              <a:pathLst>
                <a:path w="4807" h="10353">
                  <a:moveTo>
                    <a:pt x="2847" y="0"/>
                  </a:moveTo>
                  <a:cubicBezTo>
                    <a:pt x="2478" y="0"/>
                    <a:pt x="2182" y="111"/>
                    <a:pt x="1923" y="370"/>
                  </a:cubicBezTo>
                  <a:cubicBezTo>
                    <a:pt x="1738" y="555"/>
                    <a:pt x="1590" y="777"/>
                    <a:pt x="1443" y="1072"/>
                  </a:cubicBezTo>
                  <a:cubicBezTo>
                    <a:pt x="1295" y="2736"/>
                    <a:pt x="1073" y="4400"/>
                    <a:pt x="777" y="6100"/>
                  </a:cubicBezTo>
                  <a:cubicBezTo>
                    <a:pt x="1036" y="5620"/>
                    <a:pt x="1775" y="4215"/>
                    <a:pt x="2441" y="3328"/>
                  </a:cubicBezTo>
                  <a:cubicBezTo>
                    <a:pt x="2700" y="2958"/>
                    <a:pt x="2958" y="2625"/>
                    <a:pt x="3254" y="2477"/>
                  </a:cubicBezTo>
                  <a:cubicBezTo>
                    <a:pt x="3365" y="2440"/>
                    <a:pt x="3439" y="2403"/>
                    <a:pt x="3550" y="2403"/>
                  </a:cubicBezTo>
                  <a:cubicBezTo>
                    <a:pt x="3735" y="2403"/>
                    <a:pt x="3920" y="2477"/>
                    <a:pt x="3993" y="2588"/>
                  </a:cubicBezTo>
                  <a:cubicBezTo>
                    <a:pt x="4104" y="2699"/>
                    <a:pt x="4178" y="2810"/>
                    <a:pt x="4215" y="2958"/>
                  </a:cubicBezTo>
                  <a:cubicBezTo>
                    <a:pt x="4363" y="3217"/>
                    <a:pt x="4400" y="3549"/>
                    <a:pt x="4474" y="3845"/>
                  </a:cubicBezTo>
                  <a:cubicBezTo>
                    <a:pt x="4548" y="4474"/>
                    <a:pt x="4585" y="5065"/>
                    <a:pt x="4585" y="5065"/>
                  </a:cubicBezTo>
                  <a:cubicBezTo>
                    <a:pt x="4585" y="5250"/>
                    <a:pt x="4437" y="5398"/>
                    <a:pt x="4289" y="5398"/>
                  </a:cubicBezTo>
                  <a:lnTo>
                    <a:pt x="4252" y="5398"/>
                  </a:lnTo>
                  <a:cubicBezTo>
                    <a:pt x="4104" y="5398"/>
                    <a:pt x="3957" y="5250"/>
                    <a:pt x="3957" y="5102"/>
                  </a:cubicBezTo>
                  <a:cubicBezTo>
                    <a:pt x="3957" y="5102"/>
                    <a:pt x="3957" y="5028"/>
                    <a:pt x="3957" y="4917"/>
                  </a:cubicBezTo>
                  <a:cubicBezTo>
                    <a:pt x="3957" y="4843"/>
                    <a:pt x="3957" y="4696"/>
                    <a:pt x="3920" y="4511"/>
                  </a:cubicBezTo>
                  <a:cubicBezTo>
                    <a:pt x="3883" y="4178"/>
                    <a:pt x="3846" y="3771"/>
                    <a:pt x="3735" y="3439"/>
                  </a:cubicBezTo>
                  <a:cubicBezTo>
                    <a:pt x="3698" y="3217"/>
                    <a:pt x="3587" y="3069"/>
                    <a:pt x="3550" y="3032"/>
                  </a:cubicBezTo>
                  <a:cubicBezTo>
                    <a:pt x="3476" y="3069"/>
                    <a:pt x="3291" y="3217"/>
                    <a:pt x="3106" y="3439"/>
                  </a:cubicBezTo>
                  <a:cubicBezTo>
                    <a:pt x="2921" y="3660"/>
                    <a:pt x="2736" y="3956"/>
                    <a:pt x="2552" y="4252"/>
                  </a:cubicBezTo>
                  <a:cubicBezTo>
                    <a:pt x="2182" y="4806"/>
                    <a:pt x="1849" y="5398"/>
                    <a:pt x="1590" y="5842"/>
                  </a:cubicBezTo>
                  <a:cubicBezTo>
                    <a:pt x="1812" y="5805"/>
                    <a:pt x="2071" y="5731"/>
                    <a:pt x="2293" y="5731"/>
                  </a:cubicBezTo>
                  <a:cubicBezTo>
                    <a:pt x="2441" y="5731"/>
                    <a:pt x="2626" y="5768"/>
                    <a:pt x="2773" y="5879"/>
                  </a:cubicBezTo>
                  <a:cubicBezTo>
                    <a:pt x="2958" y="5990"/>
                    <a:pt x="3032" y="6211"/>
                    <a:pt x="3032" y="6396"/>
                  </a:cubicBezTo>
                  <a:cubicBezTo>
                    <a:pt x="3032" y="6507"/>
                    <a:pt x="3032" y="6618"/>
                    <a:pt x="2995" y="6766"/>
                  </a:cubicBezTo>
                  <a:cubicBezTo>
                    <a:pt x="2958" y="6877"/>
                    <a:pt x="2810" y="6951"/>
                    <a:pt x="2700" y="6951"/>
                  </a:cubicBezTo>
                  <a:lnTo>
                    <a:pt x="2589" y="6951"/>
                  </a:lnTo>
                  <a:cubicBezTo>
                    <a:pt x="2441" y="6914"/>
                    <a:pt x="2330" y="6729"/>
                    <a:pt x="2404" y="6581"/>
                  </a:cubicBezTo>
                  <a:cubicBezTo>
                    <a:pt x="2404" y="6470"/>
                    <a:pt x="2441" y="6433"/>
                    <a:pt x="2441" y="6396"/>
                  </a:cubicBezTo>
                  <a:lnTo>
                    <a:pt x="2441" y="6359"/>
                  </a:lnTo>
                  <a:lnTo>
                    <a:pt x="2293" y="6359"/>
                  </a:lnTo>
                  <a:cubicBezTo>
                    <a:pt x="2108" y="6359"/>
                    <a:pt x="1849" y="6433"/>
                    <a:pt x="1627" y="6507"/>
                  </a:cubicBezTo>
                  <a:cubicBezTo>
                    <a:pt x="1406" y="6581"/>
                    <a:pt x="1184" y="6655"/>
                    <a:pt x="1110" y="6692"/>
                  </a:cubicBezTo>
                  <a:lnTo>
                    <a:pt x="1073" y="6692"/>
                  </a:lnTo>
                  <a:cubicBezTo>
                    <a:pt x="1036" y="6729"/>
                    <a:pt x="999" y="6729"/>
                    <a:pt x="962" y="6729"/>
                  </a:cubicBezTo>
                  <a:cubicBezTo>
                    <a:pt x="888" y="6729"/>
                    <a:pt x="777" y="6692"/>
                    <a:pt x="740" y="6655"/>
                  </a:cubicBezTo>
                  <a:cubicBezTo>
                    <a:pt x="703" y="6618"/>
                    <a:pt x="703" y="6618"/>
                    <a:pt x="703" y="6581"/>
                  </a:cubicBezTo>
                  <a:cubicBezTo>
                    <a:pt x="481" y="7653"/>
                    <a:pt x="259" y="8725"/>
                    <a:pt x="1" y="9761"/>
                  </a:cubicBezTo>
                  <a:cubicBezTo>
                    <a:pt x="112" y="9798"/>
                    <a:pt x="222" y="9871"/>
                    <a:pt x="333" y="9908"/>
                  </a:cubicBezTo>
                  <a:cubicBezTo>
                    <a:pt x="814" y="10130"/>
                    <a:pt x="1443" y="10352"/>
                    <a:pt x="2071" y="10352"/>
                  </a:cubicBezTo>
                  <a:cubicBezTo>
                    <a:pt x="2441" y="10352"/>
                    <a:pt x="2810" y="10278"/>
                    <a:pt x="3143" y="10093"/>
                  </a:cubicBezTo>
                  <a:cubicBezTo>
                    <a:pt x="3439" y="9871"/>
                    <a:pt x="3735" y="9539"/>
                    <a:pt x="3993" y="8984"/>
                  </a:cubicBezTo>
                  <a:cubicBezTo>
                    <a:pt x="4511" y="7764"/>
                    <a:pt x="4807" y="6063"/>
                    <a:pt x="4807" y="4474"/>
                  </a:cubicBezTo>
                  <a:cubicBezTo>
                    <a:pt x="4807" y="3586"/>
                    <a:pt x="4696" y="2773"/>
                    <a:pt x="4548" y="2071"/>
                  </a:cubicBezTo>
                  <a:cubicBezTo>
                    <a:pt x="4363" y="1331"/>
                    <a:pt x="4104" y="777"/>
                    <a:pt x="3809" y="444"/>
                  </a:cubicBezTo>
                  <a:cubicBezTo>
                    <a:pt x="3587" y="185"/>
                    <a:pt x="3365" y="74"/>
                    <a:pt x="3106" y="0"/>
                  </a:cubicBezTo>
                  <a:close/>
                </a:path>
              </a:pathLst>
            </a:custGeom>
            <a:solidFill>
              <a:srgbClr val="70707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9280" bIns="89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19" name="Google Shape;3046;p53"/>
            <p:cNvSpPr/>
            <p:nvPr/>
          </p:nvSpPr>
          <p:spPr>
            <a:xfrm>
              <a:off x="6042240" y="1852560"/>
              <a:ext cx="67680" cy="78120"/>
            </a:xfrm>
            <a:custGeom>
              <a:avLst/>
              <a:gdLst>
                <a:gd name="textAreaLeft" fmla="*/ 0 w 67680"/>
                <a:gd name="textAreaRight" fmla="*/ 68040 w 67680"/>
                <a:gd name="textAreaTop" fmla="*/ 0 h 78120"/>
                <a:gd name="textAreaBottom" fmla="*/ 78480 h 78120"/>
              </a:gdLst>
              <a:ahLst/>
              <a:rect l="textAreaLeft" t="textAreaTop" r="textAreaRight" b="textAreaBottom"/>
              <a:pathLst>
                <a:path w="3957" h="4558">
                  <a:moveTo>
                    <a:pt x="2921" y="0"/>
                  </a:moveTo>
                  <a:cubicBezTo>
                    <a:pt x="2810" y="0"/>
                    <a:pt x="2736" y="37"/>
                    <a:pt x="2625" y="74"/>
                  </a:cubicBezTo>
                  <a:cubicBezTo>
                    <a:pt x="2329" y="222"/>
                    <a:pt x="2071" y="555"/>
                    <a:pt x="1812" y="925"/>
                  </a:cubicBezTo>
                  <a:cubicBezTo>
                    <a:pt x="961" y="2034"/>
                    <a:pt x="74" y="3882"/>
                    <a:pt x="37" y="3882"/>
                  </a:cubicBezTo>
                  <a:cubicBezTo>
                    <a:pt x="0" y="3993"/>
                    <a:pt x="0" y="4141"/>
                    <a:pt x="111" y="4252"/>
                  </a:cubicBezTo>
                  <a:cubicBezTo>
                    <a:pt x="157" y="4298"/>
                    <a:pt x="231" y="4329"/>
                    <a:pt x="307" y="4329"/>
                  </a:cubicBezTo>
                  <a:cubicBezTo>
                    <a:pt x="354" y="4329"/>
                    <a:pt x="401" y="4317"/>
                    <a:pt x="444" y="4289"/>
                  </a:cubicBezTo>
                  <a:lnTo>
                    <a:pt x="481" y="4289"/>
                  </a:lnTo>
                  <a:cubicBezTo>
                    <a:pt x="555" y="4252"/>
                    <a:pt x="777" y="4178"/>
                    <a:pt x="998" y="4104"/>
                  </a:cubicBezTo>
                  <a:cubicBezTo>
                    <a:pt x="1220" y="4030"/>
                    <a:pt x="1479" y="3956"/>
                    <a:pt x="1664" y="3956"/>
                  </a:cubicBezTo>
                  <a:cubicBezTo>
                    <a:pt x="1738" y="3956"/>
                    <a:pt x="1812" y="3956"/>
                    <a:pt x="1812" y="3993"/>
                  </a:cubicBezTo>
                  <a:cubicBezTo>
                    <a:pt x="1812" y="4030"/>
                    <a:pt x="1775" y="4067"/>
                    <a:pt x="1775" y="4178"/>
                  </a:cubicBezTo>
                  <a:cubicBezTo>
                    <a:pt x="1701" y="4326"/>
                    <a:pt x="1812" y="4511"/>
                    <a:pt x="1960" y="4548"/>
                  </a:cubicBezTo>
                  <a:cubicBezTo>
                    <a:pt x="1991" y="4554"/>
                    <a:pt x="2022" y="4557"/>
                    <a:pt x="2051" y="4557"/>
                  </a:cubicBezTo>
                  <a:cubicBezTo>
                    <a:pt x="2193" y="4557"/>
                    <a:pt x="2305" y="4485"/>
                    <a:pt x="2366" y="4363"/>
                  </a:cubicBezTo>
                  <a:cubicBezTo>
                    <a:pt x="2403" y="4215"/>
                    <a:pt x="2403" y="4104"/>
                    <a:pt x="2403" y="3993"/>
                  </a:cubicBezTo>
                  <a:cubicBezTo>
                    <a:pt x="2403" y="3808"/>
                    <a:pt x="2329" y="3587"/>
                    <a:pt x="2144" y="3476"/>
                  </a:cubicBezTo>
                  <a:cubicBezTo>
                    <a:pt x="1997" y="3365"/>
                    <a:pt x="1812" y="3328"/>
                    <a:pt x="1664" y="3328"/>
                  </a:cubicBezTo>
                  <a:cubicBezTo>
                    <a:pt x="1432" y="3328"/>
                    <a:pt x="1182" y="3382"/>
                    <a:pt x="965" y="3452"/>
                  </a:cubicBezTo>
                  <a:lnTo>
                    <a:pt x="965" y="3452"/>
                  </a:lnTo>
                  <a:cubicBezTo>
                    <a:pt x="1220" y="2989"/>
                    <a:pt x="1572" y="2392"/>
                    <a:pt x="1923" y="1849"/>
                  </a:cubicBezTo>
                  <a:cubicBezTo>
                    <a:pt x="2107" y="1553"/>
                    <a:pt x="2292" y="1257"/>
                    <a:pt x="2477" y="1036"/>
                  </a:cubicBezTo>
                  <a:cubicBezTo>
                    <a:pt x="2662" y="814"/>
                    <a:pt x="2847" y="666"/>
                    <a:pt x="2921" y="629"/>
                  </a:cubicBezTo>
                  <a:cubicBezTo>
                    <a:pt x="2958" y="666"/>
                    <a:pt x="3069" y="814"/>
                    <a:pt x="3106" y="1036"/>
                  </a:cubicBezTo>
                  <a:cubicBezTo>
                    <a:pt x="3217" y="1368"/>
                    <a:pt x="3254" y="1775"/>
                    <a:pt x="3291" y="2108"/>
                  </a:cubicBezTo>
                  <a:cubicBezTo>
                    <a:pt x="3328" y="2293"/>
                    <a:pt x="3328" y="2440"/>
                    <a:pt x="3328" y="2514"/>
                  </a:cubicBezTo>
                  <a:cubicBezTo>
                    <a:pt x="3328" y="2625"/>
                    <a:pt x="3328" y="2699"/>
                    <a:pt x="3328" y="2699"/>
                  </a:cubicBezTo>
                  <a:cubicBezTo>
                    <a:pt x="3328" y="2847"/>
                    <a:pt x="3475" y="2995"/>
                    <a:pt x="3660" y="2995"/>
                  </a:cubicBezTo>
                  <a:cubicBezTo>
                    <a:pt x="3808" y="2995"/>
                    <a:pt x="3956" y="2847"/>
                    <a:pt x="3956" y="2662"/>
                  </a:cubicBezTo>
                  <a:cubicBezTo>
                    <a:pt x="3956" y="2662"/>
                    <a:pt x="3919" y="2071"/>
                    <a:pt x="3845" y="1442"/>
                  </a:cubicBezTo>
                  <a:cubicBezTo>
                    <a:pt x="3771" y="1146"/>
                    <a:pt x="3734" y="814"/>
                    <a:pt x="3586" y="555"/>
                  </a:cubicBezTo>
                  <a:cubicBezTo>
                    <a:pt x="3549" y="407"/>
                    <a:pt x="3475" y="296"/>
                    <a:pt x="3364" y="185"/>
                  </a:cubicBezTo>
                  <a:cubicBezTo>
                    <a:pt x="3254" y="74"/>
                    <a:pt x="3106" y="0"/>
                    <a:pt x="292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9240" bIns="392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0" name="Google Shape;3047;p53"/>
            <p:cNvSpPr/>
            <p:nvPr/>
          </p:nvSpPr>
          <p:spPr>
            <a:xfrm>
              <a:off x="6014160" y="1800360"/>
              <a:ext cx="109800" cy="19980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199800"/>
                <a:gd name="textAreaBottom" fmla="*/ 200160 h 199800"/>
              </a:gdLst>
              <a:ahLst/>
              <a:rect l="textAreaLeft" t="textAreaTop" r="textAreaRight" b="textAreaBottom"/>
              <a:pathLst>
                <a:path w="6397" h="11610">
                  <a:moveTo>
                    <a:pt x="4104" y="629"/>
                  </a:moveTo>
                  <a:cubicBezTo>
                    <a:pt x="4363" y="703"/>
                    <a:pt x="4585" y="814"/>
                    <a:pt x="4807" y="1073"/>
                  </a:cubicBezTo>
                  <a:cubicBezTo>
                    <a:pt x="5102" y="1406"/>
                    <a:pt x="5361" y="1960"/>
                    <a:pt x="5546" y="2700"/>
                  </a:cubicBezTo>
                  <a:cubicBezTo>
                    <a:pt x="5694" y="3402"/>
                    <a:pt x="5805" y="4215"/>
                    <a:pt x="5805" y="5103"/>
                  </a:cubicBezTo>
                  <a:cubicBezTo>
                    <a:pt x="5805" y="6692"/>
                    <a:pt x="5509" y="8393"/>
                    <a:pt x="4991" y="9613"/>
                  </a:cubicBezTo>
                  <a:cubicBezTo>
                    <a:pt x="4733" y="10168"/>
                    <a:pt x="4437" y="10500"/>
                    <a:pt x="4141" y="10722"/>
                  </a:cubicBezTo>
                  <a:cubicBezTo>
                    <a:pt x="3808" y="10907"/>
                    <a:pt x="3439" y="10981"/>
                    <a:pt x="3069" y="10981"/>
                  </a:cubicBezTo>
                  <a:cubicBezTo>
                    <a:pt x="2441" y="10981"/>
                    <a:pt x="1812" y="10759"/>
                    <a:pt x="1331" y="10537"/>
                  </a:cubicBezTo>
                  <a:cubicBezTo>
                    <a:pt x="1073" y="10427"/>
                    <a:pt x="888" y="10316"/>
                    <a:pt x="740" y="10242"/>
                  </a:cubicBezTo>
                  <a:cubicBezTo>
                    <a:pt x="714" y="10229"/>
                    <a:pt x="688" y="10216"/>
                    <a:pt x="664" y="10203"/>
                  </a:cubicBezTo>
                  <a:lnTo>
                    <a:pt x="664" y="10203"/>
                  </a:lnTo>
                  <a:lnTo>
                    <a:pt x="1886" y="3698"/>
                  </a:lnTo>
                  <a:lnTo>
                    <a:pt x="1886" y="3661"/>
                  </a:lnTo>
                  <a:lnTo>
                    <a:pt x="1886" y="3624"/>
                  </a:lnTo>
                  <a:cubicBezTo>
                    <a:pt x="1886" y="3476"/>
                    <a:pt x="1997" y="2663"/>
                    <a:pt x="2330" y="1923"/>
                  </a:cubicBezTo>
                  <a:cubicBezTo>
                    <a:pt x="2477" y="1554"/>
                    <a:pt x="2699" y="1221"/>
                    <a:pt x="2921" y="999"/>
                  </a:cubicBezTo>
                  <a:cubicBezTo>
                    <a:pt x="3180" y="740"/>
                    <a:pt x="3476" y="629"/>
                    <a:pt x="3845" y="629"/>
                  </a:cubicBezTo>
                  <a:close/>
                  <a:moveTo>
                    <a:pt x="3845" y="1"/>
                  </a:moveTo>
                  <a:cubicBezTo>
                    <a:pt x="3254" y="1"/>
                    <a:pt x="2773" y="260"/>
                    <a:pt x="2441" y="592"/>
                  </a:cubicBezTo>
                  <a:cubicBezTo>
                    <a:pt x="1923" y="1147"/>
                    <a:pt x="1664" y="1886"/>
                    <a:pt x="1479" y="2515"/>
                  </a:cubicBezTo>
                  <a:cubicBezTo>
                    <a:pt x="1294" y="3106"/>
                    <a:pt x="1257" y="3587"/>
                    <a:pt x="1257" y="3587"/>
                  </a:cubicBezTo>
                  <a:lnTo>
                    <a:pt x="37" y="10279"/>
                  </a:lnTo>
                  <a:cubicBezTo>
                    <a:pt x="0" y="10390"/>
                    <a:pt x="74" y="10537"/>
                    <a:pt x="148" y="10611"/>
                  </a:cubicBezTo>
                  <a:cubicBezTo>
                    <a:pt x="148" y="10611"/>
                    <a:pt x="518" y="10870"/>
                    <a:pt x="1073" y="11092"/>
                  </a:cubicBezTo>
                  <a:cubicBezTo>
                    <a:pt x="1590" y="11351"/>
                    <a:pt x="2330" y="11610"/>
                    <a:pt x="3069" y="11610"/>
                  </a:cubicBezTo>
                  <a:cubicBezTo>
                    <a:pt x="3550" y="11610"/>
                    <a:pt x="4030" y="11499"/>
                    <a:pt x="4474" y="11240"/>
                  </a:cubicBezTo>
                  <a:cubicBezTo>
                    <a:pt x="4881" y="10944"/>
                    <a:pt x="5287" y="10500"/>
                    <a:pt x="5546" y="9872"/>
                  </a:cubicBezTo>
                  <a:cubicBezTo>
                    <a:pt x="6101" y="8541"/>
                    <a:pt x="6396" y="6766"/>
                    <a:pt x="6396" y="5103"/>
                  </a:cubicBezTo>
                  <a:cubicBezTo>
                    <a:pt x="6396" y="3883"/>
                    <a:pt x="6248" y="2737"/>
                    <a:pt x="5916" y="1812"/>
                  </a:cubicBezTo>
                  <a:cubicBezTo>
                    <a:pt x="5768" y="1369"/>
                    <a:pt x="5546" y="962"/>
                    <a:pt x="5250" y="629"/>
                  </a:cubicBezTo>
                  <a:cubicBezTo>
                    <a:pt x="4991" y="334"/>
                    <a:pt x="4622" y="112"/>
                    <a:pt x="4215" y="38"/>
                  </a:cubicBezTo>
                  <a:cubicBezTo>
                    <a:pt x="4104" y="1"/>
                    <a:pt x="3956" y="1"/>
                    <a:pt x="384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1" name="Google Shape;3048;p53"/>
            <p:cNvSpPr/>
            <p:nvPr/>
          </p:nvSpPr>
          <p:spPr>
            <a:xfrm>
              <a:off x="5182200" y="2112480"/>
              <a:ext cx="1217160" cy="1012680"/>
            </a:xfrm>
            <a:custGeom>
              <a:avLst/>
              <a:gdLst>
                <a:gd name="textAreaLeft" fmla="*/ 0 w 1217160"/>
                <a:gd name="textAreaRight" fmla="*/ 1217520 w 1217160"/>
                <a:gd name="textAreaTop" fmla="*/ 0 h 1012680"/>
                <a:gd name="textAreaBottom" fmla="*/ 1013040 h 1012680"/>
              </a:gdLst>
              <a:ahLst/>
              <a:rect l="textAreaLeft" t="textAreaTop" r="textAreaRight" b="textAreaBottom"/>
              <a:pathLst>
                <a:path w="70652" h="58784">
                  <a:moveTo>
                    <a:pt x="28283" y="0"/>
                  </a:moveTo>
                  <a:cubicBezTo>
                    <a:pt x="28283" y="1"/>
                    <a:pt x="30021" y="13199"/>
                    <a:pt x="29097" y="15750"/>
                  </a:cubicBezTo>
                  <a:cubicBezTo>
                    <a:pt x="28135" y="18264"/>
                    <a:pt x="23218" y="19854"/>
                    <a:pt x="18597" y="20334"/>
                  </a:cubicBezTo>
                  <a:cubicBezTo>
                    <a:pt x="18132" y="20390"/>
                    <a:pt x="17648" y="20412"/>
                    <a:pt x="17149" y="20412"/>
                  </a:cubicBezTo>
                  <a:cubicBezTo>
                    <a:pt x="15982" y="20412"/>
                    <a:pt x="14739" y="20290"/>
                    <a:pt x="13495" y="20186"/>
                  </a:cubicBezTo>
                  <a:cubicBezTo>
                    <a:pt x="12212" y="20064"/>
                    <a:pt x="10929" y="19941"/>
                    <a:pt x="9714" y="19941"/>
                  </a:cubicBezTo>
                  <a:cubicBezTo>
                    <a:pt x="7640" y="19941"/>
                    <a:pt x="5766" y="20299"/>
                    <a:pt x="4437" y="21628"/>
                  </a:cubicBezTo>
                  <a:cubicBezTo>
                    <a:pt x="1258" y="24808"/>
                    <a:pt x="1" y="58784"/>
                    <a:pt x="1" y="58784"/>
                  </a:cubicBezTo>
                  <a:lnTo>
                    <a:pt x="30982" y="51316"/>
                  </a:lnTo>
                  <a:lnTo>
                    <a:pt x="41112" y="48802"/>
                  </a:lnTo>
                  <a:lnTo>
                    <a:pt x="70652" y="41851"/>
                  </a:lnTo>
                  <a:cubicBezTo>
                    <a:pt x="70652" y="41851"/>
                    <a:pt x="70578" y="24808"/>
                    <a:pt x="67398" y="21628"/>
                  </a:cubicBezTo>
                  <a:cubicBezTo>
                    <a:pt x="66069" y="20299"/>
                    <a:pt x="64196" y="19941"/>
                    <a:pt x="62122" y="19941"/>
                  </a:cubicBezTo>
                  <a:cubicBezTo>
                    <a:pt x="60907" y="19941"/>
                    <a:pt x="59624" y="20064"/>
                    <a:pt x="58340" y="20186"/>
                  </a:cubicBezTo>
                  <a:cubicBezTo>
                    <a:pt x="57097" y="20290"/>
                    <a:pt x="55853" y="20412"/>
                    <a:pt x="54686" y="20412"/>
                  </a:cubicBezTo>
                  <a:cubicBezTo>
                    <a:pt x="54188" y="20412"/>
                    <a:pt x="53703" y="20390"/>
                    <a:pt x="53239" y="20334"/>
                  </a:cubicBezTo>
                  <a:cubicBezTo>
                    <a:pt x="48617" y="19854"/>
                    <a:pt x="43700" y="18264"/>
                    <a:pt x="42739" y="15750"/>
                  </a:cubicBezTo>
                  <a:cubicBezTo>
                    <a:pt x="41815" y="13199"/>
                    <a:pt x="43552" y="1"/>
                    <a:pt x="43552" y="0"/>
                  </a:cubicBezTo>
                  <a:lnTo>
                    <a:pt x="43552" y="0"/>
                  </a:lnTo>
                  <a:lnTo>
                    <a:pt x="35899" y="1220"/>
                  </a:lnTo>
                  <a:lnTo>
                    <a:pt x="2828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2" name="Google Shape;3049;p53"/>
            <p:cNvSpPr/>
            <p:nvPr/>
          </p:nvSpPr>
          <p:spPr>
            <a:xfrm>
              <a:off x="5187960" y="2335680"/>
              <a:ext cx="1191600" cy="782640"/>
            </a:xfrm>
            <a:custGeom>
              <a:avLst/>
              <a:gdLst>
                <a:gd name="textAreaLeft" fmla="*/ 0 w 1191600"/>
                <a:gd name="textAreaRight" fmla="*/ 1191960 w 1191600"/>
                <a:gd name="textAreaTop" fmla="*/ 0 h 782640"/>
                <a:gd name="textAreaBottom" fmla="*/ 783000 h 782640"/>
              </a:gdLst>
              <a:ahLst/>
              <a:rect l="textAreaLeft" t="textAreaTop" r="textAreaRight" b="textAreaBottom"/>
              <a:pathLst>
                <a:path w="69173" h="45438">
                  <a:moveTo>
                    <a:pt x="61741" y="7320"/>
                  </a:moveTo>
                  <a:cubicBezTo>
                    <a:pt x="60411" y="7320"/>
                    <a:pt x="58969" y="7468"/>
                    <a:pt x="57527" y="7579"/>
                  </a:cubicBezTo>
                  <a:cubicBezTo>
                    <a:pt x="57490" y="8430"/>
                    <a:pt x="57453" y="9613"/>
                    <a:pt x="57453" y="10944"/>
                  </a:cubicBezTo>
                  <a:cubicBezTo>
                    <a:pt x="57453" y="13014"/>
                    <a:pt x="57564" y="15528"/>
                    <a:pt x="57934" y="18116"/>
                  </a:cubicBezTo>
                  <a:cubicBezTo>
                    <a:pt x="59967" y="17561"/>
                    <a:pt x="62814" y="16933"/>
                    <a:pt x="65660" y="16933"/>
                  </a:cubicBezTo>
                  <a:cubicBezTo>
                    <a:pt x="66548" y="16933"/>
                    <a:pt x="67435" y="17007"/>
                    <a:pt x="68285" y="17155"/>
                  </a:cubicBezTo>
                  <a:lnTo>
                    <a:pt x="69173" y="17155"/>
                  </a:lnTo>
                  <a:cubicBezTo>
                    <a:pt x="68914" y="15232"/>
                    <a:pt x="68655" y="13531"/>
                    <a:pt x="68322" y="12164"/>
                  </a:cubicBezTo>
                  <a:cubicBezTo>
                    <a:pt x="67916" y="10648"/>
                    <a:pt x="67398" y="9465"/>
                    <a:pt x="66843" y="8910"/>
                  </a:cubicBezTo>
                  <a:cubicBezTo>
                    <a:pt x="66215" y="8282"/>
                    <a:pt x="65476" y="7875"/>
                    <a:pt x="64588" y="7653"/>
                  </a:cubicBezTo>
                  <a:cubicBezTo>
                    <a:pt x="63738" y="7394"/>
                    <a:pt x="62777" y="7320"/>
                    <a:pt x="61778" y="7320"/>
                  </a:cubicBezTo>
                  <a:close/>
                  <a:moveTo>
                    <a:pt x="29355" y="0"/>
                  </a:moveTo>
                  <a:cubicBezTo>
                    <a:pt x="29355" y="629"/>
                    <a:pt x="29318" y="1183"/>
                    <a:pt x="29281" y="1664"/>
                  </a:cubicBezTo>
                  <a:cubicBezTo>
                    <a:pt x="29244" y="2181"/>
                    <a:pt x="29170" y="2588"/>
                    <a:pt x="29023" y="2921"/>
                  </a:cubicBezTo>
                  <a:cubicBezTo>
                    <a:pt x="28764" y="3623"/>
                    <a:pt x="28246" y="4215"/>
                    <a:pt x="27544" y="4769"/>
                  </a:cubicBezTo>
                  <a:cubicBezTo>
                    <a:pt x="26841" y="5324"/>
                    <a:pt x="25954" y="5768"/>
                    <a:pt x="24993" y="6174"/>
                  </a:cubicBezTo>
                  <a:cubicBezTo>
                    <a:pt x="23218" y="6877"/>
                    <a:pt x="21111" y="7357"/>
                    <a:pt x="19003" y="7616"/>
                  </a:cubicBezTo>
                  <a:cubicBezTo>
                    <a:pt x="19299" y="8393"/>
                    <a:pt x="19669" y="9317"/>
                    <a:pt x="20150" y="10315"/>
                  </a:cubicBezTo>
                  <a:cubicBezTo>
                    <a:pt x="24031" y="11313"/>
                    <a:pt x="30797" y="13864"/>
                    <a:pt x="31500" y="14936"/>
                  </a:cubicBezTo>
                  <a:cubicBezTo>
                    <a:pt x="31647" y="15121"/>
                    <a:pt x="31500" y="15195"/>
                    <a:pt x="31130" y="15195"/>
                  </a:cubicBezTo>
                  <a:cubicBezTo>
                    <a:pt x="29651" y="15195"/>
                    <a:pt x="24549" y="13716"/>
                    <a:pt x="21333" y="12755"/>
                  </a:cubicBezTo>
                  <a:lnTo>
                    <a:pt x="21333" y="12755"/>
                  </a:lnTo>
                  <a:cubicBezTo>
                    <a:pt x="21739" y="13531"/>
                    <a:pt x="22183" y="14308"/>
                    <a:pt x="22664" y="15121"/>
                  </a:cubicBezTo>
                  <a:cubicBezTo>
                    <a:pt x="24512" y="18153"/>
                    <a:pt x="26915" y="21258"/>
                    <a:pt x="29799" y="23218"/>
                  </a:cubicBezTo>
                  <a:cubicBezTo>
                    <a:pt x="31721" y="24512"/>
                    <a:pt x="33866" y="25325"/>
                    <a:pt x="36232" y="25325"/>
                  </a:cubicBezTo>
                  <a:cubicBezTo>
                    <a:pt x="36712" y="25325"/>
                    <a:pt x="37230" y="25288"/>
                    <a:pt x="37748" y="25214"/>
                  </a:cubicBezTo>
                  <a:cubicBezTo>
                    <a:pt x="42739" y="24475"/>
                    <a:pt x="46029" y="21258"/>
                    <a:pt x="48210" y="17561"/>
                  </a:cubicBezTo>
                  <a:cubicBezTo>
                    <a:pt x="48802" y="16526"/>
                    <a:pt x="49319" y="15491"/>
                    <a:pt x="49763" y="14456"/>
                  </a:cubicBezTo>
                  <a:lnTo>
                    <a:pt x="49763" y="14456"/>
                  </a:lnTo>
                  <a:cubicBezTo>
                    <a:pt x="47360" y="14641"/>
                    <a:pt x="43589" y="14899"/>
                    <a:pt x="41223" y="14899"/>
                  </a:cubicBezTo>
                  <a:cubicBezTo>
                    <a:pt x="40299" y="14899"/>
                    <a:pt x="39596" y="14862"/>
                    <a:pt x="39300" y="14751"/>
                  </a:cubicBezTo>
                  <a:cubicBezTo>
                    <a:pt x="38043" y="14382"/>
                    <a:pt x="46731" y="13125"/>
                    <a:pt x="50502" y="12607"/>
                  </a:cubicBezTo>
                  <a:cubicBezTo>
                    <a:pt x="51168" y="10722"/>
                    <a:pt x="51612" y="8947"/>
                    <a:pt x="51870" y="7579"/>
                  </a:cubicBezTo>
                  <a:cubicBezTo>
                    <a:pt x="48691" y="7172"/>
                    <a:pt x="45511" y="6211"/>
                    <a:pt x="43626" y="4769"/>
                  </a:cubicBezTo>
                  <a:cubicBezTo>
                    <a:pt x="42923" y="4215"/>
                    <a:pt x="42406" y="3623"/>
                    <a:pt x="42147" y="2921"/>
                  </a:cubicBezTo>
                  <a:cubicBezTo>
                    <a:pt x="41999" y="2588"/>
                    <a:pt x="41925" y="2181"/>
                    <a:pt x="41888" y="1664"/>
                  </a:cubicBezTo>
                  <a:cubicBezTo>
                    <a:pt x="41851" y="1257"/>
                    <a:pt x="41851" y="814"/>
                    <a:pt x="41814" y="333"/>
                  </a:cubicBezTo>
                  <a:cubicBezTo>
                    <a:pt x="40520" y="961"/>
                    <a:pt x="39042" y="1368"/>
                    <a:pt x="37378" y="1405"/>
                  </a:cubicBezTo>
                  <a:lnTo>
                    <a:pt x="36749" y="1405"/>
                  </a:lnTo>
                  <a:cubicBezTo>
                    <a:pt x="32978" y="1405"/>
                    <a:pt x="30723" y="740"/>
                    <a:pt x="29355" y="0"/>
                  </a:cubicBezTo>
                  <a:close/>
                  <a:moveTo>
                    <a:pt x="9391" y="7320"/>
                  </a:moveTo>
                  <a:cubicBezTo>
                    <a:pt x="8393" y="7320"/>
                    <a:pt x="7432" y="7394"/>
                    <a:pt x="6544" y="7653"/>
                  </a:cubicBezTo>
                  <a:cubicBezTo>
                    <a:pt x="5694" y="7875"/>
                    <a:pt x="4955" y="8282"/>
                    <a:pt x="4326" y="8910"/>
                  </a:cubicBezTo>
                  <a:cubicBezTo>
                    <a:pt x="4067" y="9169"/>
                    <a:pt x="3735" y="9871"/>
                    <a:pt x="3439" y="10833"/>
                  </a:cubicBezTo>
                  <a:cubicBezTo>
                    <a:pt x="3143" y="11831"/>
                    <a:pt x="2847" y="13088"/>
                    <a:pt x="2589" y="14567"/>
                  </a:cubicBezTo>
                  <a:cubicBezTo>
                    <a:pt x="2071" y="17524"/>
                    <a:pt x="1664" y="21258"/>
                    <a:pt x="1295" y="25140"/>
                  </a:cubicBezTo>
                  <a:cubicBezTo>
                    <a:pt x="592" y="32904"/>
                    <a:pt x="185" y="41112"/>
                    <a:pt x="38" y="44402"/>
                  </a:cubicBezTo>
                  <a:cubicBezTo>
                    <a:pt x="1" y="44846"/>
                    <a:pt x="1" y="45215"/>
                    <a:pt x="1" y="45437"/>
                  </a:cubicBezTo>
                  <a:lnTo>
                    <a:pt x="11351" y="42701"/>
                  </a:lnTo>
                  <a:cubicBezTo>
                    <a:pt x="11203" y="41592"/>
                    <a:pt x="11129" y="40446"/>
                    <a:pt x="11129" y="39337"/>
                  </a:cubicBezTo>
                  <a:cubicBezTo>
                    <a:pt x="11129" y="36121"/>
                    <a:pt x="11942" y="31795"/>
                    <a:pt x="12829" y="27469"/>
                  </a:cubicBezTo>
                  <a:cubicBezTo>
                    <a:pt x="13717" y="23107"/>
                    <a:pt x="14604" y="18781"/>
                    <a:pt x="14789" y="15676"/>
                  </a:cubicBezTo>
                  <a:cubicBezTo>
                    <a:pt x="14789" y="15195"/>
                    <a:pt x="14789" y="14751"/>
                    <a:pt x="14789" y="14345"/>
                  </a:cubicBezTo>
                  <a:cubicBezTo>
                    <a:pt x="14789" y="11646"/>
                    <a:pt x="14419" y="9317"/>
                    <a:pt x="13975" y="7616"/>
                  </a:cubicBezTo>
                  <a:cubicBezTo>
                    <a:pt x="12423" y="7468"/>
                    <a:pt x="10870" y="7320"/>
                    <a:pt x="9428" y="7320"/>
                  </a:cubicBezTo>
                  <a:close/>
                </a:path>
              </a:pathLst>
            </a:custGeom>
            <a:solidFill>
              <a:srgbClr val="70707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3" name="Google Shape;3050;p53"/>
            <p:cNvSpPr/>
            <p:nvPr/>
          </p:nvSpPr>
          <p:spPr>
            <a:xfrm>
              <a:off x="5689440" y="2242080"/>
              <a:ext cx="223920" cy="117360"/>
            </a:xfrm>
            <a:custGeom>
              <a:avLst/>
              <a:gdLst>
                <a:gd name="textAreaLeft" fmla="*/ 0 w 223920"/>
                <a:gd name="textAreaRight" fmla="*/ 224280 w 223920"/>
                <a:gd name="textAreaTop" fmla="*/ 0 h 117360"/>
                <a:gd name="textAreaBottom" fmla="*/ 117720 h 117360"/>
              </a:gdLst>
              <a:ahLst/>
              <a:rect l="textAreaLeft" t="textAreaTop" r="textAreaRight" b="textAreaBottom"/>
              <a:pathLst>
                <a:path w="13015" h="6841">
                  <a:moveTo>
                    <a:pt x="13014" y="0"/>
                  </a:moveTo>
                  <a:cubicBezTo>
                    <a:pt x="11979" y="1147"/>
                    <a:pt x="10907" y="1960"/>
                    <a:pt x="9798" y="2330"/>
                  </a:cubicBezTo>
                  <a:cubicBezTo>
                    <a:pt x="8836" y="2662"/>
                    <a:pt x="7875" y="2847"/>
                    <a:pt x="6914" y="2847"/>
                  </a:cubicBezTo>
                  <a:cubicBezTo>
                    <a:pt x="4474" y="2847"/>
                    <a:pt x="2108" y="1812"/>
                    <a:pt x="0" y="259"/>
                  </a:cubicBezTo>
                  <a:lnTo>
                    <a:pt x="0" y="259"/>
                  </a:lnTo>
                  <a:cubicBezTo>
                    <a:pt x="148" y="2071"/>
                    <a:pt x="259" y="3882"/>
                    <a:pt x="259" y="5361"/>
                  </a:cubicBezTo>
                  <a:lnTo>
                    <a:pt x="259" y="5435"/>
                  </a:lnTo>
                  <a:cubicBezTo>
                    <a:pt x="1627" y="6175"/>
                    <a:pt x="3882" y="6840"/>
                    <a:pt x="7653" y="6840"/>
                  </a:cubicBezTo>
                  <a:lnTo>
                    <a:pt x="8282" y="6840"/>
                  </a:lnTo>
                  <a:cubicBezTo>
                    <a:pt x="9946" y="6803"/>
                    <a:pt x="11424" y="6396"/>
                    <a:pt x="12718" y="5768"/>
                  </a:cubicBezTo>
                  <a:cubicBezTo>
                    <a:pt x="12718" y="5620"/>
                    <a:pt x="12718" y="5509"/>
                    <a:pt x="12718" y="5361"/>
                  </a:cubicBezTo>
                  <a:cubicBezTo>
                    <a:pt x="12718" y="3808"/>
                    <a:pt x="12829" y="1886"/>
                    <a:pt x="13014" y="0"/>
                  </a:cubicBezTo>
                  <a:close/>
                </a:path>
              </a:pathLst>
            </a:custGeom>
            <a:solidFill>
              <a:srgbClr val="47474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680" bIns="586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4" name="Google Shape;3051;p53"/>
            <p:cNvSpPr/>
            <p:nvPr/>
          </p:nvSpPr>
          <p:spPr>
            <a:xfrm>
              <a:off x="5843520" y="2552760"/>
              <a:ext cx="214200" cy="39240"/>
            </a:xfrm>
            <a:custGeom>
              <a:avLst/>
              <a:gdLst>
                <a:gd name="textAreaLeft" fmla="*/ 0 w 214200"/>
                <a:gd name="textAreaRight" fmla="*/ 214560 w 214200"/>
                <a:gd name="textAreaTop" fmla="*/ 0 h 39240"/>
                <a:gd name="textAreaBottom" fmla="*/ 39600 h 39240"/>
              </a:gdLst>
              <a:ahLst/>
              <a:rect l="textAreaLeft" t="textAreaTop" r="textAreaRight" b="textAreaBottom"/>
              <a:pathLst>
                <a:path w="12460" h="2293">
                  <a:moveTo>
                    <a:pt x="12459" y="0"/>
                  </a:moveTo>
                  <a:cubicBezTo>
                    <a:pt x="8688" y="518"/>
                    <a:pt x="0" y="1775"/>
                    <a:pt x="1257" y="2144"/>
                  </a:cubicBezTo>
                  <a:cubicBezTo>
                    <a:pt x="1553" y="2255"/>
                    <a:pt x="2256" y="2292"/>
                    <a:pt x="3180" y="2292"/>
                  </a:cubicBezTo>
                  <a:cubicBezTo>
                    <a:pt x="5546" y="2292"/>
                    <a:pt x="9317" y="2034"/>
                    <a:pt x="11720" y="1849"/>
                  </a:cubicBezTo>
                  <a:cubicBezTo>
                    <a:pt x="11979" y="1220"/>
                    <a:pt x="12238" y="629"/>
                    <a:pt x="12459" y="0"/>
                  </a:cubicBezTo>
                  <a:close/>
                </a:path>
              </a:pathLst>
            </a:custGeom>
            <a:solidFill>
              <a:srgbClr val="47474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9800" bIns="198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5" name="Google Shape;3052;p53"/>
            <p:cNvSpPr/>
            <p:nvPr/>
          </p:nvSpPr>
          <p:spPr>
            <a:xfrm>
              <a:off x="5535360" y="2513160"/>
              <a:ext cx="197640" cy="83880"/>
            </a:xfrm>
            <a:custGeom>
              <a:avLst/>
              <a:gdLst>
                <a:gd name="textAreaLeft" fmla="*/ 0 w 197640"/>
                <a:gd name="textAreaRight" fmla="*/ 198000 w 197640"/>
                <a:gd name="textAreaTop" fmla="*/ 0 h 83880"/>
                <a:gd name="textAreaBottom" fmla="*/ 84240 h 83880"/>
              </a:gdLst>
              <a:ahLst/>
              <a:rect l="textAreaLeft" t="textAreaTop" r="textAreaRight" b="textAreaBottom"/>
              <a:pathLst>
                <a:path w="11499" h="4881">
                  <a:moveTo>
                    <a:pt x="1" y="0"/>
                  </a:moveTo>
                  <a:lnTo>
                    <a:pt x="1" y="0"/>
                  </a:lnTo>
                  <a:cubicBezTo>
                    <a:pt x="333" y="776"/>
                    <a:pt x="740" y="1590"/>
                    <a:pt x="1184" y="2440"/>
                  </a:cubicBezTo>
                  <a:cubicBezTo>
                    <a:pt x="4400" y="3401"/>
                    <a:pt x="9502" y="4880"/>
                    <a:pt x="10981" y="4880"/>
                  </a:cubicBezTo>
                  <a:cubicBezTo>
                    <a:pt x="11351" y="4880"/>
                    <a:pt x="11498" y="4806"/>
                    <a:pt x="11351" y="4621"/>
                  </a:cubicBezTo>
                  <a:cubicBezTo>
                    <a:pt x="10648" y="3549"/>
                    <a:pt x="3882" y="998"/>
                    <a:pt x="1" y="0"/>
                  </a:cubicBezTo>
                  <a:close/>
                </a:path>
              </a:pathLst>
            </a:custGeom>
            <a:solidFill>
              <a:srgbClr val="47474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2120" bIns="421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6" name="Google Shape;3053;p53"/>
            <p:cNvSpPr/>
            <p:nvPr/>
          </p:nvSpPr>
          <p:spPr>
            <a:xfrm>
              <a:off x="5176440" y="2107080"/>
              <a:ext cx="1227960" cy="1023480"/>
            </a:xfrm>
            <a:custGeom>
              <a:avLst/>
              <a:gdLst>
                <a:gd name="textAreaLeft" fmla="*/ 0 w 1227960"/>
                <a:gd name="textAreaRight" fmla="*/ 1228320 w 1227960"/>
                <a:gd name="textAreaTop" fmla="*/ 0 h 1023480"/>
                <a:gd name="textAreaBottom" fmla="*/ 1023840 h 1023480"/>
              </a:gdLst>
              <a:ahLst/>
              <a:rect l="textAreaLeft" t="textAreaTop" r="textAreaRight" b="textAreaBottom"/>
              <a:pathLst>
                <a:path w="71280" h="59405">
                  <a:moveTo>
                    <a:pt x="28963" y="668"/>
                  </a:moveTo>
                  <a:lnTo>
                    <a:pt x="36194" y="1826"/>
                  </a:lnTo>
                  <a:lnTo>
                    <a:pt x="36305" y="1826"/>
                  </a:lnTo>
                  <a:lnTo>
                    <a:pt x="43536" y="668"/>
                  </a:lnTo>
                  <a:lnTo>
                    <a:pt x="43536" y="668"/>
                  </a:lnTo>
                  <a:cubicBezTo>
                    <a:pt x="43316" y="2351"/>
                    <a:pt x="42479" y="9033"/>
                    <a:pt x="42479" y="13176"/>
                  </a:cubicBezTo>
                  <a:cubicBezTo>
                    <a:pt x="42479" y="13842"/>
                    <a:pt x="42516" y="14433"/>
                    <a:pt x="42553" y="14914"/>
                  </a:cubicBezTo>
                  <a:cubicBezTo>
                    <a:pt x="42590" y="15431"/>
                    <a:pt x="42664" y="15838"/>
                    <a:pt x="42812" y="16171"/>
                  </a:cubicBezTo>
                  <a:cubicBezTo>
                    <a:pt x="43071" y="16873"/>
                    <a:pt x="43588" y="17465"/>
                    <a:pt x="44291" y="18019"/>
                  </a:cubicBezTo>
                  <a:cubicBezTo>
                    <a:pt x="46398" y="19609"/>
                    <a:pt x="50058" y="20607"/>
                    <a:pt x="53534" y="20977"/>
                  </a:cubicBezTo>
                  <a:cubicBezTo>
                    <a:pt x="54014" y="21014"/>
                    <a:pt x="54495" y="21014"/>
                    <a:pt x="54975" y="21014"/>
                  </a:cubicBezTo>
                  <a:cubicBezTo>
                    <a:pt x="57289" y="21014"/>
                    <a:pt x="59844" y="20568"/>
                    <a:pt x="62175" y="20568"/>
                  </a:cubicBezTo>
                  <a:cubicBezTo>
                    <a:pt x="62265" y="20568"/>
                    <a:pt x="62354" y="20569"/>
                    <a:pt x="62443" y="20570"/>
                  </a:cubicBezTo>
                  <a:cubicBezTo>
                    <a:pt x="63442" y="20570"/>
                    <a:pt x="64403" y="20644"/>
                    <a:pt x="65253" y="20903"/>
                  </a:cubicBezTo>
                  <a:cubicBezTo>
                    <a:pt x="66141" y="21125"/>
                    <a:pt x="66880" y="21532"/>
                    <a:pt x="67508" y="22160"/>
                  </a:cubicBezTo>
                  <a:cubicBezTo>
                    <a:pt x="68211" y="22826"/>
                    <a:pt x="68839" y="24489"/>
                    <a:pt x="69283" y="26486"/>
                  </a:cubicBezTo>
                  <a:cubicBezTo>
                    <a:pt x="69948" y="29517"/>
                    <a:pt x="70281" y="33436"/>
                    <a:pt x="70466" y="36616"/>
                  </a:cubicBezTo>
                  <a:cubicBezTo>
                    <a:pt x="70577" y="38168"/>
                    <a:pt x="70614" y="39573"/>
                    <a:pt x="70651" y="40572"/>
                  </a:cubicBezTo>
                  <a:cubicBezTo>
                    <a:pt x="70651" y="41168"/>
                    <a:pt x="70651" y="41622"/>
                    <a:pt x="70651" y="41890"/>
                  </a:cubicBezTo>
                  <a:lnTo>
                    <a:pt x="70651" y="41890"/>
                  </a:lnTo>
                  <a:lnTo>
                    <a:pt x="41370" y="48816"/>
                  </a:lnTo>
                  <a:lnTo>
                    <a:pt x="31240" y="51330"/>
                  </a:lnTo>
                  <a:lnTo>
                    <a:pt x="31240" y="51293"/>
                  </a:lnTo>
                  <a:lnTo>
                    <a:pt x="653" y="58703"/>
                  </a:lnTo>
                  <a:lnTo>
                    <a:pt x="653" y="58703"/>
                  </a:lnTo>
                  <a:cubicBezTo>
                    <a:pt x="666" y="58458"/>
                    <a:pt x="685" y="58104"/>
                    <a:pt x="703" y="57652"/>
                  </a:cubicBezTo>
                  <a:cubicBezTo>
                    <a:pt x="850" y="54362"/>
                    <a:pt x="1257" y="46154"/>
                    <a:pt x="1960" y="38390"/>
                  </a:cubicBezTo>
                  <a:cubicBezTo>
                    <a:pt x="2329" y="34508"/>
                    <a:pt x="2736" y="30774"/>
                    <a:pt x="3254" y="27817"/>
                  </a:cubicBezTo>
                  <a:cubicBezTo>
                    <a:pt x="3512" y="26338"/>
                    <a:pt x="3808" y="25081"/>
                    <a:pt x="4104" y="24083"/>
                  </a:cubicBezTo>
                  <a:cubicBezTo>
                    <a:pt x="4400" y="23121"/>
                    <a:pt x="4732" y="22419"/>
                    <a:pt x="4991" y="22160"/>
                  </a:cubicBezTo>
                  <a:cubicBezTo>
                    <a:pt x="5620" y="21532"/>
                    <a:pt x="6359" y="21125"/>
                    <a:pt x="7209" y="20903"/>
                  </a:cubicBezTo>
                  <a:cubicBezTo>
                    <a:pt x="8097" y="20644"/>
                    <a:pt x="9058" y="20570"/>
                    <a:pt x="10056" y="20570"/>
                  </a:cubicBezTo>
                  <a:cubicBezTo>
                    <a:pt x="10145" y="20569"/>
                    <a:pt x="10235" y="20568"/>
                    <a:pt x="10324" y="20568"/>
                  </a:cubicBezTo>
                  <a:cubicBezTo>
                    <a:pt x="12656" y="20568"/>
                    <a:pt x="15210" y="21014"/>
                    <a:pt x="17524" y="21014"/>
                  </a:cubicBezTo>
                  <a:cubicBezTo>
                    <a:pt x="18005" y="21014"/>
                    <a:pt x="18485" y="21014"/>
                    <a:pt x="18966" y="20977"/>
                  </a:cubicBezTo>
                  <a:cubicBezTo>
                    <a:pt x="21295" y="20718"/>
                    <a:pt x="23698" y="20201"/>
                    <a:pt x="25658" y="19424"/>
                  </a:cubicBezTo>
                  <a:cubicBezTo>
                    <a:pt x="26619" y="19018"/>
                    <a:pt x="27506" y="18574"/>
                    <a:pt x="28209" y="18019"/>
                  </a:cubicBezTo>
                  <a:cubicBezTo>
                    <a:pt x="28911" y="17465"/>
                    <a:pt x="29429" y="16873"/>
                    <a:pt x="29688" y="16171"/>
                  </a:cubicBezTo>
                  <a:cubicBezTo>
                    <a:pt x="29835" y="15838"/>
                    <a:pt x="29909" y="15431"/>
                    <a:pt x="29946" y="14914"/>
                  </a:cubicBezTo>
                  <a:cubicBezTo>
                    <a:pt x="29983" y="14433"/>
                    <a:pt x="30020" y="13842"/>
                    <a:pt x="30020" y="13176"/>
                  </a:cubicBezTo>
                  <a:cubicBezTo>
                    <a:pt x="30020" y="9033"/>
                    <a:pt x="29183" y="2351"/>
                    <a:pt x="28963" y="668"/>
                  </a:cubicBezTo>
                  <a:close/>
                  <a:moveTo>
                    <a:pt x="28586" y="0"/>
                  </a:moveTo>
                  <a:cubicBezTo>
                    <a:pt x="28522" y="0"/>
                    <a:pt x="28448" y="34"/>
                    <a:pt x="28394" y="89"/>
                  </a:cubicBezTo>
                  <a:cubicBezTo>
                    <a:pt x="28320" y="163"/>
                    <a:pt x="28283" y="273"/>
                    <a:pt x="28320" y="347"/>
                  </a:cubicBezTo>
                  <a:cubicBezTo>
                    <a:pt x="28320" y="347"/>
                    <a:pt x="28394" y="865"/>
                    <a:pt x="28467" y="1715"/>
                  </a:cubicBezTo>
                  <a:cubicBezTo>
                    <a:pt x="28800" y="4192"/>
                    <a:pt x="29392" y="9664"/>
                    <a:pt x="29392" y="13176"/>
                  </a:cubicBezTo>
                  <a:cubicBezTo>
                    <a:pt x="29392" y="13805"/>
                    <a:pt x="29355" y="14396"/>
                    <a:pt x="29318" y="14877"/>
                  </a:cubicBezTo>
                  <a:cubicBezTo>
                    <a:pt x="29281" y="15321"/>
                    <a:pt x="29207" y="15727"/>
                    <a:pt x="29133" y="15949"/>
                  </a:cubicBezTo>
                  <a:cubicBezTo>
                    <a:pt x="28911" y="16504"/>
                    <a:pt x="28467" y="17058"/>
                    <a:pt x="27839" y="17539"/>
                  </a:cubicBezTo>
                  <a:cubicBezTo>
                    <a:pt x="25917" y="19018"/>
                    <a:pt x="22330" y="20016"/>
                    <a:pt x="18892" y="20349"/>
                  </a:cubicBezTo>
                  <a:cubicBezTo>
                    <a:pt x="18448" y="20386"/>
                    <a:pt x="18005" y="20422"/>
                    <a:pt x="17524" y="20422"/>
                  </a:cubicBezTo>
                  <a:cubicBezTo>
                    <a:pt x="15195" y="20422"/>
                    <a:pt x="12533" y="19942"/>
                    <a:pt x="10056" y="19942"/>
                  </a:cubicBezTo>
                  <a:cubicBezTo>
                    <a:pt x="9021" y="19942"/>
                    <a:pt x="7986" y="20016"/>
                    <a:pt x="7062" y="20275"/>
                  </a:cubicBezTo>
                  <a:cubicBezTo>
                    <a:pt x="6137" y="20570"/>
                    <a:pt x="5250" y="21014"/>
                    <a:pt x="4548" y="21716"/>
                  </a:cubicBezTo>
                  <a:cubicBezTo>
                    <a:pt x="4067" y="22197"/>
                    <a:pt x="3734" y="23121"/>
                    <a:pt x="3364" y="24341"/>
                  </a:cubicBezTo>
                  <a:cubicBezTo>
                    <a:pt x="2181" y="28741"/>
                    <a:pt x="1331" y="37392"/>
                    <a:pt x="813" y="44971"/>
                  </a:cubicBezTo>
                  <a:cubicBezTo>
                    <a:pt x="259" y="52587"/>
                    <a:pt x="37" y="59094"/>
                    <a:pt x="37" y="59094"/>
                  </a:cubicBezTo>
                  <a:cubicBezTo>
                    <a:pt x="0" y="59168"/>
                    <a:pt x="74" y="59279"/>
                    <a:pt x="148" y="59316"/>
                  </a:cubicBezTo>
                  <a:cubicBezTo>
                    <a:pt x="202" y="59370"/>
                    <a:pt x="256" y="59404"/>
                    <a:pt x="325" y="59404"/>
                  </a:cubicBezTo>
                  <a:cubicBezTo>
                    <a:pt x="350" y="59404"/>
                    <a:pt x="377" y="59400"/>
                    <a:pt x="407" y="59390"/>
                  </a:cubicBezTo>
                  <a:lnTo>
                    <a:pt x="31388" y="51922"/>
                  </a:lnTo>
                  <a:lnTo>
                    <a:pt x="41518" y="49408"/>
                  </a:lnTo>
                  <a:lnTo>
                    <a:pt x="71058" y="42457"/>
                  </a:lnTo>
                  <a:cubicBezTo>
                    <a:pt x="71169" y="42420"/>
                    <a:pt x="71279" y="42272"/>
                    <a:pt x="71279" y="42124"/>
                  </a:cubicBezTo>
                  <a:cubicBezTo>
                    <a:pt x="71279" y="42124"/>
                    <a:pt x="71279" y="37873"/>
                    <a:pt x="70836" y="33214"/>
                  </a:cubicBezTo>
                  <a:cubicBezTo>
                    <a:pt x="70651" y="30848"/>
                    <a:pt x="70318" y="28445"/>
                    <a:pt x="69875" y="26375"/>
                  </a:cubicBezTo>
                  <a:cubicBezTo>
                    <a:pt x="69394" y="24304"/>
                    <a:pt x="68802" y="22604"/>
                    <a:pt x="67952" y="21716"/>
                  </a:cubicBezTo>
                  <a:cubicBezTo>
                    <a:pt x="67213" y="21014"/>
                    <a:pt x="66362" y="20570"/>
                    <a:pt x="65438" y="20275"/>
                  </a:cubicBezTo>
                  <a:cubicBezTo>
                    <a:pt x="64514" y="20016"/>
                    <a:pt x="63479" y="19942"/>
                    <a:pt x="62443" y="19942"/>
                  </a:cubicBezTo>
                  <a:cubicBezTo>
                    <a:pt x="59966" y="19942"/>
                    <a:pt x="57305" y="20422"/>
                    <a:pt x="54975" y="20422"/>
                  </a:cubicBezTo>
                  <a:cubicBezTo>
                    <a:pt x="54495" y="20422"/>
                    <a:pt x="54051" y="20386"/>
                    <a:pt x="53607" y="20349"/>
                  </a:cubicBezTo>
                  <a:cubicBezTo>
                    <a:pt x="51315" y="20127"/>
                    <a:pt x="48949" y="19609"/>
                    <a:pt x="47064" y="18833"/>
                  </a:cubicBezTo>
                  <a:cubicBezTo>
                    <a:pt x="46139" y="18463"/>
                    <a:pt x="45289" y="18019"/>
                    <a:pt x="44661" y="17539"/>
                  </a:cubicBezTo>
                  <a:cubicBezTo>
                    <a:pt x="44032" y="17058"/>
                    <a:pt x="43588" y="16504"/>
                    <a:pt x="43367" y="15949"/>
                  </a:cubicBezTo>
                  <a:cubicBezTo>
                    <a:pt x="43293" y="15727"/>
                    <a:pt x="43219" y="15321"/>
                    <a:pt x="43182" y="14877"/>
                  </a:cubicBezTo>
                  <a:cubicBezTo>
                    <a:pt x="43108" y="14396"/>
                    <a:pt x="43108" y="13805"/>
                    <a:pt x="43108" y="13176"/>
                  </a:cubicBezTo>
                  <a:cubicBezTo>
                    <a:pt x="43108" y="10847"/>
                    <a:pt x="43367" y="7631"/>
                    <a:pt x="43662" y="5006"/>
                  </a:cubicBezTo>
                  <a:cubicBezTo>
                    <a:pt x="43773" y="3712"/>
                    <a:pt x="43921" y="2529"/>
                    <a:pt x="44032" y="1715"/>
                  </a:cubicBezTo>
                  <a:cubicBezTo>
                    <a:pt x="44106" y="865"/>
                    <a:pt x="44180" y="347"/>
                    <a:pt x="44180" y="347"/>
                  </a:cubicBezTo>
                  <a:cubicBezTo>
                    <a:pt x="44180" y="273"/>
                    <a:pt x="44180" y="163"/>
                    <a:pt x="44106" y="89"/>
                  </a:cubicBezTo>
                  <a:cubicBezTo>
                    <a:pt x="44052" y="34"/>
                    <a:pt x="43978" y="0"/>
                    <a:pt x="43913" y="0"/>
                  </a:cubicBezTo>
                  <a:cubicBezTo>
                    <a:pt x="43890" y="0"/>
                    <a:pt x="43867" y="5"/>
                    <a:pt x="43847" y="15"/>
                  </a:cubicBezTo>
                  <a:lnTo>
                    <a:pt x="36231" y="1198"/>
                  </a:lnTo>
                  <a:lnTo>
                    <a:pt x="28652" y="15"/>
                  </a:lnTo>
                  <a:cubicBezTo>
                    <a:pt x="28633" y="5"/>
                    <a:pt x="28610" y="0"/>
                    <a:pt x="2858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7" name="Google Shape;3054;p53"/>
            <p:cNvSpPr/>
            <p:nvPr/>
          </p:nvSpPr>
          <p:spPr>
            <a:xfrm>
              <a:off x="5384880" y="2461680"/>
              <a:ext cx="856440" cy="613080"/>
            </a:xfrm>
            <a:custGeom>
              <a:avLst/>
              <a:gdLst>
                <a:gd name="textAreaLeft" fmla="*/ 0 w 856440"/>
                <a:gd name="textAreaRight" fmla="*/ 856800 w 856440"/>
                <a:gd name="textAreaTop" fmla="*/ 0 h 613080"/>
                <a:gd name="textAreaBottom" fmla="*/ 613440 h 613080"/>
              </a:gdLst>
              <a:ahLst/>
              <a:rect l="textAreaLeft" t="textAreaTop" r="textAreaRight" b="textAreaBottom"/>
              <a:pathLst>
                <a:path w="49726" h="35604">
                  <a:moveTo>
                    <a:pt x="40816" y="0"/>
                  </a:moveTo>
                  <a:cubicBezTo>
                    <a:pt x="39855" y="4917"/>
                    <a:pt x="36527" y="16711"/>
                    <a:pt x="26398" y="18190"/>
                  </a:cubicBezTo>
                  <a:cubicBezTo>
                    <a:pt x="25854" y="18271"/>
                    <a:pt x="25321" y="18310"/>
                    <a:pt x="24798" y="18310"/>
                  </a:cubicBezTo>
                  <a:cubicBezTo>
                    <a:pt x="15083" y="18310"/>
                    <a:pt x="8995" y="4879"/>
                    <a:pt x="7136" y="37"/>
                  </a:cubicBezTo>
                  <a:cubicBezTo>
                    <a:pt x="7025" y="74"/>
                    <a:pt x="6951" y="74"/>
                    <a:pt x="6840" y="74"/>
                  </a:cubicBezTo>
                  <a:cubicBezTo>
                    <a:pt x="6360" y="131"/>
                    <a:pt x="5864" y="155"/>
                    <a:pt x="5355" y="155"/>
                  </a:cubicBezTo>
                  <a:cubicBezTo>
                    <a:pt x="4533" y="155"/>
                    <a:pt x="3679" y="92"/>
                    <a:pt x="2810" y="0"/>
                  </a:cubicBezTo>
                  <a:lnTo>
                    <a:pt x="2810" y="0"/>
                  </a:lnTo>
                  <a:cubicBezTo>
                    <a:pt x="3328" y="2034"/>
                    <a:pt x="3808" y="4954"/>
                    <a:pt x="3661" y="8356"/>
                  </a:cubicBezTo>
                  <a:cubicBezTo>
                    <a:pt x="3328" y="14715"/>
                    <a:pt x="1" y="25695"/>
                    <a:pt x="1" y="32017"/>
                  </a:cubicBezTo>
                  <a:cubicBezTo>
                    <a:pt x="1" y="33200"/>
                    <a:pt x="111" y="34420"/>
                    <a:pt x="296" y="35603"/>
                  </a:cubicBezTo>
                  <a:lnTo>
                    <a:pt x="49726" y="23514"/>
                  </a:lnTo>
                  <a:cubicBezTo>
                    <a:pt x="49097" y="21443"/>
                    <a:pt x="48321" y="19225"/>
                    <a:pt x="47508" y="16785"/>
                  </a:cubicBezTo>
                  <a:cubicBezTo>
                    <a:pt x="45437" y="10352"/>
                    <a:pt x="45622" y="2958"/>
                    <a:pt x="45807" y="0"/>
                  </a:cubicBezTo>
                  <a:lnTo>
                    <a:pt x="45807" y="0"/>
                  </a:lnTo>
                  <a:cubicBezTo>
                    <a:pt x="44839" y="73"/>
                    <a:pt x="43855" y="146"/>
                    <a:pt x="42917" y="146"/>
                  </a:cubicBezTo>
                  <a:cubicBezTo>
                    <a:pt x="42423" y="146"/>
                    <a:pt x="41941" y="125"/>
                    <a:pt x="41482" y="74"/>
                  </a:cubicBezTo>
                  <a:cubicBezTo>
                    <a:pt x="41260" y="74"/>
                    <a:pt x="41038" y="37"/>
                    <a:pt x="40816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8" name="Google Shape;3055;p53"/>
            <p:cNvSpPr/>
            <p:nvPr/>
          </p:nvSpPr>
          <p:spPr>
            <a:xfrm>
              <a:off x="5379840" y="2455920"/>
              <a:ext cx="867960" cy="624600"/>
            </a:xfrm>
            <a:custGeom>
              <a:avLst/>
              <a:gdLst>
                <a:gd name="textAreaLeft" fmla="*/ 0 w 867960"/>
                <a:gd name="textAreaRight" fmla="*/ 868320 w 867960"/>
                <a:gd name="textAreaTop" fmla="*/ 0 h 624600"/>
                <a:gd name="textAreaBottom" fmla="*/ 624960 h 624600"/>
              </a:gdLst>
              <a:ahLst/>
              <a:rect l="textAreaLeft" t="textAreaTop" r="textAreaRight" b="textAreaBottom"/>
              <a:pathLst>
                <a:path w="50392" h="36257">
                  <a:moveTo>
                    <a:pt x="45792" y="655"/>
                  </a:moveTo>
                  <a:cubicBezTo>
                    <a:pt x="45753" y="1510"/>
                    <a:pt x="45696" y="2635"/>
                    <a:pt x="45696" y="3957"/>
                  </a:cubicBezTo>
                  <a:cubicBezTo>
                    <a:pt x="45696" y="7580"/>
                    <a:pt x="46029" y="12608"/>
                    <a:pt x="47545" y="17192"/>
                  </a:cubicBezTo>
                  <a:cubicBezTo>
                    <a:pt x="48280" y="19539"/>
                    <a:pt x="49016" y="21653"/>
                    <a:pt x="49626" y="23630"/>
                  </a:cubicBezTo>
                  <a:lnTo>
                    <a:pt x="49626" y="23630"/>
                  </a:lnTo>
                  <a:lnTo>
                    <a:pt x="837" y="35562"/>
                  </a:lnTo>
                  <a:lnTo>
                    <a:pt x="837" y="35562"/>
                  </a:lnTo>
                  <a:cubicBezTo>
                    <a:pt x="683" y="34492"/>
                    <a:pt x="592" y="33421"/>
                    <a:pt x="592" y="32350"/>
                  </a:cubicBezTo>
                  <a:cubicBezTo>
                    <a:pt x="592" y="29244"/>
                    <a:pt x="1443" y="24919"/>
                    <a:pt x="2293" y="20593"/>
                  </a:cubicBezTo>
                  <a:cubicBezTo>
                    <a:pt x="3180" y="16268"/>
                    <a:pt x="4104" y="11905"/>
                    <a:pt x="4252" y="8689"/>
                  </a:cubicBezTo>
                  <a:cubicBezTo>
                    <a:pt x="4289" y="8245"/>
                    <a:pt x="4289" y="7801"/>
                    <a:pt x="4289" y="7358"/>
                  </a:cubicBezTo>
                  <a:cubicBezTo>
                    <a:pt x="4289" y="4705"/>
                    <a:pt x="3914" y="2428"/>
                    <a:pt x="3508" y="699"/>
                  </a:cubicBezTo>
                  <a:lnTo>
                    <a:pt x="3508" y="699"/>
                  </a:lnTo>
                  <a:cubicBezTo>
                    <a:pt x="4275" y="751"/>
                    <a:pt x="5016" y="777"/>
                    <a:pt x="5731" y="777"/>
                  </a:cubicBezTo>
                  <a:cubicBezTo>
                    <a:pt x="6249" y="777"/>
                    <a:pt x="6692" y="777"/>
                    <a:pt x="7173" y="740"/>
                  </a:cubicBezTo>
                  <a:cubicBezTo>
                    <a:pt x="7194" y="733"/>
                    <a:pt x="7213" y="728"/>
                    <a:pt x="7232" y="723"/>
                  </a:cubicBezTo>
                  <a:lnTo>
                    <a:pt x="7232" y="723"/>
                  </a:lnTo>
                  <a:cubicBezTo>
                    <a:pt x="8227" y="3215"/>
                    <a:pt x="10190" y="7635"/>
                    <a:pt x="13088" y="11536"/>
                  </a:cubicBezTo>
                  <a:cubicBezTo>
                    <a:pt x="14567" y="13532"/>
                    <a:pt x="16305" y="15380"/>
                    <a:pt x="18338" y="16748"/>
                  </a:cubicBezTo>
                  <a:cubicBezTo>
                    <a:pt x="20335" y="18116"/>
                    <a:pt x="22590" y="18967"/>
                    <a:pt x="25104" y="18967"/>
                  </a:cubicBezTo>
                  <a:cubicBezTo>
                    <a:pt x="25621" y="18967"/>
                    <a:pt x="26176" y="18930"/>
                    <a:pt x="26730" y="18856"/>
                  </a:cubicBezTo>
                  <a:cubicBezTo>
                    <a:pt x="31906" y="18079"/>
                    <a:pt x="35382" y="14678"/>
                    <a:pt x="37600" y="10870"/>
                  </a:cubicBezTo>
                  <a:cubicBezTo>
                    <a:pt x="39773" y="7235"/>
                    <a:pt x="40848" y="3189"/>
                    <a:pt x="41353" y="683"/>
                  </a:cubicBezTo>
                  <a:lnTo>
                    <a:pt x="41353" y="683"/>
                  </a:lnTo>
                  <a:cubicBezTo>
                    <a:pt x="41482" y="697"/>
                    <a:pt x="41611" y="719"/>
                    <a:pt x="41741" y="740"/>
                  </a:cubicBezTo>
                  <a:cubicBezTo>
                    <a:pt x="42221" y="777"/>
                    <a:pt x="42665" y="777"/>
                    <a:pt x="43145" y="777"/>
                  </a:cubicBezTo>
                  <a:cubicBezTo>
                    <a:pt x="44027" y="777"/>
                    <a:pt x="44910" y="719"/>
                    <a:pt x="45792" y="655"/>
                  </a:cubicBezTo>
                  <a:close/>
                  <a:moveTo>
                    <a:pt x="46103" y="1"/>
                  </a:moveTo>
                  <a:cubicBezTo>
                    <a:pt x="45068" y="112"/>
                    <a:pt x="44107" y="185"/>
                    <a:pt x="43145" y="185"/>
                  </a:cubicBezTo>
                  <a:cubicBezTo>
                    <a:pt x="42702" y="185"/>
                    <a:pt x="42258" y="149"/>
                    <a:pt x="41814" y="112"/>
                  </a:cubicBezTo>
                  <a:cubicBezTo>
                    <a:pt x="41593" y="75"/>
                    <a:pt x="41371" y="75"/>
                    <a:pt x="41149" y="38"/>
                  </a:cubicBezTo>
                  <a:cubicBezTo>
                    <a:pt x="41130" y="33"/>
                    <a:pt x="41111" y="31"/>
                    <a:pt x="41092" y="31"/>
                  </a:cubicBezTo>
                  <a:cubicBezTo>
                    <a:pt x="40965" y="31"/>
                    <a:pt x="40848" y="135"/>
                    <a:pt x="40816" y="296"/>
                  </a:cubicBezTo>
                  <a:cubicBezTo>
                    <a:pt x="40336" y="2736"/>
                    <a:pt x="39264" y="6877"/>
                    <a:pt x="37082" y="10574"/>
                  </a:cubicBezTo>
                  <a:cubicBezTo>
                    <a:pt x="34901" y="14271"/>
                    <a:pt x="31611" y="17488"/>
                    <a:pt x="26620" y="18227"/>
                  </a:cubicBezTo>
                  <a:cubicBezTo>
                    <a:pt x="26102" y="18301"/>
                    <a:pt x="25584" y="18338"/>
                    <a:pt x="25104" y="18338"/>
                  </a:cubicBezTo>
                  <a:cubicBezTo>
                    <a:pt x="22738" y="18338"/>
                    <a:pt x="20593" y="17525"/>
                    <a:pt x="18671" y="16231"/>
                  </a:cubicBezTo>
                  <a:cubicBezTo>
                    <a:pt x="15787" y="14271"/>
                    <a:pt x="13384" y="11166"/>
                    <a:pt x="11536" y="8134"/>
                  </a:cubicBezTo>
                  <a:cubicBezTo>
                    <a:pt x="9687" y="5103"/>
                    <a:pt x="8430" y="2071"/>
                    <a:pt x="7728" y="259"/>
                  </a:cubicBezTo>
                  <a:cubicBezTo>
                    <a:pt x="7654" y="149"/>
                    <a:pt x="7543" y="75"/>
                    <a:pt x="7395" y="75"/>
                  </a:cubicBezTo>
                  <a:cubicBezTo>
                    <a:pt x="7284" y="75"/>
                    <a:pt x="7210" y="112"/>
                    <a:pt x="7099" y="112"/>
                  </a:cubicBezTo>
                  <a:cubicBezTo>
                    <a:pt x="6655" y="149"/>
                    <a:pt x="6212" y="185"/>
                    <a:pt x="5731" y="185"/>
                  </a:cubicBezTo>
                  <a:cubicBezTo>
                    <a:pt x="4918" y="185"/>
                    <a:pt x="4031" y="112"/>
                    <a:pt x="3106" y="38"/>
                  </a:cubicBezTo>
                  <a:cubicBezTo>
                    <a:pt x="3032" y="38"/>
                    <a:pt x="2921" y="75"/>
                    <a:pt x="2847" y="149"/>
                  </a:cubicBezTo>
                  <a:cubicBezTo>
                    <a:pt x="2811" y="222"/>
                    <a:pt x="2774" y="333"/>
                    <a:pt x="2811" y="407"/>
                  </a:cubicBezTo>
                  <a:cubicBezTo>
                    <a:pt x="3254" y="2145"/>
                    <a:pt x="3661" y="4548"/>
                    <a:pt x="3661" y="7358"/>
                  </a:cubicBezTo>
                  <a:cubicBezTo>
                    <a:pt x="3661" y="7764"/>
                    <a:pt x="3661" y="8208"/>
                    <a:pt x="3661" y="8689"/>
                  </a:cubicBezTo>
                  <a:cubicBezTo>
                    <a:pt x="3476" y="11794"/>
                    <a:pt x="2589" y="16120"/>
                    <a:pt x="1701" y="20482"/>
                  </a:cubicBezTo>
                  <a:cubicBezTo>
                    <a:pt x="814" y="24808"/>
                    <a:pt x="1" y="29134"/>
                    <a:pt x="1" y="32350"/>
                  </a:cubicBezTo>
                  <a:cubicBezTo>
                    <a:pt x="1" y="33570"/>
                    <a:pt x="112" y="34790"/>
                    <a:pt x="260" y="36010"/>
                  </a:cubicBezTo>
                  <a:cubicBezTo>
                    <a:pt x="297" y="36084"/>
                    <a:pt x="333" y="36158"/>
                    <a:pt x="407" y="36195"/>
                  </a:cubicBezTo>
                  <a:cubicBezTo>
                    <a:pt x="451" y="36238"/>
                    <a:pt x="494" y="36256"/>
                    <a:pt x="545" y="36256"/>
                  </a:cubicBezTo>
                  <a:cubicBezTo>
                    <a:pt x="581" y="36256"/>
                    <a:pt x="620" y="36247"/>
                    <a:pt x="666" y="36232"/>
                  </a:cubicBezTo>
                  <a:lnTo>
                    <a:pt x="50001" y="24166"/>
                  </a:lnTo>
                  <a:lnTo>
                    <a:pt x="50001" y="24166"/>
                  </a:lnTo>
                  <a:cubicBezTo>
                    <a:pt x="50007" y="24166"/>
                    <a:pt x="50012" y="24166"/>
                    <a:pt x="50017" y="24166"/>
                  </a:cubicBezTo>
                  <a:cubicBezTo>
                    <a:pt x="50054" y="24166"/>
                    <a:pt x="50092" y="24159"/>
                    <a:pt x="50133" y="24143"/>
                  </a:cubicBezTo>
                  <a:cubicBezTo>
                    <a:pt x="50281" y="24106"/>
                    <a:pt x="50392" y="23921"/>
                    <a:pt x="50318" y="23773"/>
                  </a:cubicBezTo>
                  <a:lnTo>
                    <a:pt x="50318" y="23773"/>
                  </a:lnTo>
                  <a:cubicBezTo>
                    <a:pt x="50318" y="23773"/>
                    <a:pt x="50318" y="23773"/>
                    <a:pt x="50318" y="23773"/>
                  </a:cubicBezTo>
                  <a:cubicBezTo>
                    <a:pt x="50316" y="23764"/>
                    <a:pt x="50313" y="23755"/>
                    <a:pt x="50310" y="23747"/>
                  </a:cubicBezTo>
                  <a:lnTo>
                    <a:pt x="50310" y="23747"/>
                  </a:lnTo>
                  <a:cubicBezTo>
                    <a:pt x="49683" y="21647"/>
                    <a:pt x="48910" y="19437"/>
                    <a:pt x="48099" y="17007"/>
                  </a:cubicBezTo>
                  <a:cubicBezTo>
                    <a:pt x="46658" y="12534"/>
                    <a:pt x="46325" y="7543"/>
                    <a:pt x="46325" y="3957"/>
                  </a:cubicBezTo>
                  <a:cubicBezTo>
                    <a:pt x="46325" y="2478"/>
                    <a:pt x="46362" y="1221"/>
                    <a:pt x="46436" y="333"/>
                  </a:cubicBezTo>
                  <a:cubicBezTo>
                    <a:pt x="46436" y="259"/>
                    <a:pt x="46399" y="149"/>
                    <a:pt x="46325" y="112"/>
                  </a:cubicBezTo>
                  <a:cubicBezTo>
                    <a:pt x="46288" y="38"/>
                    <a:pt x="46177" y="1"/>
                    <a:pt x="4610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29" name="Google Shape;3056;p53"/>
            <p:cNvSpPr/>
            <p:nvPr/>
          </p:nvSpPr>
          <p:spPr>
            <a:xfrm>
              <a:off x="5391360" y="1355040"/>
              <a:ext cx="664920" cy="930240"/>
            </a:xfrm>
            <a:custGeom>
              <a:avLst/>
              <a:gdLst>
                <a:gd name="textAreaLeft" fmla="*/ 0 w 664920"/>
                <a:gd name="textAreaRight" fmla="*/ 665280 w 664920"/>
                <a:gd name="textAreaTop" fmla="*/ 0 h 930240"/>
                <a:gd name="textAreaBottom" fmla="*/ 930600 h 930240"/>
              </a:gdLst>
              <a:ahLst/>
              <a:rect l="textAreaLeft" t="textAreaTop" r="textAreaRight" b="textAreaBottom"/>
              <a:pathLst>
                <a:path w="38598" h="53993">
                  <a:moveTo>
                    <a:pt x="19826" y="0"/>
                  </a:moveTo>
                  <a:cubicBezTo>
                    <a:pt x="15796" y="0"/>
                    <a:pt x="11036" y="1781"/>
                    <a:pt x="7949" y="4294"/>
                  </a:cubicBezTo>
                  <a:lnTo>
                    <a:pt x="7912" y="4368"/>
                  </a:lnTo>
                  <a:cubicBezTo>
                    <a:pt x="0" y="10949"/>
                    <a:pt x="851" y="22262"/>
                    <a:pt x="4511" y="30876"/>
                  </a:cubicBezTo>
                  <a:cubicBezTo>
                    <a:pt x="6581" y="35793"/>
                    <a:pt x="8540" y="40451"/>
                    <a:pt x="11424" y="44888"/>
                  </a:cubicBezTo>
                  <a:cubicBezTo>
                    <a:pt x="14525" y="49586"/>
                    <a:pt x="19218" y="53993"/>
                    <a:pt x="24245" y="53993"/>
                  </a:cubicBezTo>
                  <a:cubicBezTo>
                    <a:pt x="25151" y="53993"/>
                    <a:pt x="26068" y="53849"/>
                    <a:pt x="26989" y="53539"/>
                  </a:cubicBezTo>
                  <a:cubicBezTo>
                    <a:pt x="33052" y="51468"/>
                    <a:pt x="38598" y="35423"/>
                    <a:pt x="38450" y="23334"/>
                  </a:cubicBezTo>
                  <a:cubicBezTo>
                    <a:pt x="38339" y="16383"/>
                    <a:pt x="35677" y="8730"/>
                    <a:pt x="30390" y="3961"/>
                  </a:cubicBezTo>
                  <a:cubicBezTo>
                    <a:pt x="27617" y="1410"/>
                    <a:pt x="23957" y="79"/>
                    <a:pt x="20186" y="5"/>
                  </a:cubicBezTo>
                  <a:cubicBezTo>
                    <a:pt x="20067" y="2"/>
                    <a:pt x="19947" y="0"/>
                    <a:pt x="1982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0" name="Google Shape;3057;p53"/>
            <p:cNvSpPr/>
            <p:nvPr/>
          </p:nvSpPr>
          <p:spPr>
            <a:xfrm>
              <a:off x="5466240" y="1573560"/>
              <a:ext cx="581400" cy="706320"/>
            </a:xfrm>
            <a:custGeom>
              <a:avLst/>
              <a:gdLst>
                <a:gd name="textAreaLeft" fmla="*/ 0 w 581400"/>
                <a:gd name="textAreaRight" fmla="*/ 581760 w 581400"/>
                <a:gd name="textAreaTop" fmla="*/ 0 h 706320"/>
                <a:gd name="textAreaBottom" fmla="*/ 706680 h 706320"/>
              </a:gdLst>
              <a:ahLst/>
              <a:rect l="textAreaLeft" t="textAreaTop" r="textAreaRight" b="textAreaBottom"/>
              <a:pathLst>
                <a:path w="33755" h="41001">
                  <a:moveTo>
                    <a:pt x="21887" y="28579"/>
                  </a:moveTo>
                  <a:cubicBezTo>
                    <a:pt x="22886" y="28579"/>
                    <a:pt x="24327" y="28911"/>
                    <a:pt x="25067" y="29096"/>
                  </a:cubicBezTo>
                  <a:cubicBezTo>
                    <a:pt x="25178" y="29059"/>
                    <a:pt x="25289" y="29022"/>
                    <a:pt x="25326" y="28985"/>
                  </a:cubicBezTo>
                  <a:lnTo>
                    <a:pt x="25363" y="28948"/>
                  </a:lnTo>
                  <a:cubicBezTo>
                    <a:pt x="25400" y="28948"/>
                    <a:pt x="25437" y="28911"/>
                    <a:pt x="25510" y="28911"/>
                  </a:cubicBezTo>
                  <a:cubicBezTo>
                    <a:pt x="25547" y="28911"/>
                    <a:pt x="25621" y="28948"/>
                    <a:pt x="25695" y="28985"/>
                  </a:cubicBezTo>
                  <a:cubicBezTo>
                    <a:pt x="25769" y="29059"/>
                    <a:pt x="25843" y="29170"/>
                    <a:pt x="25806" y="29318"/>
                  </a:cubicBezTo>
                  <a:cubicBezTo>
                    <a:pt x="25806" y="29318"/>
                    <a:pt x="25547" y="30427"/>
                    <a:pt x="24845" y="31684"/>
                  </a:cubicBezTo>
                  <a:cubicBezTo>
                    <a:pt x="24106" y="32978"/>
                    <a:pt x="22923" y="34420"/>
                    <a:pt x="21000" y="35085"/>
                  </a:cubicBezTo>
                  <a:cubicBezTo>
                    <a:pt x="20556" y="35233"/>
                    <a:pt x="20150" y="35307"/>
                    <a:pt x="19706" y="35307"/>
                  </a:cubicBezTo>
                  <a:cubicBezTo>
                    <a:pt x="18005" y="35307"/>
                    <a:pt x="16490" y="34198"/>
                    <a:pt x="15417" y="33126"/>
                  </a:cubicBezTo>
                  <a:cubicBezTo>
                    <a:pt x="14308" y="32054"/>
                    <a:pt x="13643" y="31019"/>
                    <a:pt x="13643" y="30982"/>
                  </a:cubicBezTo>
                  <a:cubicBezTo>
                    <a:pt x="13569" y="30871"/>
                    <a:pt x="13569" y="30760"/>
                    <a:pt x="13643" y="30649"/>
                  </a:cubicBezTo>
                  <a:cubicBezTo>
                    <a:pt x="13680" y="30575"/>
                    <a:pt x="13791" y="30501"/>
                    <a:pt x="13902" y="30501"/>
                  </a:cubicBezTo>
                  <a:cubicBezTo>
                    <a:pt x="13902" y="30501"/>
                    <a:pt x="13939" y="30501"/>
                    <a:pt x="13939" y="30538"/>
                  </a:cubicBezTo>
                  <a:lnTo>
                    <a:pt x="14160" y="30538"/>
                  </a:lnTo>
                  <a:cubicBezTo>
                    <a:pt x="14641" y="30057"/>
                    <a:pt x="15750" y="29059"/>
                    <a:pt x="16601" y="29059"/>
                  </a:cubicBezTo>
                  <a:cubicBezTo>
                    <a:pt x="17710" y="29059"/>
                    <a:pt x="19447" y="29873"/>
                    <a:pt x="19447" y="29873"/>
                  </a:cubicBezTo>
                  <a:cubicBezTo>
                    <a:pt x="19447" y="29873"/>
                    <a:pt x="20261" y="28763"/>
                    <a:pt x="21518" y="28616"/>
                  </a:cubicBezTo>
                  <a:cubicBezTo>
                    <a:pt x="21629" y="28579"/>
                    <a:pt x="21776" y="28579"/>
                    <a:pt x="21887" y="28579"/>
                  </a:cubicBezTo>
                  <a:close/>
                  <a:moveTo>
                    <a:pt x="16896" y="0"/>
                  </a:moveTo>
                  <a:cubicBezTo>
                    <a:pt x="13754" y="0"/>
                    <a:pt x="10242" y="1072"/>
                    <a:pt x="6729" y="3956"/>
                  </a:cubicBezTo>
                  <a:cubicBezTo>
                    <a:pt x="2071" y="7838"/>
                    <a:pt x="518" y="13901"/>
                    <a:pt x="1" y="17044"/>
                  </a:cubicBezTo>
                  <a:cubicBezTo>
                    <a:pt x="149" y="17376"/>
                    <a:pt x="260" y="17746"/>
                    <a:pt x="407" y="18079"/>
                  </a:cubicBezTo>
                  <a:cubicBezTo>
                    <a:pt x="2478" y="22959"/>
                    <a:pt x="4437" y="27654"/>
                    <a:pt x="7321" y="32017"/>
                  </a:cubicBezTo>
                  <a:cubicBezTo>
                    <a:pt x="8874" y="34346"/>
                    <a:pt x="10796" y="36601"/>
                    <a:pt x="12940" y="38265"/>
                  </a:cubicBezTo>
                  <a:cubicBezTo>
                    <a:pt x="15085" y="39929"/>
                    <a:pt x="17451" y="41001"/>
                    <a:pt x="19854" y="41001"/>
                  </a:cubicBezTo>
                  <a:cubicBezTo>
                    <a:pt x="20741" y="41001"/>
                    <a:pt x="21629" y="40853"/>
                    <a:pt x="22553" y="40557"/>
                  </a:cubicBezTo>
                  <a:cubicBezTo>
                    <a:pt x="23921" y="40076"/>
                    <a:pt x="25363" y="38782"/>
                    <a:pt x="26694" y="36860"/>
                  </a:cubicBezTo>
                  <a:cubicBezTo>
                    <a:pt x="28024" y="34938"/>
                    <a:pt x="29244" y="32424"/>
                    <a:pt x="30317" y="29614"/>
                  </a:cubicBezTo>
                  <a:cubicBezTo>
                    <a:pt x="32239" y="24401"/>
                    <a:pt x="33570" y="18116"/>
                    <a:pt x="33755" y="12496"/>
                  </a:cubicBezTo>
                  <a:cubicBezTo>
                    <a:pt x="31648" y="7283"/>
                    <a:pt x="27692" y="3771"/>
                    <a:pt x="24216" y="1886"/>
                  </a:cubicBezTo>
                  <a:cubicBezTo>
                    <a:pt x="22146" y="777"/>
                    <a:pt x="19669" y="0"/>
                    <a:pt x="16896" y="0"/>
                  </a:cubicBezTo>
                  <a:close/>
                </a:path>
              </a:pathLst>
            </a:custGeom>
            <a:solidFill>
              <a:srgbClr val="70707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1" name="Google Shape;3058;p53"/>
            <p:cNvSpPr/>
            <p:nvPr/>
          </p:nvSpPr>
          <p:spPr>
            <a:xfrm>
              <a:off x="5417280" y="1349280"/>
              <a:ext cx="641160" cy="941400"/>
            </a:xfrm>
            <a:custGeom>
              <a:avLst/>
              <a:gdLst>
                <a:gd name="textAreaLeft" fmla="*/ 0 w 641160"/>
                <a:gd name="textAreaRight" fmla="*/ 641520 w 641160"/>
                <a:gd name="textAreaTop" fmla="*/ 0 h 941400"/>
                <a:gd name="textAreaBottom" fmla="*/ 941760 h 941400"/>
              </a:gdLst>
              <a:ahLst/>
              <a:rect l="textAreaLeft" t="textAreaTop" r="textAreaRight" b="textAreaBottom"/>
              <a:pathLst>
                <a:path w="37230" h="54644">
                  <a:moveTo>
                    <a:pt x="18670" y="629"/>
                  </a:moveTo>
                  <a:cubicBezTo>
                    <a:pt x="22367" y="703"/>
                    <a:pt x="25953" y="2034"/>
                    <a:pt x="28689" y="4511"/>
                  </a:cubicBezTo>
                  <a:cubicBezTo>
                    <a:pt x="33865" y="9206"/>
                    <a:pt x="36527" y="16785"/>
                    <a:pt x="36601" y="23662"/>
                  </a:cubicBezTo>
                  <a:cubicBezTo>
                    <a:pt x="36638" y="23810"/>
                    <a:pt x="36638" y="23995"/>
                    <a:pt x="36638" y="24179"/>
                  </a:cubicBezTo>
                  <a:cubicBezTo>
                    <a:pt x="36638" y="30132"/>
                    <a:pt x="35270" y="37008"/>
                    <a:pt x="33163" y="42628"/>
                  </a:cubicBezTo>
                  <a:cubicBezTo>
                    <a:pt x="32090" y="45438"/>
                    <a:pt x="30870" y="47952"/>
                    <a:pt x="29540" y="49874"/>
                  </a:cubicBezTo>
                  <a:cubicBezTo>
                    <a:pt x="28209" y="51796"/>
                    <a:pt x="26767" y="53090"/>
                    <a:pt x="25399" y="53571"/>
                  </a:cubicBezTo>
                  <a:cubicBezTo>
                    <a:pt x="24475" y="53867"/>
                    <a:pt x="23587" y="54015"/>
                    <a:pt x="22700" y="54015"/>
                  </a:cubicBezTo>
                  <a:cubicBezTo>
                    <a:pt x="20297" y="54015"/>
                    <a:pt x="17931" y="52943"/>
                    <a:pt x="15786" y="51279"/>
                  </a:cubicBezTo>
                  <a:cubicBezTo>
                    <a:pt x="13642" y="49615"/>
                    <a:pt x="11720" y="47360"/>
                    <a:pt x="10167" y="45031"/>
                  </a:cubicBezTo>
                  <a:cubicBezTo>
                    <a:pt x="7283" y="40668"/>
                    <a:pt x="5324" y="35973"/>
                    <a:pt x="3253" y="31093"/>
                  </a:cubicBezTo>
                  <a:cubicBezTo>
                    <a:pt x="1664" y="27285"/>
                    <a:pt x="592" y="22996"/>
                    <a:pt x="592" y="18819"/>
                  </a:cubicBezTo>
                  <a:cubicBezTo>
                    <a:pt x="629" y="13569"/>
                    <a:pt x="2255" y="8541"/>
                    <a:pt x="6581" y="4918"/>
                  </a:cubicBezTo>
                  <a:lnTo>
                    <a:pt x="6655" y="4881"/>
                  </a:lnTo>
                  <a:cubicBezTo>
                    <a:pt x="9686" y="2367"/>
                    <a:pt x="14456" y="629"/>
                    <a:pt x="18411" y="629"/>
                  </a:cubicBezTo>
                  <a:close/>
                  <a:moveTo>
                    <a:pt x="18411" y="1"/>
                  </a:moveTo>
                  <a:cubicBezTo>
                    <a:pt x="14271" y="1"/>
                    <a:pt x="9428" y="1775"/>
                    <a:pt x="6248" y="4400"/>
                  </a:cubicBezTo>
                  <a:lnTo>
                    <a:pt x="6174" y="4437"/>
                  </a:lnTo>
                  <a:lnTo>
                    <a:pt x="6174" y="4474"/>
                  </a:lnTo>
                  <a:cubicBezTo>
                    <a:pt x="1701" y="8208"/>
                    <a:pt x="0" y="13421"/>
                    <a:pt x="0" y="18819"/>
                  </a:cubicBezTo>
                  <a:cubicBezTo>
                    <a:pt x="0" y="23107"/>
                    <a:pt x="1072" y="27470"/>
                    <a:pt x="2699" y="31352"/>
                  </a:cubicBezTo>
                  <a:cubicBezTo>
                    <a:pt x="4769" y="36232"/>
                    <a:pt x="6729" y="40927"/>
                    <a:pt x="9649" y="45401"/>
                  </a:cubicBezTo>
                  <a:cubicBezTo>
                    <a:pt x="11239" y="47767"/>
                    <a:pt x="13199" y="50059"/>
                    <a:pt x="15417" y="51760"/>
                  </a:cubicBezTo>
                  <a:cubicBezTo>
                    <a:pt x="17598" y="53497"/>
                    <a:pt x="20112" y="54643"/>
                    <a:pt x="22700" y="54643"/>
                  </a:cubicBezTo>
                  <a:cubicBezTo>
                    <a:pt x="23661" y="54643"/>
                    <a:pt x="24622" y="54458"/>
                    <a:pt x="25584" y="54126"/>
                  </a:cubicBezTo>
                  <a:cubicBezTo>
                    <a:pt x="27173" y="53608"/>
                    <a:pt x="28652" y="52203"/>
                    <a:pt x="30020" y="50207"/>
                  </a:cubicBezTo>
                  <a:cubicBezTo>
                    <a:pt x="34161" y="44328"/>
                    <a:pt x="37229" y="33237"/>
                    <a:pt x="37229" y="24179"/>
                  </a:cubicBezTo>
                  <a:cubicBezTo>
                    <a:pt x="37229" y="23995"/>
                    <a:pt x="37229" y="23810"/>
                    <a:pt x="37229" y="23662"/>
                  </a:cubicBezTo>
                  <a:cubicBezTo>
                    <a:pt x="37155" y="16637"/>
                    <a:pt x="34420" y="8910"/>
                    <a:pt x="29096" y="4067"/>
                  </a:cubicBezTo>
                  <a:cubicBezTo>
                    <a:pt x="26249" y="1442"/>
                    <a:pt x="22515" y="74"/>
                    <a:pt x="1867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2" name="Google Shape;3059;p53"/>
            <p:cNvSpPr/>
            <p:nvPr/>
          </p:nvSpPr>
          <p:spPr>
            <a:xfrm>
              <a:off x="5716080" y="1949040"/>
              <a:ext cx="146160" cy="88560"/>
            </a:xfrm>
            <a:custGeom>
              <a:avLst/>
              <a:gdLst>
                <a:gd name="textAreaLeft" fmla="*/ 0 w 146160"/>
                <a:gd name="textAreaRight" fmla="*/ 146520 w 146160"/>
                <a:gd name="textAreaTop" fmla="*/ 0 h 88560"/>
                <a:gd name="textAreaBottom" fmla="*/ 88920 h 88560"/>
              </a:gdLst>
              <a:ahLst/>
              <a:rect l="textAreaLeft" t="textAreaTop" r="textAreaRight" b="textAreaBottom"/>
              <a:pathLst>
                <a:path w="8504" h="5170">
                  <a:moveTo>
                    <a:pt x="6880" y="1"/>
                  </a:moveTo>
                  <a:cubicBezTo>
                    <a:pt x="6784" y="1"/>
                    <a:pt x="6682" y="40"/>
                    <a:pt x="6618" y="105"/>
                  </a:cubicBezTo>
                  <a:cubicBezTo>
                    <a:pt x="6544" y="253"/>
                    <a:pt x="6544" y="438"/>
                    <a:pt x="6692" y="549"/>
                  </a:cubicBezTo>
                  <a:cubicBezTo>
                    <a:pt x="6766" y="585"/>
                    <a:pt x="7062" y="881"/>
                    <a:pt x="7357" y="1251"/>
                  </a:cubicBezTo>
                  <a:cubicBezTo>
                    <a:pt x="7616" y="1621"/>
                    <a:pt x="7875" y="2138"/>
                    <a:pt x="7875" y="2619"/>
                  </a:cubicBezTo>
                  <a:cubicBezTo>
                    <a:pt x="7875" y="2730"/>
                    <a:pt x="7875" y="2841"/>
                    <a:pt x="7838" y="2952"/>
                  </a:cubicBezTo>
                  <a:cubicBezTo>
                    <a:pt x="7764" y="3284"/>
                    <a:pt x="7653" y="3469"/>
                    <a:pt x="7579" y="3543"/>
                  </a:cubicBezTo>
                  <a:cubicBezTo>
                    <a:pt x="7468" y="3617"/>
                    <a:pt x="7431" y="3617"/>
                    <a:pt x="7357" y="3617"/>
                  </a:cubicBezTo>
                  <a:cubicBezTo>
                    <a:pt x="7283" y="3617"/>
                    <a:pt x="7173" y="3617"/>
                    <a:pt x="7136" y="3580"/>
                  </a:cubicBezTo>
                  <a:lnTo>
                    <a:pt x="7062" y="3543"/>
                  </a:lnTo>
                  <a:cubicBezTo>
                    <a:pt x="7009" y="3517"/>
                    <a:pt x="6939" y="3491"/>
                    <a:pt x="6875" y="3491"/>
                  </a:cubicBezTo>
                  <a:cubicBezTo>
                    <a:pt x="6849" y="3491"/>
                    <a:pt x="6824" y="3495"/>
                    <a:pt x="6803" y="3506"/>
                  </a:cubicBezTo>
                  <a:cubicBezTo>
                    <a:pt x="6692" y="3506"/>
                    <a:pt x="6655" y="3580"/>
                    <a:pt x="6581" y="3654"/>
                  </a:cubicBezTo>
                  <a:cubicBezTo>
                    <a:pt x="6544" y="3728"/>
                    <a:pt x="6248" y="4172"/>
                    <a:pt x="5065" y="4467"/>
                  </a:cubicBezTo>
                  <a:cubicBezTo>
                    <a:pt x="4732" y="4541"/>
                    <a:pt x="4400" y="4541"/>
                    <a:pt x="4067" y="4541"/>
                  </a:cubicBezTo>
                  <a:cubicBezTo>
                    <a:pt x="3586" y="4541"/>
                    <a:pt x="3180" y="4504"/>
                    <a:pt x="2847" y="4430"/>
                  </a:cubicBezTo>
                  <a:cubicBezTo>
                    <a:pt x="2699" y="4393"/>
                    <a:pt x="2588" y="4357"/>
                    <a:pt x="2477" y="4320"/>
                  </a:cubicBezTo>
                  <a:lnTo>
                    <a:pt x="2403" y="4320"/>
                  </a:lnTo>
                  <a:lnTo>
                    <a:pt x="2366" y="4283"/>
                  </a:lnTo>
                  <a:cubicBezTo>
                    <a:pt x="2292" y="4283"/>
                    <a:pt x="2218" y="4283"/>
                    <a:pt x="2145" y="4320"/>
                  </a:cubicBezTo>
                  <a:cubicBezTo>
                    <a:pt x="2145" y="4320"/>
                    <a:pt x="1886" y="4393"/>
                    <a:pt x="1627" y="4393"/>
                  </a:cubicBezTo>
                  <a:cubicBezTo>
                    <a:pt x="1479" y="4393"/>
                    <a:pt x="1331" y="4393"/>
                    <a:pt x="1183" y="4320"/>
                  </a:cubicBezTo>
                  <a:cubicBezTo>
                    <a:pt x="1035" y="4246"/>
                    <a:pt x="888" y="4135"/>
                    <a:pt x="777" y="3950"/>
                  </a:cubicBezTo>
                  <a:cubicBezTo>
                    <a:pt x="666" y="3802"/>
                    <a:pt x="629" y="3617"/>
                    <a:pt x="629" y="3358"/>
                  </a:cubicBezTo>
                  <a:cubicBezTo>
                    <a:pt x="629" y="2952"/>
                    <a:pt x="777" y="2471"/>
                    <a:pt x="924" y="2064"/>
                  </a:cubicBezTo>
                  <a:cubicBezTo>
                    <a:pt x="1035" y="1879"/>
                    <a:pt x="1109" y="1695"/>
                    <a:pt x="1146" y="1584"/>
                  </a:cubicBezTo>
                  <a:cubicBezTo>
                    <a:pt x="1183" y="1547"/>
                    <a:pt x="1220" y="1473"/>
                    <a:pt x="1220" y="1473"/>
                  </a:cubicBezTo>
                  <a:lnTo>
                    <a:pt x="1257" y="1399"/>
                  </a:lnTo>
                  <a:cubicBezTo>
                    <a:pt x="1331" y="1251"/>
                    <a:pt x="1294" y="1066"/>
                    <a:pt x="1146" y="992"/>
                  </a:cubicBezTo>
                  <a:cubicBezTo>
                    <a:pt x="1097" y="968"/>
                    <a:pt x="1044" y="955"/>
                    <a:pt x="992" y="955"/>
                  </a:cubicBezTo>
                  <a:cubicBezTo>
                    <a:pt x="888" y="955"/>
                    <a:pt x="789" y="1004"/>
                    <a:pt x="740" y="1103"/>
                  </a:cubicBezTo>
                  <a:cubicBezTo>
                    <a:pt x="703" y="1103"/>
                    <a:pt x="555" y="1399"/>
                    <a:pt x="370" y="1842"/>
                  </a:cubicBezTo>
                  <a:cubicBezTo>
                    <a:pt x="185" y="2249"/>
                    <a:pt x="0" y="2804"/>
                    <a:pt x="0" y="3358"/>
                  </a:cubicBezTo>
                  <a:cubicBezTo>
                    <a:pt x="0" y="3691"/>
                    <a:pt x="74" y="4024"/>
                    <a:pt x="259" y="4283"/>
                  </a:cubicBezTo>
                  <a:cubicBezTo>
                    <a:pt x="444" y="4578"/>
                    <a:pt x="666" y="4763"/>
                    <a:pt x="924" y="4874"/>
                  </a:cubicBezTo>
                  <a:cubicBezTo>
                    <a:pt x="1183" y="4985"/>
                    <a:pt x="1405" y="5022"/>
                    <a:pt x="1627" y="5022"/>
                  </a:cubicBezTo>
                  <a:cubicBezTo>
                    <a:pt x="1934" y="5022"/>
                    <a:pt x="2171" y="4951"/>
                    <a:pt x="2287" y="4907"/>
                  </a:cubicBezTo>
                  <a:lnTo>
                    <a:pt x="2287" y="4907"/>
                  </a:lnTo>
                  <a:cubicBezTo>
                    <a:pt x="2545" y="4985"/>
                    <a:pt x="3248" y="5170"/>
                    <a:pt x="4067" y="5170"/>
                  </a:cubicBezTo>
                  <a:cubicBezTo>
                    <a:pt x="4437" y="5170"/>
                    <a:pt x="4806" y="5133"/>
                    <a:pt x="5176" y="5059"/>
                  </a:cubicBezTo>
                  <a:cubicBezTo>
                    <a:pt x="6212" y="4832"/>
                    <a:pt x="6730" y="4432"/>
                    <a:pt x="6966" y="4178"/>
                  </a:cubicBezTo>
                  <a:lnTo>
                    <a:pt x="6966" y="4178"/>
                  </a:lnTo>
                  <a:cubicBezTo>
                    <a:pt x="7072" y="4214"/>
                    <a:pt x="7205" y="4246"/>
                    <a:pt x="7357" y="4246"/>
                  </a:cubicBezTo>
                  <a:cubicBezTo>
                    <a:pt x="7542" y="4246"/>
                    <a:pt x="7801" y="4172"/>
                    <a:pt x="7986" y="3987"/>
                  </a:cubicBezTo>
                  <a:cubicBezTo>
                    <a:pt x="8208" y="3765"/>
                    <a:pt x="8356" y="3469"/>
                    <a:pt x="8430" y="3063"/>
                  </a:cubicBezTo>
                  <a:cubicBezTo>
                    <a:pt x="8466" y="2915"/>
                    <a:pt x="8503" y="2767"/>
                    <a:pt x="8503" y="2619"/>
                  </a:cubicBezTo>
                  <a:cubicBezTo>
                    <a:pt x="8503" y="1879"/>
                    <a:pt x="8134" y="1251"/>
                    <a:pt x="7764" y="807"/>
                  </a:cubicBezTo>
                  <a:cubicBezTo>
                    <a:pt x="7431" y="327"/>
                    <a:pt x="7062" y="68"/>
                    <a:pt x="7062" y="68"/>
                  </a:cubicBezTo>
                  <a:cubicBezTo>
                    <a:pt x="7015" y="21"/>
                    <a:pt x="6949" y="1"/>
                    <a:pt x="688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4280" bIns="44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3" name="Google Shape;3060;p53"/>
            <p:cNvSpPr/>
            <p:nvPr/>
          </p:nvSpPr>
          <p:spPr>
            <a:xfrm>
              <a:off x="5706000" y="2077560"/>
              <a:ext cx="199800" cy="9864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98640"/>
                <a:gd name="textAreaBottom" fmla="*/ 99000 h 98640"/>
              </a:gdLst>
              <a:ahLst/>
              <a:rect l="textAreaLeft" t="textAreaTop" r="textAreaRight" b="textAreaBottom"/>
              <a:pathLst>
                <a:path w="11610" h="5751">
                  <a:moveTo>
                    <a:pt x="11609" y="0"/>
                  </a:moveTo>
                  <a:cubicBezTo>
                    <a:pt x="11609" y="0"/>
                    <a:pt x="8200" y="1857"/>
                    <a:pt x="3239" y="1857"/>
                  </a:cubicBezTo>
                  <a:cubicBezTo>
                    <a:pt x="2220" y="1857"/>
                    <a:pt x="1135" y="1779"/>
                    <a:pt x="1" y="1590"/>
                  </a:cubicBezTo>
                  <a:lnTo>
                    <a:pt x="1" y="1590"/>
                  </a:lnTo>
                  <a:cubicBezTo>
                    <a:pt x="1" y="1590"/>
                    <a:pt x="2638" y="5751"/>
                    <a:pt x="5799" y="5751"/>
                  </a:cubicBezTo>
                  <a:cubicBezTo>
                    <a:pt x="6189" y="5751"/>
                    <a:pt x="6587" y="5688"/>
                    <a:pt x="6988" y="5546"/>
                  </a:cubicBezTo>
                  <a:cubicBezTo>
                    <a:pt x="10648" y="4289"/>
                    <a:pt x="11609" y="0"/>
                    <a:pt x="11609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9320" bIns="49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4" name="Google Shape;3061;p53"/>
            <p:cNvSpPr/>
            <p:nvPr/>
          </p:nvSpPr>
          <p:spPr>
            <a:xfrm>
              <a:off x="5717520" y="2087280"/>
              <a:ext cx="179280" cy="83880"/>
            </a:xfrm>
            <a:custGeom>
              <a:avLst/>
              <a:gdLst>
                <a:gd name="textAreaLeft" fmla="*/ 0 w 179280"/>
                <a:gd name="textAreaRight" fmla="*/ 179640 w 179280"/>
                <a:gd name="textAreaTop" fmla="*/ 0 h 83880"/>
                <a:gd name="textAreaBottom" fmla="*/ 84240 h 83880"/>
              </a:gdLst>
              <a:ahLst/>
              <a:rect l="textAreaLeft" t="textAreaTop" r="textAreaRight" b="textAreaBottom"/>
              <a:pathLst>
                <a:path w="10426" h="4881">
                  <a:moveTo>
                    <a:pt x="10426" y="1"/>
                  </a:moveTo>
                  <a:lnTo>
                    <a:pt x="10426" y="1"/>
                  </a:lnTo>
                  <a:cubicBezTo>
                    <a:pt x="9206" y="555"/>
                    <a:pt x="6359" y="1590"/>
                    <a:pt x="2588" y="1590"/>
                  </a:cubicBezTo>
                  <a:cubicBezTo>
                    <a:pt x="1775" y="1590"/>
                    <a:pt x="887" y="1553"/>
                    <a:pt x="0" y="1442"/>
                  </a:cubicBezTo>
                  <a:lnTo>
                    <a:pt x="0" y="1442"/>
                  </a:lnTo>
                  <a:cubicBezTo>
                    <a:pt x="0" y="1442"/>
                    <a:pt x="37" y="1479"/>
                    <a:pt x="37" y="1479"/>
                  </a:cubicBezTo>
                  <a:cubicBezTo>
                    <a:pt x="333" y="1886"/>
                    <a:pt x="740" y="2367"/>
                    <a:pt x="1257" y="2884"/>
                  </a:cubicBezTo>
                  <a:cubicBezTo>
                    <a:pt x="2292" y="3919"/>
                    <a:pt x="3697" y="4881"/>
                    <a:pt x="5139" y="4881"/>
                  </a:cubicBezTo>
                  <a:cubicBezTo>
                    <a:pt x="5509" y="4881"/>
                    <a:pt x="5842" y="4844"/>
                    <a:pt x="6211" y="4696"/>
                  </a:cubicBezTo>
                  <a:cubicBezTo>
                    <a:pt x="7838" y="4141"/>
                    <a:pt x="8910" y="2958"/>
                    <a:pt x="9613" y="1812"/>
                  </a:cubicBezTo>
                  <a:cubicBezTo>
                    <a:pt x="10019" y="1147"/>
                    <a:pt x="10278" y="481"/>
                    <a:pt x="10426" y="1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2120" bIns="421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5" name="Google Shape;3062;p53"/>
            <p:cNvSpPr/>
            <p:nvPr/>
          </p:nvSpPr>
          <p:spPr>
            <a:xfrm>
              <a:off x="5700240" y="2072160"/>
              <a:ext cx="211320" cy="109800"/>
            </a:xfrm>
            <a:custGeom>
              <a:avLst/>
              <a:gdLst>
                <a:gd name="textAreaLeft" fmla="*/ 0 w 211320"/>
                <a:gd name="textAreaRight" fmla="*/ 211680 w 211320"/>
                <a:gd name="textAreaTop" fmla="*/ 0 h 109800"/>
                <a:gd name="textAreaBottom" fmla="*/ 110160 h 109800"/>
              </a:gdLst>
              <a:ahLst/>
              <a:rect l="textAreaLeft" t="textAreaTop" r="textAreaRight" b="textAreaBottom"/>
              <a:pathLst>
                <a:path w="12276" h="6385">
                  <a:moveTo>
                    <a:pt x="11443" y="879"/>
                  </a:moveTo>
                  <a:cubicBezTo>
                    <a:pt x="11288" y="1343"/>
                    <a:pt x="11019" y="2008"/>
                    <a:pt x="10612" y="2687"/>
                  </a:cubicBezTo>
                  <a:cubicBezTo>
                    <a:pt x="9909" y="3833"/>
                    <a:pt x="8837" y="5016"/>
                    <a:pt x="7210" y="5571"/>
                  </a:cubicBezTo>
                  <a:cubicBezTo>
                    <a:pt x="6841" y="5719"/>
                    <a:pt x="6508" y="5756"/>
                    <a:pt x="6138" y="5756"/>
                  </a:cubicBezTo>
                  <a:cubicBezTo>
                    <a:pt x="4696" y="5756"/>
                    <a:pt x="3291" y="4794"/>
                    <a:pt x="2256" y="3759"/>
                  </a:cubicBezTo>
                  <a:cubicBezTo>
                    <a:pt x="1739" y="3242"/>
                    <a:pt x="1332" y="2761"/>
                    <a:pt x="1036" y="2354"/>
                  </a:cubicBezTo>
                  <a:cubicBezTo>
                    <a:pt x="1024" y="2339"/>
                    <a:pt x="1012" y="2324"/>
                    <a:pt x="1000" y="2309"/>
                  </a:cubicBezTo>
                  <a:lnTo>
                    <a:pt x="1000" y="2309"/>
                  </a:lnTo>
                  <a:cubicBezTo>
                    <a:pt x="1908" y="2419"/>
                    <a:pt x="2771" y="2465"/>
                    <a:pt x="3587" y="2465"/>
                  </a:cubicBezTo>
                  <a:cubicBezTo>
                    <a:pt x="7348" y="2465"/>
                    <a:pt x="10219" y="1410"/>
                    <a:pt x="11443" y="879"/>
                  </a:cubicBezTo>
                  <a:close/>
                  <a:moveTo>
                    <a:pt x="11932" y="1"/>
                  </a:moveTo>
                  <a:cubicBezTo>
                    <a:pt x="11886" y="1"/>
                    <a:pt x="11841" y="10"/>
                    <a:pt x="11795" y="25"/>
                  </a:cubicBezTo>
                  <a:lnTo>
                    <a:pt x="11758" y="62"/>
                  </a:lnTo>
                  <a:cubicBezTo>
                    <a:pt x="11388" y="247"/>
                    <a:pt x="8171" y="1874"/>
                    <a:pt x="3587" y="1874"/>
                  </a:cubicBezTo>
                  <a:cubicBezTo>
                    <a:pt x="2589" y="1874"/>
                    <a:pt x="1517" y="1800"/>
                    <a:pt x="371" y="1615"/>
                  </a:cubicBezTo>
                  <a:cubicBezTo>
                    <a:pt x="343" y="1606"/>
                    <a:pt x="315" y="1601"/>
                    <a:pt x="288" y="1601"/>
                  </a:cubicBezTo>
                  <a:cubicBezTo>
                    <a:pt x="207" y="1601"/>
                    <a:pt x="130" y="1643"/>
                    <a:pt x="75" y="1726"/>
                  </a:cubicBezTo>
                  <a:cubicBezTo>
                    <a:pt x="1" y="1837"/>
                    <a:pt x="1" y="1948"/>
                    <a:pt x="75" y="2059"/>
                  </a:cubicBezTo>
                  <a:cubicBezTo>
                    <a:pt x="75" y="2096"/>
                    <a:pt x="740" y="3131"/>
                    <a:pt x="1849" y="4203"/>
                  </a:cubicBezTo>
                  <a:cubicBezTo>
                    <a:pt x="2922" y="5275"/>
                    <a:pt x="4437" y="6384"/>
                    <a:pt x="6138" y="6384"/>
                  </a:cubicBezTo>
                  <a:cubicBezTo>
                    <a:pt x="6582" y="6384"/>
                    <a:pt x="6988" y="6310"/>
                    <a:pt x="7432" y="6162"/>
                  </a:cubicBezTo>
                  <a:cubicBezTo>
                    <a:pt x="9355" y="5497"/>
                    <a:pt x="10538" y="4055"/>
                    <a:pt x="11277" y="2761"/>
                  </a:cubicBezTo>
                  <a:cubicBezTo>
                    <a:pt x="11979" y="1504"/>
                    <a:pt x="12238" y="395"/>
                    <a:pt x="12238" y="395"/>
                  </a:cubicBezTo>
                  <a:cubicBezTo>
                    <a:pt x="12275" y="247"/>
                    <a:pt x="12201" y="136"/>
                    <a:pt x="12127" y="62"/>
                  </a:cubicBezTo>
                  <a:cubicBezTo>
                    <a:pt x="12062" y="19"/>
                    <a:pt x="11997" y="1"/>
                    <a:pt x="11932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5080" bIns="55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6" name="Google Shape;3063;p53"/>
            <p:cNvSpPr/>
            <p:nvPr/>
          </p:nvSpPr>
          <p:spPr>
            <a:xfrm>
              <a:off x="5706000" y="2066400"/>
              <a:ext cx="199800" cy="4536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45360"/>
                <a:gd name="textAreaBottom" fmla="*/ 45720 h 45360"/>
              </a:gdLst>
              <a:ahLst/>
              <a:rect l="textAreaLeft" t="textAreaTop" r="textAreaRight" b="textAreaBottom"/>
              <a:pathLst>
                <a:path w="11610" h="2644">
                  <a:moveTo>
                    <a:pt x="8052" y="0"/>
                  </a:moveTo>
                  <a:cubicBezTo>
                    <a:pt x="7895" y="0"/>
                    <a:pt x="7749" y="9"/>
                    <a:pt x="7617" y="28"/>
                  </a:cubicBezTo>
                  <a:cubicBezTo>
                    <a:pt x="6360" y="175"/>
                    <a:pt x="5546" y="1285"/>
                    <a:pt x="5546" y="1285"/>
                  </a:cubicBezTo>
                  <a:cubicBezTo>
                    <a:pt x="5546" y="1285"/>
                    <a:pt x="3809" y="471"/>
                    <a:pt x="2700" y="471"/>
                  </a:cubicBezTo>
                  <a:cubicBezTo>
                    <a:pt x="1590" y="471"/>
                    <a:pt x="1" y="2246"/>
                    <a:pt x="1" y="2246"/>
                  </a:cubicBezTo>
                  <a:cubicBezTo>
                    <a:pt x="1" y="2246"/>
                    <a:pt x="1748" y="2643"/>
                    <a:pt x="4072" y="2643"/>
                  </a:cubicBezTo>
                  <a:cubicBezTo>
                    <a:pt x="6397" y="2643"/>
                    <a:pt x="9299" y="2246"/>
                    <a:pt x="11609" y="656"/>
                  </a:cubicBezTo>
                  <a:cubicBezTo>
                    <a:pt x="11609" y="656"/>
                    <a:pt x="9433" y="0"/>
                    <a:pt x="805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2680" bIns="226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7" name="Google Shape;3064;p53"/>
            <p:cNvSpPr/>
            <p:nvPr/>
          </p:nvSpPr>
          <p:spPr>
            <a:xfrm>
              <a:off x="5706000" y="2066040"/>
              <a:ext cx="199800" cy="45000"/>
            </a:xfrm>
            <a:custGeom>
              <a:avLst/>
              <a:gdLst>
                <a:gd name="textAreaLeft" fmla="*/ 0 w 199800"/>
                <a:gd name="textAreaRight" fmla="*/ 200160 w 199800"/>
                <a:gd name="textAreaTop" fmla="*/ 0 h 45000"/>
                <a:gd name="textAreaBottom" fmla="*/ 45360 h 45000"/>
              </a:gdLst>
              <a:ahLst/>
              <a:rect l="textAreaLeft" t="textAreaTop" r="textAreaRight" b="textAreaBottom"/>
              <a:pathLst>
                <a:path w="11610" h="2626">
                  <a:moveTo>
                    <a:pt x="7986" y="1"/>
                  </a:moveTo>
                  <a:cubicBezTo>
                    <a:pt x="7875" y="1"/>
                    <a:pt x="7728" y="1"/>
                    <a:pt x="7617" y="38"/>
                  </a:cubicBezTo>
                  <a:cubicBezTo>
                    <a:pt x="6360" y="185"/>
                    <a:pt x="5546" y="1295"/>
                    <a:pt x="5546" y="1295"/>
                  </a:cubicBezTo>
                  <a:cubicBezTo>
                    <a:pt x="5546" y="1295"/>
                    <a:pt x="3809" y="481"/>
                    <a:pt x="2700" y="481"/>
                  </a:cubicBezTo>
                  <a:cubicBezTo>
                    <a:pt x="1590" y="481"/>
                    <a:pt x="1" y="2256"/>
                    <a:pt x="1" y="2256"/>
                  </a:cubicBezTo>
                  <a:cubicBezTo>
                    <a:pt x="1" y="2256"/>
                    <a:pt x="1738" y="2625"/>
                    <a:pt x="4067" y="2625"/>
                  </a:cubicBezTo>
                  <a:cubicBezTo>
                    <a:pt x="6397" y="2625"/>
                    <a:pt x="9280" y="2256"/>
                    <a:pt x="11609" y="666"/>
                  </a:cubicBezTo>
                  <a:cubicBezTo>
                    <a:pt x="11609" y="666"/>
                    <a:pt x="9354" y="1"/>
                    <a:pt x="7986" y="1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2680" bIns="226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8" name="Google Shape;3065;p53"/>
            <p:cNvSpPr/>
            <p:nvPr/>
          </p:nvSpPr>
          <p:spPr>
            <a:xfrm>
              <a:off x="5700240" y="2061000"/>
              <a:ext cx="210600" cy="55800"/>
            </a:xfrm>
            <a:custGeom>
              <a:avLst/>
              <a:gdLst>
                <a:gd name="textAreaLeft" fmla="*/ 0 w 210600"/>
                <a:gd name="textAreaRight" fmla="*/ 210960 w 210600"/>
                <a:gd name="textAreaTop" fmla="*/ 0 h 55800"/>
                <a:gd name="textAreaBottom" fmla="*/ 56160 h 55800"/>
              </a:gdLst>
              <a:ahLst/>
              <a:rect l="textAreaLeft" t="textAreaTop" r="textAreaRight" b="textAreaBottom"/>
              <a:pathLst>
                <a:path w="12239" h="3255">
                  <a:moveTo>
                    <a:pt x="8319" y="592"/>
                  </a:moveTo>
                  <a:cubicBezTo>
                    <a:pt x="8985" y="592"/>
                    <a:pt x="9872" y="777"/>
                    <a:pt x="10575" y="925"/>
                  </a:cubicBezTo>
                  <a:cubicBezTo>
                    <a:pt x="10806" y="971"/>
                    <a:pt x="11009" y="1018"/>
                    <a:pt x="11183" y="1064"/>
                  </a:cubicBezTo>
                  <a:lnTo>
                    <a:pt x="11183" y="1064"/>
                  </a:lnTo>
                  <a:cubicBezTo>
                    <a:pt x="9062" y="2285"/>
                    <a:pt x="6499" y="2626"/>
                    <a:pt x="4400" y="2626"/>
                  </a:cubicBezTo>
                  <a:cubicBezTo>
                    <a:pt x="3254" y="2626"/>
                    <a:pt x="2256" y="2552"/>
                    <a:pt x="1517" y="2441"/>
                  </a:cubicBezTo>
                  <a:cubicBezTo>
                    <a:pt x="1309" y="2418"/>
                    <a:pt x="1116" y="2380"/>
                    <a:pt x="955" y="2346"/>
                  </a:cubicBezTo>
                  <a:lnTo>
                    <a:pt x="955" y="2346"/>
                  </a:lnTo>
                  <a:cubicBezTo>
                    <a:pt x="1146" y="2167"/>
                    <a:pt x="1393" y="1947"/>
                    <a:pt x="1665" y="1738"/>
                  </a:cubicBezTo>
                  <a:cubicBezTo>
                    <a:pt x="1886" y="1554"/>
                    <a:pt x="2145" y="1406"/>
                    <a:pt x="2404" y="1295"/>
                  </a:cubicBezTo>
                  <a:cubicBezTo>
                    <a:pt x="2626" y="1184"/>
                    <a:pt x="2848" y="1110"/>
                    <a:pt x="3033" y="1110"/>
                  </a:cubicBezTo>
                  <a:cubicBezTo>
                    <a:pt x="3513" y="1110"/>
                    <a:pt x="4216" y="1295"/>
                    <a:pt x="4770" y="1480"/>
                  </a:cubicBezTo>
                  <a:cubicBezTo>
                    <a:pt x="5066" y="1591"/>
                    <a:pt x="5288" y="1664"/>
                    <a:pt x="5473" y="1738"/>
                  </a:cubicBezTo>
                  <a:cubicBezTo>
                    <a:pt x="5584" y="1775"/>
                    <a:pt x="5657" y="1812"/>
                    <a:pt x="5694" y="1849"/>
                  </a:cubicBezTo>
                  <a:lnTo>
                    <a:pt x="5768" y="1886"/>
                  </a:lnTo>
                  <a:cubicBezTo>
                    <a:pt x="5796" y="1896"/>
                    <a:pt x="5828" y="1900"/>
                    <a:pt x="5863" y="1900"/>
                  </a:cubicBezTo>
                  <a:cubicBezTo>
                    <a:pt x="5965" y="1900"/>
                    <a:pt x="6083" y="1859"/>
                    <a:pt x="6138" y="1775"/>
                  </a:cubicBezTo>
                  <a:cubicBezTo>
                    <a:pt x="6175" y="1701"/>
                    <a:pt x="6397" y="1443"/>
                    <a:pt x="6693" y="1184"/>
                  </a:cubicBezTo>
                  <a:cubicBezTo>
                    <a:pt x="7025" y="925"/>
                    <a:pt x="7469" y="703"/>
                    <a:pt x="7987" y="629"/>
                  </a:cubicBezTo>
                  <a:cubicBezTo>
                    <a:pt x="8098" y="592"/>
                    <a:pt x="8208" y="592"/>
                    <a:pt x="8319" y="592"/>
                  </a:cubicBezTo>
                  <a:close/>
                  <a:moveTo>
                    <a:pt x="7913" y="1"/>
                  </a:moveTo>
                  <a:cubicBezTo>
                    <a:pt x="7210" y="112"/>
                    <a:pt x="6619" y="444"/>
                    <a:pt x="6249" y="777"/>
                  </a:cubicBezTo>
                  <a:cubicBezTo>
                    <a:pt x="6067" y="941"/>
                    <a:pt x="5921" y="1095"/>
                    <a:pt x="5820" y="1210"/>
                  </a:cubicBezTo>
                  <a:lnTo>
                    <a:pt x="5820" y="1210"/>
                  </a:lnTo>
                  <a:cubicBezTo>
                    <a:pt x="5634" y="1135"/>
                    <a:pt x="5339" y="1018"/>
                    <a:pt x="4992" y="888"/>
                  </a:cubicBezTo>
                  <a:cubicBezTo>
                    <a:pt x="4400" y="703"/>
                    <a:pt x="3661" y="481"/>
                    <a:pt x="3033" y="481"/>
                  </a:cubicBezTo>
                  <a:cubicBezTo>
                    <a:pt x="2663" y="481"/>
                    <a:pt x="2330" y="629"/>
                    <a:pt x="1997" y="814"/>
                  </a:cubicBezTo>
                  <a:cubicBezTo>
                    <a:pt x="999" y="1332"/>
                    <a:pt x="112" y="2330"/>
                    <a:pt x="112" y="2330"/>
                  </a:cubicBezTo>
                  <a:cubicBezTo>
                    <a:pt x="38" y="2404"/>
                    <a:pt x="1" y="2515"/>
                    <a:pt x="38" y="2626"/>
                  </a:cubicBezTo>
                  <a:cubicBezTo>
                    <a:pt x="75" y="2737"/>
                    <a:pt x="149" y="2811"/>
                    <a:pt x="260" y="2848"/>
                  </a:cubicBezTo>
                  <a:cubicBezTo>
                    <a:pt x="260" y="2848"/>
                    <a:pt x="2034" y="3254"/>
                    <a:pt x="4400" y="3254"/>
                  </a:cubicBezTo>
                  <a:cubicBezTo>
                    <a:pt x="6767" y="3254"/>
                    <a:pt x="9724" y="2848"/>
                    <a:pt x="12090" y="1221"/>
                  </a:cubicBezTo>
                  <a:cubicBezTo>
                    <a:pt x="12201" y="1147"/>
                    <a:pt x="12238" y="1036"/>
                    <a:pt x="12238" y="888"/>
                  </a:cubicBezTo>
                  <a:cubicBezTo>
                    <a:pt x="12201" y="777"/>
                    <a:pt x="12127" y="703"/>
                    <a:pt x="12016" y="666"/>
                  </a:cubicBezTo>
                  <a:cubicBezTo>
                    <a:pt x="12016" y="666"/>
                    <a:pt x="11462" y="481"/>
                    <a:pt x="10722" y="334"/>
                  </a:cubicBezTo>
                  <a:cubicBezTo>
                    <a:pt x="9983" y="149"/>
                    <a:pt x="9059" y="1"/>
                    <a:pt x="831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8080" bIns="28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39" name="Google Shape;3066;p53"/>
            <p:cNvSpPr/>
            <p:nvPr/>
          </p:nvSpPr>
          <p:spPr>
            <a:xfrm>
              <a:off x="5873040" y="1846440"/>
              <a:ext cx="36000" cy="6840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68400"/>
                <a:gd name="textAreaBottom" fmla="*/ 68760 h 68400"/>
              </a:gdLst>
              <a:ahLst/>
              <a:rect l="textAreaLeft" t="textAreaTop" r="textAreaRight" b="textAreaBottom"/>
              <a:pathLst>
                <a:path w="2109" h="3994">
                  <a:moveTo>
                    <a:pt x="999" y="1"/>
                  </a:moveTo>
                  <a:cubicBezTo>
                    <a:pt x="445" y="38"/>
                    <a:pt x="1" y="925"/>
                    <a:pt x="38" y="2034"/>
                  </a:cubicBezTo>
                  <a:cubicBezTo>
                    <a:pt x="38" y="3106"/>
                    <a:pt x="519" y="3994"/>
                    <a:pt x="1073" y="3994"/>
                  </a:cubicBezTo>
                  <a:cubicBezTo>
                    <a:pt x="1665" y="3957"/>
                    <a:pt x="2108" y="3069"/>
                    <a:pt x="2071" y="1960"/>
                  </a:cubicBezTo>
                  <a:cubicBezTo>
                    <a:pt x="2071" y="888"/>
                    <a:pt x="1591" y="1"/>
                    <a:pt x="99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0" name="Google Shape;3067;p53"/>
            <p:cNvSpPr/>
            <p:nvPr/>
          </p:nvSpPr>
          <p:spPr>
            <a:xfrm>
              <a:off x="5653800" y="1865520"/>
              <a:ext cx="36000" cy="6840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68400"/>
                <a:gd name="textAreaBottom" fmla="*/ 68760 h 68400"/>
              </a:gdLst>
              <a:ahLst/>
              <a:rect l="textAreaLeft" t="textAreaTop" r="textAreaRight" b="textAreaBottom"/>
              <a:pathLst>
                <a:path w="2108" h="3994">
                  <a:moveTo>
                    <a:pt x="998" y="1"/>
                  </a:moveTo>
                  <a:cubicBezTo>
                    <a:pt x="444" y="38"/>
                    <a:pt x="0" y="925"/>
                    <a:pt x="37" y="2034"/>
                  </a:cubicBezTo>
                  <a:cubicBezTo>
                    <a:pt x="37" y="3106"/>
                    <a:pt x="518" y="3994"/>
                    <a:pt x="1109" y="3994"/>
                  </a:cubicBezTo>
                  <a:cubicBezTo>
                    <a:pt x="1664" y="3957"/>
                    <a:pt x="2107" y="3069"/>
                    <a:pt x="2070" y="1997"/>
                  </a:cubicBezTo>
                  <a:cubicBezTo>
                    <a:pt x="2070" y="888"/>
                    <a:pt x="1590" y="1"/>
                    <a:pt x="998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1" name="Google Shape;3068;p53"/>
            <p:cNvSpPr/>
            <p:nvPr/>
          </p:nvSpPr>
          <p:spPr>
            <a:xfrm>
              <a:off x="5571000" y="1794600"/>
              <a:ext cx="128880" cy="5760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57600"/>
                <a:gd name="textAreaBottom" fmla="*/ 57960 h 57600"/>
              </a:gdLst>
              <a:ahLst/>
              <a:rect l="textAreaLeft" t="textAreaTop" r="textAreaRight" b="textAreaBottom"/>
              <a:pathLst>
                <a:path w="7506" h="3357">
                  <a:moveTo>
                    <a:pt x="6138" y="0"/>
                  </a:moveTo>
                  <a:cubicBezTo>
                    <a:pt x="3883" y="0"/>
                    <a:pt x="2367" y="702"/>
                    <a:pt x="1406" y="1442"/>
                  </a:cubicBezTo>
                  <a:cubicBezTo>
                    <a:pt x="482" y="2144"/>
                    <a:pt x="112" y="2884"/>
                    <a:pt x="75" y="2921"/>
                  </a:cubicBezTo>
                  <a:cubicBezTo>
                    <a:pt x="1" y="3069"/>
                    <a:pt x="75" y="3253"/>
                    <a:pt x="223" y="3327"/>
                  </a:cubicBezTo>
                  <a:cubicBezTo>
                    <a:pt x="262" y="3347"/>
                    <a:pt x="305" y="3356"/>
                    <a:pt x="347" y="3356"/>
                  </a:cubicBezTo>
                  <a:cubicBezTo>
                    <a:pt x="462" y="3356"/>
                    <a:pt x="575" y="3288"/>
                    <a:pt x="629" y="3180"/>
                  </a:cubicBezTo>
                  <a:cubicBezTo>
                    <a:pt x="666" y="3143"/>
                    <a:pt x="1036" y="2477"/>
                    <a:pt x="1886" y="1849"/>
                  </a:cubicBezTo>
                  <a:cubicBezTo>
                    <a:pt x="2737" y="1220"/>
                    <a:pt x="4068" y="629"/>
                    <a:pt x="6138" y="629"/>
                  </a:cubicBezTo>
                  <a:cubicBezTo>
                    <a:pt x="6471" y="629"/>
                    <a:pt x="6804" y="629"/>
                    <a:pt x="7173" y="666"/>
                  </a:cubicBezTo>
                  <a:cubicBezTo>
                    <a:pt x="7321" y="666"/>
                    <a:pt x="7506" y="555"/>
                    <a:pt x="7506" y="370"/>
                  </a:cubicBezTo>
                  <a:cubicBezTo>
                    <a:pt x="7506" y="222"/>
                    <a:pt x="7395" y="74"/>
                    <a:pt x="7210" y="37"/>
                  </a:cubicBezTo>
                  <a:cubicBezTo>
                    <a:pt x="6840" y="0"/>
                    <a:pt x="6508" y="0"/>
                    <a:pt x="613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8800" bIns="288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2" name="Google Shape;3069;p53"/>
            <p:cNvSpPr/>
            <p:nvPr/>
          </p:nvSpPr>
          <p:spPr>
            <a:xfrm>
              <a:off x="5820480" y="1783800"/>
              <a:ext cx="137160" cy="49320"/>
            </a:xfrm>
            <a:custGeom>
              <a:avLst/>
              <a:gdLst>
                <a:gd name="textAreaLeft" fmla="*/ 0 w 137160"/>
                <a:gd name="textAreaRight" fmla="*/ 137520 w 137160"/>
                <a:gd name="textAreaTop" fmla="*/ 0 h 49320"/>
                <a:gd name="textAreaBottom" fmla="*/ 49680 h 49320"/>
              </a:gdLst>
              <a:ahLst/>
              <a:rect l="textAreaLeft" t="textAreaTop" r="textAreaRight" b="textAreaBottom"/>
              <a:pathLst>
                <a:path w="7987" h="2878">
                  <a:moveTo>
                    <a:pt x="2958" y="1"/>
                  </a:moveTo>
                  <a:cubicBezTo>
                    <a:pt x="1368" y="1"/>
                    <a:pt x="222" y="518"/>
                    <a:pt x="222" y="555"/>
                  </a:cubicBezTo>
                  <a:cubicBezTo>
                    <a:pt x="37" y="629"/>
                    <a:pt x="0" y="777"/>
                    <a:pt x="37" y="962"/>
                  </a:cubicBezTo>
                  <a:cubicBezTo>
                    <a:pt x="92" y="1070"/>
                    <a:pt x="205" y="1139"/>
                    <a:pt x="320" y="1139"/>
                  </a:cubicBezTo>
                  <a:cubicBezTo>
                    <a:pt x="362" y="1139"/>
                    <a:pt x="404" y="1129"/>
                    <a:pt x="444" y="1110"/>
                  </a:cubicBezTo>
                  <a:lnTo>
                    <a:pt x="481" y="1110"/>
                  </a:lnTo>
                  <a:cubicBezTo>
                    <a:pt x="555" y="1073"/>
                    <a:pt x="1627" y="629"/>
                    <a:pt x="2958" y="629"/>
                  </a:cubicBezTo>
                  <a:cubicBezTo>
                    <a:pt x="4326" y="629"/>
                    <a:pt x="5990" y="1073"/>
                    <a:pt x="7395" y="2773"/>
                  </a:cubicBezTo>
                  <a:cubicBezTo>
                    <a:pt x="7459" y="2838"/>
                    <a:pt x="7548" y="2877"/>
                    <a:pt x="7641" y="2877"/>
                  </a:cubicBezTo>
                  <a:cubicBezTo>
                    <a:pt x="7708" y="2877"/>
                    <a:pt x="7776" y="2857"/>
                    <a:pt x="7838" y="2810"/>
                  </a:cubicBezTo>
                  <a:cubicBezTo>
                    <a:pt x="7986" y="2699"/>
                    <a:pt x="7986" y="2515"/>
                    <a:pt x="7875" y="2367"/>
                  </a:cubicBezTo>
                  <a:cubicBezTo>
                    <a:pt x="6359" y="518"/>
                    <a:pt x="4437" y="1"/>
                    <a:pt x="2958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4840" bIns="248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3" name="Google Shape;3070;p53"/>
            <p:cNvSpPr/>
            <p:nvPr/>
          </p:nvSpPr>
          <p:spPr>
            <a:xfrm>
              <a:off x="5394600" y="1355040"/>
              <a:ext cx="659160" cy="522000"/>
            </a:xfrm>
            <a:custGeom>
              <a:avLst/>
              <a:gdLst>
                <a:gd name="textAreaLeft" fmla="*/ 0 w 659160"/>
                <a:gd name="textAreaRight" fmla="*/ 659520 w 659160"/>
                <a:gd name="textAreaTop" fmla="*/ 0 h 522000"/>
                <a:gd name="textAreaBottom" fmla="*/ 522360 h 522000"/>
              </a:gdLst>
              <a:ahLst/>
              <a:rect l="textAreaLeft" t="textAreaTop" r="textAreaRight" b="textAreaBottom"/>
              <a:pathLst>
                <a:path w="38265" h="30322">
                  <a:moveTo>
                    <a:pt x="19641" y="0"/>
                  </a:moveTo>
                  <a:cubicBezTo>
                    <a:pt x="15611" y="0"/>
                    <a:pt x="10851" y="1781"/>
                    <a:pt x="7764" y="4294"/>
                  </a:cubicBezTo>
                  <a:lnTo>
                    <a:pt x="7727" y="4368"/>
                  </a:lnTo>
                  <a:cubicBezTo>
                    <a:pt x="0" y="10801"/>
                    <a:pt x="629" y="21744"/>
                    <a:pt x="4067" y="30321"/>
                  </a:cubicBezTo>
                  <a:cubicBezTo>
                    <a:pt x="4474" y="27401"/>
                    <a:pt x="5952" y="20783"/>
                    <a:pt x="10906" y="16642"/>
                  </a:cubicBezTo>
                  <a:cubicBezTo>
                    <a:pt x="14418" y="13746"/>
                    <a:pt x="17918" y="12680"/>
                    <a:pt x="21094" y="12680"/>
                  </a:cubicBezTo>
                  <a:cubicBezTo>
                    <a:pt x="23837" y="12680"/>
                    <a:pt x="26337" y="13475"/>
                    <a:pt x="28393" y="14572"/>
                  </a:cubicBezTo>
                  <a:cubicBezTo>
                    <a:pt x="32017" y="16531"/>
                    <a:pt x="36194" y="20265"/>
                    <a:pt x="38191" y="25922"/>
                  </a:cubicBezTo>
                  <a:cubicBezTo>
                    <a:pt x="38265" y="25034"/>
                    <a:pt x="38265" y="24184"/>
                    <a:pt x="38265" y="23334"/>
                  </a:cubicBezTo>
                  <a:cubicBezTo>
                    <a:pt x="38154" y="16383"/>
                    <a:pt x="35492" y="8730"/>
                    <a:pt x="30205" y="3961"/>
                  </a:cubicBezTo>
                  <a:cubicBezTo>
                    <a:pt x="27432" y="1410"/>
                    <a:pt x="23772" y="79"/>
                    <a:pt x="20001" y="5"/>
                  </a:cubicBezTo>
                  <a:cubicBezTo>
                    <a:pt x="19882" y="2"/>
                    <a:pt x="19762" y="0"/>
                    <a:pt x="19641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4" name="Google Shape;3071;p53"/>
            <p:cNvSpPr/>
            <p:nvPr/>
          </p:nvSpPr>
          <p:spPr>
            <a:xfrm>
              <a:off x="5422320" y="1354320"/>
              <a:ext cx="631080" cy="522720"/>
            </a:xfrm>
            <a:custGeom>
              <a:avLst/>
              <a:gdLst>
                <a:gd name="textAreaLeft" fmla="*/ 0 w 631080"/>
                <a:gd name="textAreaRight" fmla="*/ 631440 w 631080"/>
                <a:gd name="textAreaTop" fmla="*/ 0 h 522720"/>
                <a:gd name="textAreaBottom" fmla="*/ 523080 h 522720"/>
              </a:gdLst>
              <a:ahLst/>
              <a:rect l="textAreaLeft" t="textAreaTop" r="textAreaRight" b="textAreaBottom"/>
              <a:pathLst>
                <a:path w="36639" h="30354">
                  <a:moveTo>
                    <a:pt x="18116" y="0"/>
                  </a:moveTo>
                  <a:cubicBezTo>
                    <a:pt x="14050" y="0"/>
                    <a:pt x="9243" y="1775"/>
                    <a:pt x="6138" y="4326"/>
                  </a:cubicBezTo>
                  <a:lnTo>
                    <a:pt x="6101" y="4400"/>
                  </a:lnTo>
                  <a:cubicBezTo>
                    <a:pt x="1701" y="8060"/>
                    <a:pt x="1" y="13199"/>
                    <a:pt x="1" y="18523"/>
                  </a:cubicBezTo>
                  <a:cubicBezTo>
                    <a:pt x="1" y="22552"/>
                    <a:pt x="962" y="26656"/>
                    <a:pt x="2441" y="30353"/>
                  </a:cubicBezTo>
                  <a:cubicBezTo>
                    <a:pt x="2848" y="27433"/>
                    <a:pt x="4326" y="20815"/>
                    <a:pt x="9280" y="16674"/>
                  </a:cubicBezTo>
                  <a:cubicBezTo>
                    <a:pt x="12793" y="13790"/>
                    <a:pt x="16305" y="12718"/>
                    <a:pt x="19447" y="12718"/>
                  </a:cubicBezTo>
                  <a:cubicBezTo>
                    <a:pt x="22220" y="12718"/>
                    <a:pt x="24697" y="13495"/>
                    <a:pt x="26767" y="14604"/>
                  </a:cubicBezTo>
                  <a:cubicBezTo>
                    <a:pt x="30391" y="16563"/>
                    <a:pt x="34568" y="20297"/>
                    <a:pt x="36565" y="25954"/>
                  </a:cubicBezTo>
                  <a:cubicBezTo>
                    <a:pt x="36602" y="25214"/>
                    <a:pt x="36639" y="24512"/>
                    <a:pt x="36639" y="23846"/>
                  </a:cubicBezTo>
                  <a:cubicBezTo>
                    <a:pt x="36639" y="23662"/>
                    <a:pt x="36639" y="23514"/>
                    <a:pt x="36639" y="23366"/>
                  </a:cubicBezTo>
                  <a:cubicBezTo>
                    <a:pt x="36528" y="16415"/>
                    <a:pt x="33866" y="8762"/>
                    <a:pt x="28579" y="3993"/>
                  </a:cubicBezTo>
                  <a:cubicBezTo>
                    <a:pt x="25806" y="1442"/>
                    <a:pt x="22146" y="111"/>
                    <a:pt x="18375" y="37"/>
                  </a:cubicBezTo>
                  <a:cubicBezTo>
                    <a:pt x="18301" y="0"/>
                    <a:pt x="18190" y="0"/>
                    <a:pt x="18116" y="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5" name="Google Shape;3072;p53"/>
            <p:cNvSpPr/>
            <p:nvPr/>
          </p:nvSpPr>
          <p:spPr>
            <a:xfrm>
              <a:off x="5417280" y="1349280"/>
              <a:ext cx="641160" cy="533160"/>
            </a:xfrm>
            <a:custGeom>
              <a:avLst/>
              <a:gdLst>
                <a:gd name="textAreaLeft" fmla="*/ 0 w 641160"/>
                <a:gd name="textAreaRight" fmla="*/ 641520 w 641160"/>
                <a:gd name="textAreaTop" fmla="*/ 0 h 533160"/>
                <a:gd name="textAreaBottom" fmla="*/ 533520 h 533160"/>
              </a:gdLst>
              <a:ahLst/>
              <a:rect l="textAreaLeft" t="textAreaTop" r="textAreaRight" b="textAreaBottom"/>
              <a:pathLst>
                <a:path w="37230" h="30953">
                  <a:moveTo>
                    <a:pt x="18670" y="629"/>
                  </a:moveTo>
                  <a:cubicBezTo>
                    <a:pt x="22367" y="703"/>
                    <a:pt x="25953" y="2034"/>
                    <a:pt x="28689" y="4511"/>
                  </a:cubicBezTo>
                  <a:cubicBezTo>
                    <a:pt x="33865" y="9206"/>
                    <a:pt x="36527" y="16785"/>
                    <a:pt x="36601" y="23662"/>
                  </a:cubicBezTo>
                  <a:cubicBezTo>
                    <a:pt x="36638" y="23810"/>
                    <a:pt x="36638" y="23958"/>
                    <a:pt x="36638" y="24142"/>
                  </a:cubicBezTo>
                  <a:cubicBezTo>
                    <a:pt x="36638" y="24359"/>
                    <a:pt x="36634" y="24579"/>
                    <a:pt x="36627" y="24801"/>
                  </a:cubicBezTo>
                  <a:lnTo>
                    <a:pt x="36627" y="24801"/>
                  </a:lnTo>
                  <a:cubicBezTo>
                    <a:pt x="34452" y="19811"/>
                    <a:pt x="30612" y="16444"/>
                    <a:pt x="27210" y="14641"/>
                  </a:cubicBezTo>
                  <a:cubicBezTo>
                    <a:pt x="25103" y="13532"/>
                    <a:pt x="22552" y="12718"/>
                    <a:pt x="19742" y="12718"/>
                  </a:cubicBezTo>
                  <a:cubicBezTo>
                    <a:pt x="19691" y="12718"/>
                    <a:pt x="19639" y="12718"/>
                    <a:pt x="19587" y="12718"/>
                  </a:cubicBezTo>
                  <a:cubicBezTo>
                    <a:pt x="16411" y="12718"/>
                    <a:pt x="12883" y="13838"/>
                    <a:pt x="9391" y="16748"/>
                  </a:cubicBezTo>
                  <a:cubicBezTo>
                    <a:pt x="4897" y="20487"/>
                    <a:pt x="3226" y="26176"/>
                    <a:pt x="2622" y="29478"/>
                  </a:cubicBezTo>
                  <a:lnTo>
                    <a:pt x="2622" y="29478"/>
                  </a:lnTo>
                  <a:cubicBezTo>
                    <a:pt x="1378" y="26095"/>
                    <a:pt x="592" y="22396"/>
                    <a:pt x="592" y="18819"/>
                  </a:cubicBezTo>
                  <a:cubicBezTo>
                    <a:pt x="629" y="13569"/>
                    <a:pt x="2255" y="8541"/>
                    <a:pt x="6581" y="4918"/>
                  </a:cubicBezTo>
                  <a:lnTo>
                    <a:pt x="6655" y="4881"/>
                  </a:lnTo>
                  <a:cubicBezTo>
                    <a:pt x="9686" y="2367"/>
                    <a:pt x="14456" y="629"/>
                    <a:pt x="18411" y="629"/>
                  </a:cubicBezTo>
                  <a:close/>
                  <a:moveTo>
                    <a:pt x="18411" y="1"/>
                  </a:moveTo>
                  <a:cubicBezTo>
                    <a:pt x="14271" y="1"/>
                    <a:pt x="9428" y="1775"/>
                    <a:pt x="6248" y="4400"/>
                  </a:cubicBezTo>
                  <a:lnTo>
                    <a:pt x="6174" y="4437"/>
                  </a:lnTo>
                  <a:lnTo>
                    <a:pt x="6174" y="4474"/>
                  </a:lnTo>
                  <a:cubicBezTo>
                    <a:pt x="1701" y="8208"/>
                    <a:pt x="0" y="13421"/>
                    <a:pt x="0" y="18819"/>
                  </a:cubicBezTo>
                  <a:cubicBezTo>
                    <a:pt x="0" y="22885"/>
                    <a:pt x="961" y="27026"/>
                    <a:pt x="2477" y="30760"/>
                  </a:cubicBezTo>
                  <a:cubicBezTo>
                    <a:pt x="2509" y="30856"/>
                    <a:pt x="2624" y="30952"/>
                    <a:pt x="2727" y="30952"/>
                  </a:cubicBezTo>
                  <a:cubicBezTo>
                    <a:pt x="2742" y="30952"/>
                    <a:pt x="2758" y="30950"/>
                    <a:pt x="2773" y="30945"/>
                  </a:cubicBezTo>
                  <a:cubicBezTo>
                    <a:pt x="2921" y="30945"/>
                    <a:pt x="3032" y="30834"/>
                    <a:pt x="3069" y="30686"/>
                  </a:cubicBezTo>
                  <a:cubicBezTo>
                    <a:pt x="3438" y="27802"/>
                    <a:pt x="4917" y="21259"/>
                    <a:pt x="9797" y="17229"/>
                  </a:cubicBezTo>
                  <a:cubicBezTo>
                    <a:pt x="13235" y="14345"/>
                    <a:pt x="16637" y="13310"/>
                    <a:pt x="19742" y="13310"/>
                  </a:cubicBezTo>
                  <a:cubicBezTo>
                    <a:pt x="22441" y="13310"/>
                    <a:pt x="24918" y="14086"/>
                    <a:pt x="26915" y="15195"/>
                  </a:cubicBezTo>
                  <a:cubicBezTo>
                    <a:pt x="30501" y="17081"/>
                    <a:pt x="34604" y="20778"/>
                    <a:pt x="36601" y="26324"/>
                  </a:cubicBezTo>
                  <a:cubicBezTo>
                    <a:pt x="36638" y="26472"/>
                    <a:pt x="36786" y="26545"/>
                    <a:pt x="36934" y="26545"/>
                  </a:cubicBezTo>
                  <a:cubicBezTo>
                    <a:pt x="37082" y="26509"/>
                    <a:pt x="37192" y="26398"/>
                    <a:pt x="37192" y="26250"/>
                  </a:cubicBezTo>
                  <a:cubicBezTo>
                    <a:pt x="37229" y="25547"/>
                    <a:pt x="37229" y="24808"/>
                    <a:pt x="37229" y="24142"/>
                  </a:cubicBezTo>
                  <a:cubicBezTo>
                    <a:pt x="37229" y="23958"/>
                    <a:pt x="37229" y="23810"/>
                    <a:pt x="37229" y="23662"/>
                  </a:cubicBezTo>
                  <a:cubicBezTo>
                    <a:pt x="37155" y="16637"/>
                    <a:pt x="34420" y="8910"/>
                    <a:pt x="29096" y="4067"/>
                  </a:cubicBezTo>
                  <a:cubicBezTo>
                    <a:pt x="26249" y="1442"/>
                    <a:pt x="22515" y="74"/>
                    <a:pt x="1867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6" name="Google Shape;3073;p53"/>
            <p:cNvSpPr/>
            <p:nvPr/>
          </p:nvSpPr>
          <p:spPr>
            <a:xfrm>
              <a:off x="5429520" y="1565280"/>
              <a:ext cx="128520" cy="104040"/>
            </a:xfrm>
            <a:custGeom>
              <a:avLst/>
              <a:gdLst>
                <a:gd name="textAreaLeft" fmla="*/ 0 w 128520"/>
                <a:gd name="textAreaRight" fmla="*/ 128880 w 128520"/>
                <a:gd name="textAreaTop" fmla="*/ 0 h 104040"/>
                <a:gd name="textAreaBottom" fmla="*/ 104400 h 104040"/>
              </a:gdLst>
              <a:ahLst/>
              <a:rect l="textAreaLeft" t="textAreaTop" r="textAreaRight" b="textAreaBottom"/>
              <a:pathLst>
                <a:path w="7469" h="6064">
                  <a:moveTo>
                    <a:pt x="296" y="1"/>
                  </a:moveTo>
                  <a:cubicBezTo>
                    <a:pt x="111" y="1"/>
                    <a:pt x="0" y="148"/>
                    <a:pt x="0" y="333"/>
                  </a:cubicBezTo>
                  <a:cubicBezTo>
                    <a:pt x="0" y="370"/>
                    <a:pt x="111" y="1775"/>
                    <a:pt x="925" y="3180"/>
                  </a:cubicBezTo>
                  <a:cubicBezTo>
                    <a:pt x="1368" y="3919"/>
                    <a:pt x="1960" y="4622"/>
                    <a:pt x="2810" y="5176"/>
                  </a:cubicBezTo>
                  <a:cubicBezTo>
                    <a:pt x="3698" y="5731"/>
                    <a:pt x="4807" y="6064"/>
                    <a:pt x="6212" y="6064"/>
                  </a:cubicBezTo>
                  <a:cubicBezTo>
                    <a:pt x="6544" y="6064"/>
                    <a:pt x="6840" y="6064"/>
                    <a:pt x="7173" y="6027"/>
                  </a:cubicBezTo>
                  <a:cubicBezTo>
                    <a:pt x="7321" y="5990"/>
                    <a:pt x="7469" y="5842"/>
                    <a:pt x="7432" y="5694"/>
                  </a:cubicBezTo>
                  <a:cubicBezTo>
                    <a:pt x="7432" y="5509"/>
                    <a:pt x="7284" y="5398"/>
                    <a:pt x="7099" y="5398"/>
                  </a:cubicBezTo>
                  <a:cubicBezTo>
                    <a:pt x="6803" y="5435"/>
                    <a:pt x="6507" y="5472"/>
                    <a:pt x="6212" y="5472"/>
                  </a:cubicBezTo>
                  <a:cubicBezTo>
                    <a:pt x="4918" y="5472"/>
                    <a:pt x="3919" y="5140"/>
                    <a:pt x="3143" y="4659"/>
                  </a:cubicBezTo>
                  <a:cubicBezTo>
                    <a:pt x="1997" y="3919"/>
                    <a:pt x="1368" y="2847"/>
                    <a:pt x="1036" y="1923"/>
                  </a:cubicBezTo>
                  <a:cubicBezTo>
                    <a:pt x="851" y="1479"/>
                    <a:pt x="740" y="1036"/>
                    <a:pt x="666" y="740"/>
                  </a:cubicBezTo>
                  <a:cubicBezTo>
                    <a:pt x="666" y="592"/>
                    <a:pt x="629" y="481"/>
                    <a:pt x="629" y="407"/>
                  </a:cubicBezTo>
                  <a:lnTo>
                    <a:pt x="629" y="333"/>
                  </a:lnTo>
                  <a:lnTo>
                    <a:pt x="629" y="296"/>
                  </a:lnTo>
                  <a:cubicBezTo>
                    <a:pt x="592" y="111"/>
                    <a:pt x="444" y="1"/>
                    <a:pt x="29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2200" bIns="52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7" name="Google Shape;3074;p53"/>
            <p:cNvSpPr/>
            <p:nvPr/>
          </p:nvSpPr>
          <p:spPr>
            <a:xfrm>
              <a:off x="5473440" y="1480680"/>
              <a:ext cx="139320" cy="145080"/>
            </a:xfrm>
            <a:custGeom>
              <a:avLst/>
              <a:gdLst>
                <a:gd name="textAreaLeft" fmla="*/ 0 w 139320"/>
                <a:gd name="textAreaRight" fmla="*/ 139680 w 139320"/>
                <a:gd name="textAreaTop" fmla="*/ 0 h 145080"/>
                <a:gd name="textAreaBottom" fmla="*/ 145440 h 145080"/>
              </a:gdLst>
              <a:ahLst/>
              <a:rect l="textAreaLeft" t="textAreaTop" r="textAreaRight" b="textAreaBottom"/>
              <a:pathLst>
                <a:path w="8097" h="843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296"/>
                    <a:pt x="0" y="407"/>
                    <a:pt x="0" y="555"/>
                  </a:cubicBezTo>
                  <a:cubicBezTo>
                    <a:pt x="0" y="1257"/>
                    <a:pt x="74" y="3217"/>
                    <a:pt x="999" y="4992"/>
                  </a:cubicBezTo>
                  <a:cubicBezTo>
                    <a:pt x="1479" y="5879"/>
                    <a:pt x="2145" y="6766"/>
                    <a:pt x="3143" y="7395"/>
                  </a:cubicBezTo>
                  <a:cubicBezTo>
                    <a:pt x="4141" y="8023"/>
                    <a:pt x="5435" y="8430"/>
                    <a:pt x="7099" y="8430"/>
                  </a:cubicBezTo>
                  <a:cubicBezTo>
                    <a:pt x="7321" y="8430"/>
                    <a:pt x="7542" y="8393"/>
                    <a:pt x="7801" y="8393"/>
                  </a:cubicBezTo>
                  <a:cubicBezTo>
                    <a:pt x="7949" y="8393"/>
                    <a:pt x="8097" y="8245"/>
                    <a:pt x="8060" y="8060"/>
                  </a:cubicBezTo>
                  <a:cubicBezTo>
                    <a:pt x="8060" y="7912"/>
                    <a:pt x="7912" y="7764"/>
                    <a:pt x="7764" y="7764"/>
                  </a:cubicBezTo>
                  <a:cubicBezTo>
                    <a:pt x="7542" y="7801"/>
                    <a:pt x="7321" y="7801"/>
                    <a:pt x="7099" y="7801"/>
                  </a:cubicBezTo>
                  <a:cubicBezTo>
                    <a:pt x="5546" y="7801"/>
                    <a:pt x="4363" y="7432"/>
                    <a:pt x="3476" y="6877"/>
                  </a:cubicBezTo>
                  <a:cubicBezTo>
                    <a:pt x="2145" y="6027"/>
                    <a:pt x="1442" y="4696"/>
                    <a:pt x="1036" y="3476"/>
                  </a:cubicBezTo>
                  <a:cubicBezTo>
                    <a:pt x="666" y="2219"/>
                    <a:pt x="592" y="1073"/>
                    <a:pt x="592" y="555"/>
                  </a:cubicBezTo>
                  <a:cubicBezTo>
                    <a:pt x="592" y="481"/>
                    <a:pt x="592" y="407"/>
                    <a:pt x="592" y="370"/>
                  </a:cubicBezTo>
                  <a:lnTo>
                    <a:pt x="592" y="333"/>
                  </a:lnTo>
                  <a:cubicBezTo>
                    <a:pt x="629" y="148"/>
                    <a:pt x="481" y="0"/>
                    <a:pt x="33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2720" bIns="72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8" name="Google Shape;3075;p53"/>
            <p:cNvSpPr/>
            <p:nvPr/>
          </p:nvSpPr>
          <p:spPr>
            <a:xfrm>
              <a:off x="5522400" y="1424160"/>
              <a:ext cx="174960" cy="160200"/>
            </a:xfrm>
            <a:custGeom>
              <a:avLst/>
              <a:gdLst>
                <a:gd name="textAreaLeft" fmla="*/ 0 w 174960"/>
                <a:gd name="textAreaRight" fmla="*/ 175320 w 174960"/>
                <a:gd name="textAreaTop" fmla="*/ 0 h 160200"/>
                <a:gd name="textAreaBottom" fmla="*/ 160560 h 160200"/>
              </a:gdLst>
              <a:ahLst/>
              <a:rect l="textAreaLeft" t="textAreaTop" r="textAreaRight" b="textAreaBottom"/>
              <a:pathLst>
                <a:path w="10168" h="9309">
                  <a:moveTo>
                    <a:pt x="346" y="0"/>
                  </a:moveTo>
                  <a:cubicBezTo>
                    <a:pt x="304" y="0"/>
                    <a:pt x="262" y="9"/>
                    <a:pt x="222" y="29"/>
                  </a:cubicBezTo>
                  <a:cubicBezTo>
                    <a:pt x="74" y="103"/>
                    <a:pt x="0" y="251"/>
                    <a:pt x="74" y="436"/>
                  </a:cubicBezTo>
                  <a:cubicBezTo>
                    <a:pt x="74" y="436"/>
                    <a:pt x="924" y="2580"/>
                    <a:pt x="2588" y="4761"/>
                  </a:cubicBezTo>
                  <a:cubicBezTo>
                    <a:pt x="3401" y="5870"/>
                    <a:pt x="4437" y="6980"/>
                    <a:pt x="5620" y="7830"/>
                  </a:cubicBezTo>
                  <a:cubicBezTo>
                    <a:pt x="6840" y="8680"/>
                    <a:pt x="8245" y="9272"/>
                    <a:pt x="9834" y="9309"/>
                  </a:cubicBezTo>
                  <a:cubicBezTo>
                    <a:pt x="10019" y="9309"/>
                    <a:pt x="10167" y="9161"/>
                    <a:pt x="10167" y="9013"/>
                  </a:cubicBezTo>
                  <a:cubicBezTo>
                    <a:pt x="10167" y="8828"/>
                    <a:pt x="10019" y="8680"/>
                    <a:pt x="9871" y="8680"/>
                  </a:cubicBezTo>
                  <a:cubicBezTo>
                    <a:pt x="8429" y="8643"/>
                    <a:pt x="7135" y="8126"/>
                    <a:pt x="5989" y="7312"/>
                  </a:cubicBezTo>
                  <a:cubicBezTo>
                    <a:pt x="4289" y="6129"/>
                    <a:pt x="2921" y="4318"/>
                    <a:pt x="2034" y="2839"/>
                  </a:cubicBezTo>
                  <a:cubicBezTo>
                    <a:pt x="1553" y="2099"/>
                    <a:pt x="1220" y="1434"/>
                    <a:pt x="998" y="953"/>
                  </a:cubicBezTo>
                  <a:cubicBezTo>
                    <a:pt x="850" y="732"/>
                    <a:pt x="777" y="510"/>
                    <a:pt x="703" y="399"/>
                  </a:cubicBezTo>
                  <a:cubicBezTo>
                    <a:pt x="703" y="325"/>
                    <a:pt x="666" y="288"/>
                    <a:pt x="666" y="251"/>
                  </a:cubicBezTo>
                  <a:lnTo>
                    <a:pt x="629" y="177"/>
                  </a:lnTo>
                  <a:cubicBezTo>
                    <a:pt x="575" y="69"/>
                    <a:pt x="461" y="0"/>
                    <a:pt x="34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0280" bIns="80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49" name="Google Shape;3076;p53"/>
            <p:cNvSpPr/>
            <p:nvPr/>
          </p:nvSpPr>
          <p:spPr>
            <a:xfrm>
              <a:off x="5688720" y="1357200"/>
              <a:ext cx="72360" cy="218880"/>
            </a:xfrm>
            <a:custGeom>
              <a:avLst/>
              <a:gdLst>
                <a:gd name="textAreaLeft" fmla="*/ 0 w 72360"/>
                <a:gd name="textAreaRight" fmla="*/ 72720 w 72360"/>
                <a:gd name="textAreaTop" fmla="*/ 0 h 218880"/>
                <a:gd name="textAreaBottom" fmla="*/ 219240 h 218880"/>
              </a:gdLst>
              <a:ahLst/>
              <a:rect l="textAreaLeft" t="textAreaTop" r="textAreaRight" b="textAreaBottom"/>
              <a:pathLst>
                <a:path w="4216" h="12713">
                  <a:moveTo>
                    <a:pt x="364" y="1"/>
                  </a:moveTo>
                  <a:cubicBezTo>
                    <a:pt x="280" y="1"/>
                    <a:pt x="191" y="39"/>
                    <a:pt x="111" y="98"/>
                  </a:cubicBezTo>
                  <a:cubicBezTo>
                    <a:pt x="0" y="246"/>
                    <a:pt x="37" y="431"/>
                    <a:pt x="148" y="542"/>
                  </a:cubicBezTo>
                  <a:cubicBezTo>
                    <a:pt x="333" y="727"/>
                    <a:pt x="3624" y="3832"/>
                    <a:pt x="3587" y="9156"/>
                  </a:cubicBezTo>
                  <a:cubicBezTo>
                    <a:pt x="3587" y="10154"/>
                    <a:pt x="3476" y="11189"/>
                    <a:pt x="3217" y="12335"/>
                  </a:cubicBezTo>
                  <a:cubicBezTo>
                    <a:pt x="3180" y="12483"/>
                    <a:pt x="3291" y="12668"/>
                    <a:pt x="3476" y="12705"/>
                  </a:cubicBezTo>
                  <a:cubicBezTo>
                    <a:pt x="3495" y="12710"/>
                    <a:pt x="3515" y="12712"/>
                    <a:pt x="3534" y="12712"/>
                  </a:cubicBezTo>
                  <a:cubicBezTo>
                    <a:pt x="3669" y="12712"/>
                    <a:pt x="3813" y="12607"/>
                    <a:pt x="3845" y="12446"/>
                  </a:cubicBezTo>
                  <a:cubicBezTo>
                    <a:pt x="4104" y="11300"/>
                    <a:pt x="4215" y="10191"/>
                    <a:pt x="4215" y="9156"/>
                  </a:cubicBezTo>
                  <a:cubicBezTo>
                    <a:pt x="4215" y="6272"/>
                    <a:pt x="3291" y="4017"/>
                    <a:pt x="2404" y="2464"/>
                  </a:cubicBezTo>
                  <a:cubicBezTo>
                    <a:pt x="1479" y="911"/>
                    <a:pt x="592" y="98"/>
                    <a:pt x="555" y="98"/>
                  </a:cubicBezTo>
                  <a:cubicBezTo>
                    <a:pt x="503" y="29"/>
                    <a:pt x="436" y="1"/>
                    <a:pt x="36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0" name="Google Shape;3077;p53"/>
            <p:cNvSpPr/>
            <p:nvPr/>
          </p:nvSpPr>
          <p:spPr>
            <a:xfrm>
              <a:off x="5839920" y="1376280"/>
              <a:ext cx="65880" cy="226800"/>
            </a:xfrm>
            <a:custGeom>
              <a:avLst/>
              <a:gdLst>
                <a:gd name="textAreaLeft" fmla="*/ 0 w 65880"/>
                <a:gd name="textAreaRight" fmla="*/ 66240 w 65880"/>
                <a:gd name="textAreaTop" fmla="*/ 0 h 226800"/>
                <a:gd name="textAreaBottom" fmla="*/ 227160 h 226800"/>
              </a:gdLst>
              <a:ahLst/>
              <a:rect l="textAreaLeft" t="textAreaTop" r="textAreaRight" b="textAreaBottom"/>
              <a:pathLst>
                <a:path w="3846" h="13181">
                  <a:moveTo>
                    <a:pt x="349" y="1"/>
                  </a:moveTo>
                  <a:cubicBezTo>
                    <a:pt x="249" y="1"/>
                    <a:pt x="142" y="50"/>
                    <a:pt x="74" y="139"/>
                  </a:cubicBezTo>
                  <a:cubicBezTo>
                    <a:pt x="1" y="250"/>
                    <a:pt x="1" y="472"/>
                    <a:pt x="148" y="546"/>
                  </a:cubicBezTo>
                  <a:lnTo>
                    <a:pt x="185" y="583"/>
                  </a:lnTo>
                  <a:cubicBezTo>
                    <a:pt x="333" y="731"/>
                    <a:pt x="1110" y="1359"/>
                    <a:pt x="1812" y="2468"/>
                  </a:cubicBezTo>
                  <a:cubicBezTo>
                    <a:pt x="2551" y="3540"/>
                    <a:pt x="3217" y="5056"/>
                    <a:pt x="3217" y="6942"/>
                  </a:cubicBezTo>
                  <a:cubicBezTo>
                    <a:pt x="3217" y="8568"/>
                    <a:pt x="2699" y="10528"/>
                    <a:pt x="1184" y="12709"/>
                  </a:cubicBezTo>
                  <a:cubicBezTo>
                    <a:pt x="1110" y="12820"/>
                    <a:pt x="1147" y="13042"/>
                    <a:pt x="1258" y="13116"/>
                  </a:cubicBezTo>
                  <a:cubicBezTo>
                    <a:pt x="1316" y="13160"/>
                    <a:pt x="1380" y="13180"/>
                    <a:pt x="1443" y="13180"/>
                  </a:cubicBezTo>
                  <a:cubicBezTo>
                    <a:pt x="1540" y="13180"/>
                    <a:pt x="1634" y="13131"/>
                    <a:pt x="1701" y="13042"/>
                  </a:cubicBezTo>
                  <a:cubicBezTo>
                    <a:pt x="3254" y="10787"/>
                    <a:pt x="3845" y="8716"/>
                    <a:pt x="3845" y="6942"/>
                  </a:cubicBezTo>
                  <a:cubicBezTo>
                    <a:pt x="3845" y="4797"/>
                    <a:pt x="2995" y="3060"/>
                    <a:pt x="2182" y="1877"/>
                  </a:cubicBezTo>
                  <a:cubicBezTo>
                    <a:pt x="1368" y="731"/>
                    <a:pt x="555" y="102"/>
                    <a:pt x="518" y="65"/>
                  </a:cubicBezTo>
                  <a:cubicBezTo>
                    <a:pt x="474" y="21"/>
                    <a:pt x="413" y="1"/>
                    <a:pt x="34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1" name="Google Shape;3078;p53"/>
            <p:cNvSpPr/>
            <p:nvPr/>
          </p:nvSpPr>
          <p:spPr>
            <a:xfrm>
              <a:off x="5946840" y="1521360"/>
              <a:ext cx="51840" cy="1368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136800"/>
                <a:gd name="textAreaBottom" fmla="*/ 137160 h 136800"/>
              </a:gdLst>
              <a:ahLst/>
              <a:rect l="textAreaLeft" t="textAreaTop" r="textAreaRight" b="textAreaBottom"/>
              <a:pathLst>
                <a:path w="3033" h="7950">
                  <a:moveTo>
                    <a:pt x="2699" y="1"/>
                  </a:moveTo>
                  <a:cubicBezTo>
                    <a:pt x="2515" y="38"/>
                    <a:pt x="2404" y="185"/>
                    <a:pt x="2404" y="333"/>
                  </a:cubicBezTo>
                  <a:cubicBezTo>
                    <a:pt x="2404" y="592"/>
                    <a:pt x="2441" y="851"/>
                    <a:pt x="2441" y="1073"/>
                  </a:cubicBezTo>
                  <a:cubicBezTo>
                    <a:pt x="2441" y="3069"/>
                    <a:pt x="1849" y="4659"/>
                    <a:pt x="1258" y="5768"/>
                  </a:cubicBezTo>
                  <a:cubicBezTo>
                    <a:pt x="962" y="6323"/>
                    <a:pt x="666" y="6729"/>
                    <a:pt x="444" y="6988"/>
                  </a:cubicBezTo>
                  <a:cubicBezTo>
                    <a:pt x="333" y="7136"/>
                    <a:pt x="259" y="7247"/>
                    <a:pt x="185" y="7321"/>
                  </a:cubicBezTo>
                  <a:lnTo>
                    <a:pt x="111" y="7395"/>
                  </a:lnTo>
                  <a:lnTo>
                    <a:pt x="111" y="7432"/>
                  </a:lnTo>
                  <a:cubicBezTo>
                    <a:pt x="1" y="7543"/>
                    <a:pt x="1" y="7727"/>
                    <a:pt x="111" y="7838"/>
                  </a:cubicBezTo>
                  <a:cubicBezTo>
                    <a:pt x="167" y="7912"/>
                    <a:pt x="241" y="7949"/>
                    <a:pt x="319" y="7949"/>
                  </a:cubicBezTo>
                  <a:cubicBezTo>
                    <a:pt x="398" y="7949"/>
                    <a:pt x="481" y="7912"/>
                    <a:pt x="555" y="7838"/>
                  </a:cubicBezTo>
                  <a:cubicBezTo>
                    <a:pt x="555" y="7838"/>
                    <a:pt x="3032" y="5361"/>
                    <a:pt x="3032" y="1073"/>
                  </a:cubicBezTo>
                  <a:cubicBezTo>
                    <a:pt x="3032" y="814"/>
                    <a:pt x="3032" y="555"/>
                    <a:pt x="3032" y="296"/>
                  </a:cubicBezTo>
                  <a:cubicBezTo>
                    <a:pt x="2995" y="148"/>
                    <a:pt x="2847" y="1"/>
                    <a:pt x="269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8400" bIns="68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2" name="Google Shape;3079;p53"/>
            <p:cNvSpPr/>
            <p:nvPr/>
          </p:nvSpPr>
          <p:spPr>
            <a:xfrm>
              <a:off x="5902200" y="2635920"/>
              <a:ext cx="994680" cy="1338480"/>
            </a:xfrm>
            <a:custGeom>
              <a:avLst/>
              <a:gdLst>
                <a:gd name="textAreaLeft" fmla="*/ 0 w 994680"/>
                <a:gd name="textAreaRight" fmla="*/ 995040 w 994680"/>
                <a:gd name="textAreaTop" fmla="*/ 0 h 1338480"/>
                <a:gd name="textAreaBottom" fmla="*/ 1338840 h 1338480"/>
              </a:gdLst>
              <a:ahLst/>
              <a:rect l="textAreaLeft" t="textAreaTop" r="textAreaRight" b="textAreaBottom"/>
              <a:pathLst>
                <a:path w="57749" h="77689">
                  <a:moveTo>
                    <a:pt x="26992" y="1"/>
                  </a:moveTo>
                  <a:cubicBezTo>
                    <a:pt x="22788" y="1"/>
                    <a:pt x="13098" y="970"/>
                    <a:pt x="6914" y="7186"/>
                  </a:cubicBezTo>
                  <a:cubicBezTo>
                    <a:pt x="6914" y="7186"/>
                    <a:pt x="2515" y="12805"/>
                    <a:pt x="1258" y="23490"/>
                  </a:cubicBezTo>
                  <a:cubicBezTo>
                    <a:pt x="1" y="34174"/>
                    <a:pt x="1442" y="77689"/>
                    <a:pt x="1442" y="77689"/>
                  </a:cubicBezTo>
                  <a:lnTo>
                    <a:pt x="57749" y="74435"/>
                  </a:lnTo>
                  <a:cubicBezTo>
                    <a:pt x="57749" y="74435"/>
                    <a:pt x="46251" y="20791"/>
                    <a:pt x="41851" y="11770"/>
                  </a:cubicBezTo>
                  <a:cubicBezTo>
                    <a:pt x="37452" y="2786"/>
                    <a:pt x="31167" y="272"/>
                    <a:pt x="28468" y="50"/>
                  </a:cubicBezTo>
                  <a:cubicBezTo>
                    <a:pt x="28115" y="22"/>
                    <a:pt x="27614" y="1"/>
                    <a:pt x="26992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3" name="Google Shape;3080;p53"/>
            <p:cNvSpPr/>
            <p:nvPr/>
          </p:nvSpPr>
          <p:spPr>
            <a:xfrm>
              <a:off x="5909760" y="2631240"/>
              <a:ext cx="992880" cy="1348920"/>
            </a:xfrm>
            <a:custGeom>
              <a:avLst/>
              <a:gdLst>
                <a:gd name="textAreaLeft" fmla="*/ 0 w 992880"/>
                <a:gd name="textAreaRight" fmla="*/ 993240 w 992880"/>
                <a:gd name="textAreaTop" fmla="*/ 0 h 1348920"/>
                <a:gd name="textAreaBottom" fmla="*/ 1349280 h 1348920"/>
              </a:gdLst>
              <a:ahLst/>
              <a:rect l="textAreaLeft" t="textAreaTop" r="textAreaRight" b="textAreaBottom"/>
              <a:pathLst>
                <a:path w="57638" h="78305">
                  <a:moveTo>
                    <a:pt x="26582" y="592"/>
                  </a:moveTo>
                  <a:cubicBezTo>
                    <a:pt x="27174" y="592"/>
                    <a:pt x="27654" y="629"/>
                    <a:pt x="27987" y="629"/>
                  </a:cubicBezTo>
                  <a:cubicBezTo>
                    <a:pt x="29281" y="740"/>
                    <a:pt x="31499" y="1405"/>
                    <a:pt x="33902" y="3143"/>
                  </a:cubicBezTo>
                  <a:cubicBezTo>
                    <a:pt x="36305" y="4918"/>
                    <a:pt x="38967" y="7727"/>
                    <a:pt x="41149" y="12201"/>
                  </a:cubicBezTo>
                  <a:cubicBezTo>
                    <a:pt x="42221" y="14382"/>
                    <a:pt x="43773" y="19447"/>
                    <a:pt x="45437" y="25732"/>
                  </a:cubicBezTo>
                  <a:cubicBezTo>
                    <a:pt x="47988" y="35160"/>
                    <a:pt x="50872" y="47434"/>
                    <a:pt x="53127" y="57342"/>
                  </a:cubicBezTo>
                  <a:cubicBezTo>
                    <a:pt x="54273" y="62296"/>
                    <a:pt x="55234" y="66659"/>
                    <a:pt x="55900" y="69801"/>
                  </a:cubicBezTo>
                  <a:cubicBezTo>
                    <a:pt x="56270" y="71354"/>
                    <a:pt x="56528" y="72611"/>
                    <a:pt x="56713" y="73461"/>
                  </a:cubicBezTo>
                  <a:cubicBezTo>
                    <a:pt x="56805" y="73886"/>
                    <a:pt x="56879" y="74218"/>
                    <a:pt x="56930" y="74444"/>
                  </a:cubicBezTo>
                  <a:lnTo>
                    <a:pt x="56930" y="74444"/>
                  </a:lnTo>
                  <a:lnTo>
                    <a:pt x="1322" y="77657"/>
                  </a:lnTo>
                  <a:lnTo>
                    <a:pt x="1322" y="77657"/>
                  </a:lnTo>
                  <a:cubicBezTo>
                    <a:pt x="1307" y="77139"/>
                    <a:pt x="1273" y="75999"/>
                    <a:pt x="1220" y="74386"/>
                  </a:cubicBezTo>
                  <a:cubicBezTo>
                    <a:pt x="998" y="67620"/>
                    <a:pt x="592" y="52536"/>
                    <a:pt x="592" y="40188"/>
                  </a:cubicBezTo>
                  <a:cubicBezTo>
                    <a:pt x="592" y="33163"/>
                    <a:pt x="740" y="26989"/>
                    <a:pt x="1109" y="23810"/>
                  </a:cubicBezTo>
                  <a:cubicBezTo>
                    <a:pt x="1738" y="18523"/>
                    <a:pt x="3143" y="14456"/>
                    <a:pt x="4400" y="11757"/>
                  </a:cubicBezTo>
                  <a:cubicBezTo>
                    <a:pt x="4991" y="10389"/>
                    <a:pt x="5583" y="9354"/>
                    <a:pt x="6026" y="8652"/>
                  </a:cubicBezTo>
                  <a:cubicBezTo>
                    <a:pt x="6211" y="8319"/>
                    <a:pt x="6396" y="8060"/>
                    <a:pt x="6507" y="7912"/>
                  </a:cubicBezTo>
                  <a:cubicBezTo>
                    <a:pt x="6581" y="7801"/>
                    <a:pt x="6618" y="7727"/>
                    <a:pt x="6655" y="7690"/>
                  </a:cubicBezTo>
                  <a:lnTo>
                    <a:pt x="6673" y="7672"/>
                  </a:lnTo>
                  <a:lnTo>
                    <a:pt x="6673" y="7672"/>
                  </a:lnTo>
                  <a:lnTo>
                    <a:pt x="6692" y="7690"/>
                  </a:lnTo>
                  <a:cubicBezTo>
                    <a:pt x="9724" y="4622"/>
                    <a:pt x="13679" y="2847"/>
                    <a:pt x="17376" y="1849"/>
                  </a:cubicBezTo>
                  <a:cubicBezTo>
                    <a:pt x="21074" y="851"/>
                    <a:pt x="24512" y="592"/>
                    <a:pt x="26582" y="592"/>
                  </a:cubicBezTo>
                  <a:close/>
                  <a:moveTo>
                    <a:pt x="26582" y="1"/>
                  </a:moveTo>
                  <a:cubicBezTo>
                    <a:pt x="24475" y="1"/>
                    <a:pt x="20963" y="222"/>
                    <a:pt x="17192" y="1258"/>
                  </a:cubicBezTo>
                  <a:cubicBezTo>
                    <a:pt x="13421" y="2256"/>
                    <a:pt x="9391" y="4067"/>
                    <a:pt x="6248" y="7247"/>
                  </a:cubicBezTo>
                  <a:lnTo>
                    <a:pt x="6211" y="7247"/>
                  </a:lnTo>
                  <a:cubicBezTo>
                    <a:pt x="6174" y="7284"/>
                    <a:pt x="1775" y="13014"/>
                    <a:pt x="518" y="23736"/>
                  </a:cubicBezTo>
                  <a:cubicBezTo>
                    <a:pt x="111" y="26989"/>
                    <a:pt x="0" y="33126"/>
                    <a:pt x="0" y="40188"/>
                  </a:cubicBezTo>
                  <a:cubicBezTo>
                    <a:pt x="0" y="56677"/>
                    <a:pt x="703" y="78009"/>
                    <a:pt x="703" y="78009"/>
                  </a:cubicBezTo>
                  <a:cubicBezTo>
                    <a:pt x="703" y="78083"/>
                    <a:pt x="740" y="78157"/>
                    <a:pt x="814" y="78231"/>
                  </a:cubicBezTo>
                  <a:cubicBezTo>
                    <a:pt x="851" y="78268"/>
                    <a:pt x="962" y="78305"/>
                    <a:pt x="1035" y="78305"/>
                  </a:cubicBezTo>
                  <a:lnTo>
                    <a:pt x="57342" y="75051"/>
                  </a:lnTo>
                  <a:cubicBezTo>
                    <a:pt x="57416" y="75014"/>
                    <a:pt x="57490" y="74977"/>
                    <a:pt x="57563" y="74903"/>
                  </a:cubicBezTo>
                  <a:cubicBezTo>
                    <a:pt x="57600" y="74829"/>
                    <a:pt x="57637" y="74755"/>
                    <a:pt x="57600" y="74681"/>
                  </a:cubicBezTo>
                  <a:cubicBezTo>
                    <a:pt x="57600" y="74681"/>
                    <a:pt x="54717" y="61261"/>
                    <a:pt x="51315" y="46695"/>
                  </a:cubicBezTo>
                  <a:cubicBezTo>
                    <a:pt x="49578" y="39411"/>
                    <a:pt x="47729" y="31869"/>
                    <a:pt x="46029" y="25584"/>
                  </a:cubicBezTo>
                  <a:cubicBezTo>
                    <a:pt x="44328" y="19262"/>
                    <a:pt x="42812" y="14234"/>
                    <a:pt x="41703" y="11905"/>
                  </a:cubicBezTo>
                  <a:cubicBezTo>
                    <a:pt x="39485" y="7395"/>
                    <a:pt x="36749" y="4474"/>
                    <a:pt x="34272" y="2662"/>
                  </a:cubicBezTo>
                  <a:cubicBezTo>
                    <a:pt x="31758" y="851"/>
                    <a:pt x="29466" y="148"/>
                    <a:pt x="28024" y="38"/>
                  </a:cubicBezTo>
                  <a:cubicBezTo>
                    <a:pt x="27691" y="1"/>
                    <a:pt x="27174" y="1"/>
                    <a:pt x="26582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4" name="Google Shape;3081;p53"/>
            <p:cNvSpPr/>
            <p:nvPr/>
          </p:nvSpPr>
          <p:spPr>
            <a:xfrm>
              <a:off x="5946840" y="3197160"/>
              <a:ext cx="131400" cy="16632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166320"/>
                <a:gd name="textAreaBottom" fmla="*/ 166680 h 166320"/>
              </a:gdLst>
              <a:ahLst/>
              <a:rect l="textAreaLeft" t="textAreaTop" r="textAreaRight" b="textAreaBottom"/>
              <a:pathLst>
                <a:path w="7654" h="9671">
                  <a:moveTo>
                    <a:pt x="1684" y="1"/>
                  </a:moveTo>
                  <a:cubicBezTo>
                    <a:pt x="776" y="1"/>
                    <a:pt x="1" y="458"/>
                    <a:pt x="1" y="2022"/>
                  </a:cubicBezTo>
                  <a:cubicBezTo>
                    <a:pt x="1" y="5793"/>
                    <a:pt x="3069" y="9157"/>
                    <a:pt x="4511" y="9564"/>
                  </a:cubicBezTo>
                  <a:cubicBezTo>
                    <a:pt x="4776" y="9637"/>
                    <a:pt x="5034" y="9671"/>
                    <a:pt x="5281" y="9671"/>
                  </a:cubicBezTo>
                  <a:cubicBezTo>
                    <a:pt x="6407" y="9671"/>
                    <a:pt x="7287" y="8965"/>
                    <a:pt x="7469" y="8085"/>
                  </a:cubicBezTo>
                  <a:cubicBezTo>
                    <a:pt x="7653" y="7050"/>
                    <a:pt x="4511" y="913"/>
                    <a:pt x="4511" y="913"/>
                  </a:cubicBezTo>
                  <a:cubicBezTo>
                    <a:pt x="4511" y="913"/>
                    <a:pt x="2965" y="1"/>
                    <a:pt x="1684" y="1"/>
                  </a:cubicBezTo>
                  <a:close/>
                </a:path>
              </a:pathLst>
            </a:custGeom>
            <a:solidFill>
              <a:srgbClr val="adada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3160" bIns="83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5" name="Google Shape;3082;p53"/>
            <p:cNvSpPr/>
            <p:nvPr/>
          </p:nvSpPr>
          <p:spPr>
            <a:xfrm>
              <a:off x="5941800" y="3191760"/>
              <a:ext cx="138600" cy="17676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76760"/>
                <a:gd name="textAreaBottom" fmla="*/ 177120 h 176760"/>
              </a:gdLst>
              <a:ahLst/>
              <a:rect l="textAreaLeft" t="textAreaTop" r="textAreaRight" b="textAreaBottom"/>
              <a:pathLst>
                <a:path w="8061" h="10279">
                  <a:moveTo>
                    <a:pt x="1997" y="629"/>
                  </a:moveTo>
                  <a:cubicBezTo>
                    <a:pt x="2552" y="629"/>
                    <a:pt x="3254" y="814"/>
                    <a:pt x="3772" y="1036"/>
                  </a:cubicBezTo>
                  <a:cubicBezTo>
                    <a:pt x="4031" y="1147"/>
                    <a:pt x="4252" y="1258"/>
                    <a:pt x="4400" y="1332"/>
                  </a:cubicBezTo>
                  <a:cubicBezTo>
                    <a:pt x="4474" y="1406"/>
                    <a:pt x="4548" y="1406"/>
                    <a:pt x="4585" y="1443"/>
                  </a:cubicBezTo>
                  <a:lnTo>
                    <a:pt x="4589" y="1445"/>
                  </a:lnTo>
                  <a:lnTo>
                    <a:pt x="4589" y="1445"/>
                  </a:lnTo>
                  <a:cubicBezTo>
                    <a:pt x="4658" y="1573"/>
                    <a:pt x="4806" y="1857"/>
                    <a:pt x="4992" y="2256"/>
                  </a:cubicBezTo>
                  <a:cubicBezTo>
                    <a:pt x="5399" y="3106"/>
                    <a:pt x="6027" y="4400"/>
                    <a:pt x="6545" y="5583"/>
                  </a:cubicBezTo>
                  <a:cubicBezTo>
                    <a:pt x="6803" y="6175"/>
                    <a:pt x="7025" y="6766"/>
                    <a:pt x="7210" y="7247"/>
                  </a:cubicBezTo>
                  <a:cubicBezTo>
                    <a:pt x="7358" y="7728"/>
                    <a:pt x="7469" y="8134"/>
                    <a:pt x="7432" y="8282"/>
                  </a:cubicBezTo>
                  <a:lnTo>
                    <a:pt x="7432" y="8356"/>
                  </a:lnTo>
                  <a:cubicBezTo>
                    <a:pt x="7321" y="9022"/>
                    <a:pt x="6582" y="9687"/>
                    <a:pt x="5583" y="9687"/>
                  </a:cubicBezTo>
                  <a:cubicBezTo>
                    <a:pt x="5362" y="9687"/>
                    <a:pt x="5140" y="9650"/>
                    <a:pt x="4918" y="9576"/>
                  </a:cubicBezTo>
                  <a:cubicBezTo>
                    <a:pt x="4622" y="9502"/>
                    <a:pt x="4178" y="9243"/>
                    <a:pt x="3698" y="8800"/>
                  </a:cubicBezTo>
                  <a:cubicBezTo>
                    <a:pt x="2293" y="7580"/>
                    <a:pt x="592" y="5029"/>
                    <a:pt x="629" y="2330"/>
                  </a:cubicBezTo>
                  <a:cubicBezTo>
                    <a:pt x="629" y="1591"/>
                    <a:pt x="814" y="1184"/>
                    <a:pt x="1036" y="962"/>
                  </a:cubicBezTo>
                  <a:cubicBezTo>
                    <a:pt x="1258" y="740"/>
                    <a:pt x="1591" y="629"/>
                    <a:pt x="1997" y="629"/>
                  </a:cubicBezTo>
                  <a:close/>
                  <a:moveTo>
                    <a:pt x="1997" y="1"/>
                  </a:moveTo>
                  <a:cubicBezTo>
                    <a:pt x="1480" y="1"/>
                    <a:pt x="962" y="149"/>
                    <a:pt x="592" y="518"/>
                  </a:cubicBezTo>
                  <a:cubicBezTo>
                    <a:pt x="223" y="925"/>
                    <a:pt x="1" y="1517"/>
                    <a:pt x="1" y="2330"/>
                  </a:cubicBezTo>
                  <a:cubicBezTo>
                    <a:pt x="1" y="4289"/>
                    <a:pt x="777" y="6138"/>
                    <a:pt x="1775" y="7543"/>
                  </a:cubicBezTo>
                  <a:cubicBezTo>
                    <a:pt x="2256" y="8245"/>
                    <a:pt x="2774" y="8837"/>
                    <a:pt x="3291" y="9280"/>
                  </a:cubicBezTo>
                  <a:cubicBezTo>
                    <a:pt x="3809" y="9724"/>
                    <a:pt x="4289" y="10057"/>
                    <a:pt x="4733" y="10168"/>
                  </a:cubicBezTo>
                  <a:cubicBezTo>
                    <a:pt x="5029" y="10242"/>
                    <a:pt x="5325" y="10279"/>
                    <a:pt x="5583" y="10279"/>
                  </a:cubicBezTo>
                  <a:cubicBezTo>
                    <a:pt x="6840" y="10279"/>
                    <a:pt x="7839" y="9502"/>
                    <a:pt x="8060" y="8467"/>
                  </a:cubicBezTo>
                  <a:cubicBezTo>
                    <a:pt x="8060" y="8393"/>
                    <a:pt x="8060" y="8356"/>
                    <a:pt x="8060" y="8282"/>
                  </a:cubicBezTo>
                  <a:cubicBezTo>
                    <a:pt x="8060" y="8060"/>
                    <a:pt x="8023" y="7839"/>
                    <a:pt x="7913" y="7506"/>
                  </a:cubicBezTo>
                  <a:cubicBezTo>
                    <a:pt x="7617" y="6508"/>
                    <a:pt x="6914" y="4881"/>
                    <a:pt x="6286" y="3550"/>
                  </a:cubicBezTo>
                  <a:cubicBezTo>
                    <a:pt x="5657" y="2182"/>
                    <a:pt x="5103" y="1073"/>
                    <a:pt x="5103" y="1073"/>
                  </a:cubicBezTo>
                  <a:lnTo>
                    <a:pt x="4955" y="962"/>
                  </a:lnTo>
                  <a:cubicBezTo>
                    <a:pt x="4955" y="925"/>
                    <a:pt x="4548" y="703"/>
                    <a:pt x="3994" y="481"/>
                  </a:cubicBezTo>
                  <a:cubicBezTo>
                    <a:pt x="3439" y="260"/>
                    <a:pt x="2700" y="1"/>
                    <a:pt x="199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8560" bIns="88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6" name="Google Shape;3083;p53"/>
            <p:cNvSpPr/>
            <p:nvPr/>
          </p:nvSpPr>
          <p:spPr>
            <a:xfrm>
              <a:off x="5968440" y="3229920"/>
              <a:ext cx="77400" cy="88200"/>
            </a:xfrm>
            <a:custGeom>
              <a:avLst/>
              <a:gdLst>
                <a:gd name="textAreaLeft" fmla="*/ 0 w 77400"/>
                <a:gd name="textAreaRight" fmla="*/ 77760 w 77400"/>
                <a:gd name="textAreaTop" fmla="*/ 0 h 88200"/>
                <a:gd name="textAreaBottom" fmla="*/ 88560 h 88200"/>
              </a:gdLst>
              <a:ahLst/>
              <a:rect l="textAreaLeft" t="textAreaTop" r="textAreaRight" b="textAreaBottom"/>
              <a:pathLst>
                <a:path w="4511" h="5139">
                  <a:moveTo>
                    <a:pt x="1368" y="0"/>
                  </a:moveTo>
                  <a:cubicBezTo>
                    <a:pt x="851" y="0"/>
                    <a:pt x="481" y="185"/>
                    <a:pt x="259" y="481"/>
                  </a:cubicBezTo>
                  <a:cubicBezTo>
                    <a:pt x="38" y="776"/>
                    <a:pt x="1" y="1146"/>
                    <a:pt x="1" y="1442"/>
                  </a:cubicBezTo>
                  <a:cubicBezTo>
                    <a:pt x="1" y="1996"/>
                    <a:pt x="148" y="2440"/>
                    <a:pt x="148" y="2477"/>
                  </a:cubicBezTo>
                  <a:cubicBezTo>
                    <a:pt x="206" y="2593"/>
                    <a:pt x="309" y="2685"/>
                    <a:pt x="439" y="2685"/>
                  </a:cubicBezTo>
                  <a:cubicBezTo>
                    <a:pt x="476" y="2685"/>
                    <a:pt x="515" y="2678"/>
                    <a:pt x="555" y="2662"/>
                  </a:cubicBezTo>
                  <a:cubicBezTo>
                    <a:pt x="703" y="2625"/>
                    <a:pt x="777" y="2440"/>
                    <a:pt x="740" y="2292"/>
                  </a:cubicBezTo>
                  <a:lnTo>
                    <a:pt x="740" y="2255"/>
                  </a:lnTo>
                  <a:cubicBezTo>
                    <a:pt x="703" y="2181"/>
                    <a:pt x="592" y="1812"/>
                    <a:pt x="592" y="1442"/>
                  </a:cubicBezTo>
                  <a:cubicBezTo>
                    <a:pt x="592" y="1220"/>
                    <a:pt x="666" y="998"/>
                    <a:pt x="740" y="850"/>
                  </a:cubicBezTo>
                  <a:cubicBezTo>
                    <a:pt x="851" y="703"/>
                    <a:pt x="999" y="629"/>
                    <a:pt x="1368" y="592"/>
                  </a:cubicBezTo>
                  <a:cubicBezTo>
                    <a:pt x="1405" y="592"/>
                    <a:pt x="1479" y="592"/>
                    <a:pt x="1553" y="629"/>
                  </a:cubicBezTo>
                  <a:cubicBezTo>
                    <a:pt x="1923" y="666"/>
                    <a:pt x="2293" y="813"/>
                    <a:pt x="2589" y="1072"/>
                  </a:cubicBezTo>
                  <a:cubicBezTo>
                    <a:pt x="3032" y="1442"/>
                    <a:pt x="3365" y="1960"/>
                    <a:pt x="3587" y="2403"/>
                  </a:cubicBezTo>
                  <a:cubicBezTo>
                    <a:pt x="3629" y="2487"/>
                    <a:pt x="3665" y="2571"/>
                    <a:pt x="3697" y="2651"/>
                  </a:cubicBezTo>
                  <a:lnTo>
                    <a:pt x="3697" y="2651"/>
                  </a:lnTo>
                  <a:cubicBezTo>
                    <a:pt x="3536" y="2615"/>
                    <a:pt x="3358" y="2588"/>
                    <a:pt x="3180" y="2588"/>
                  </a:cubicBezTo>
                  <a:cubicBezTo>
                    <a:pt x="2921" y="2588"/>
                    <a:pt x="2625" y="2662"/>
                    <a:pt x="2404" y="2810"/>
                  </a:cubicBezTo>
                  <a:cubicBezTo>
                    <a:pt x="2145" y="2995"/>
                    <a:pt x="1997" y="3327"/>
                    <a:pt x="1997" y="3697"/>
                  </a:cubicBezTo>
                  <a:cubicBezTo>
                    <a:pt x="1997" y="3993"/>
                    <a:pt x="2071" y="4215"/>
                    <a:pt x="2182" y="4437"/>
                  </a:cubicBezTo>
                  <a:cubicBezTo>
                    <a:pt x="2330" y="4732"/>
                    <a:pt x="2589" y="4917"/>
                    <a:pt x="2847" y="5028"/>
                  </a:cubicBezTo>
                  <a:cubicBezTo>
                    <a:pt x="3069" y="5102"/>
                    <a:pt x="3328" y="5139"/>
                    <a:pt x="3476" y="5139"/>
                  </a:cubicBezTo>
                  <a:cubicBezTo>
                    <a:pt x="3587" y="5139"/>
                    <a:pt x="3661" y="5102"/>
                    <a:pt x="3661" y="5102"/>
                  </a:cubicBezTo>
                  <a:cubicBezTo>
                    <a:pt x="3846" y="5102"/>
                    <a:pt x="3956" y="4954"/>
                    <a:pt x="3956" y="4769"/>
                  </a:cubicBezTo>
                  <a:cubicBezTo>
                    <a:pt x="3924" y="4608"/>
                    <a:pt x="3808" y="4503"/>
                    <a:pt x="3656" y="4503"/>
                  </a:cubicBezTo>
                  <a:cubicBezTo>
                    <a:pt x="3634" y="4503"/>
                    <a:pt x="3611" y="4506"/>
                    <a:pt x="3587" y="4510"/>
                  </a:cubicBezTo>
                  <a:lnTo>
                    <a:pt x="3476" y="4510"/>
                  </a:lnTo>
                  <a:cubicBezTo>
                    <a:pt x="3328" y="4510"/>
                    <a:pt x="3106" y="4474"/>
                    <a:pt x="2921" y="4363"/>
                  </a:cubicBezTo>
                  <a:cubicBezTo>
                    <a:pt x="2847" y="4326"/>
                    <a:pt x="2773" y="4252"/>
                    <a:pt x="2736" y="4141"/>
                  </a:cubicBezTo>
                  <a:cubicBezTo>
                    <a:pt x="2662" y="4030"/>
                    <a:pt x="2625" y="3919"/>
                    <a:pt x="2625" y="3697"/>
                  </a:cubicBezTo>
                  <a:cubicBezTo>
                    <a:pt x="2625" y="3438"/>
                    <a:pt x="2699" y="3364"/>
                    <a:pt x="2773" y="3327"/>
                  </a:cubicBezTo>
                  <a:cubicBezTo>
                    <a:pt x="2847" y="3253"/>
                    <a:pt x="2995" y="3217"/>
                    <a:pt x="3180" y="3217"/>
                  </a:cubicBezTo>
                  <a:cubicBezTo>
                    <a:pt x="3365" y="3217"/>
                    <a:pt x="3624" y="3253"/>
                    <a:pt x="3772" y="3327"/>
                  </a:cubicBezTo>
                  <a:cubicBezTo>
                    <a:pt x="3882" y="3327"/>
                    <a:pt x="3956" y="3364"/>
                    <a:pt x="3993" y="3364"/>
                  </a:cubicBezTo>
                  <a:lnTo>
                    <a:pt x="4067" y="3401"/>
                  </a:lnTo>
                  <a:cubicBezTo>
                    <a:pt x="4113" y="3417"/>
                    <a:pt x="4166" y="3426"/>
                    <a:pt x="4216" y="3426"/>
                  </a:cubicBezTo>
                  <a:cubicBezTo>
                    <a:pt x="4288" y="3426"/>
                    <a:pt x="4357" y="3408"/>
                    <a:pt x="4400" y="3364"/>
                  </a:cubicBezTo>
                  <a:cubicBezTo>
                    <a:pt x="4474" y="3253"/>
                    <a:pt x="4511" y="3143"/>
                    <a:pt x="4511" y="3032"/>
                  </a:cubicBezTo>
                  <a:cubicBezTo>
                    <a:pt x="4474" y="3032"/>
                    <a:pt x="4289" y="2329"/>
                    <a:pt x="3846" y="1627"/>
                  </a:cubicBezTo>
                  <a:cubicBezTo>
                    <a:pt x="3624" y="1257"/>
                    <a:pt x="3328" y="887"/>
                    <a:pt x="2958" y="592"/>
                  </a:cubicBezTo>
                  <a:cubicBezTo>
                    <a:pt x="2589" y="296"/>
                    <a:pt x="2145" y="37"/>
                    <a:pt x="159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4280" bIns="44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7" name="Google Shape;3084;p53"/>
            <p:cNvSpPr/>
            <p:nvPr/>
          </p:nvSpPr>
          <p:spPr>
            <a:xfrm>
              <a:off x="5679360" y="3587400"/>
              <a:ext cx="1468800" cy="877320"/>
            </a:xfrm>
            <a:custGeom>
              <a:avLst/>
              <a:gdLst>
                <a:gd name="textAreaLeft" fmla="*/ 0 w 1468800"/>
                <a:gd name="textAreaRight" fmla="*/ 1469160 w 1468800"/>
                <a:gd name="textAreaTop" fmla="*/ 0 h 877320"/>
                <a:gd name="textAreaBottom" fmla="*/ 877680 h 877320"/>
              </a:gdLst>
              <a:ahLst/>
              <a:rect l="textAreaLeft" t="textAreaTop" r="textAreaRight" b="textAreaBottom"/>
              <a:pathLst>
                <a:path w="85256" h="50937">
                  <a:moveTo>
                    <a:pt x="39781" y="1"/>
                  </a:moveTo>
                  <a:cubicBezTo>
                    <a:pt x="39781" y="1"/>
                    <a:pt x="11314" y="16527"/>
                    <a:pt x="7358" y="18005"/>
                  </a:cubicBezTo>
                  <a:cubicBezTo>
                    <a:pt x="3365" y="19447"/>
                    <a:pt x="1" y="37896"/>
                    <a:pt x="1" y="37896"/>
                  </a:cubicBezTo>
                  <a:cubicBezTo>
                    <a:pt x="6441" y="42864"/>
                    <a:pt x="27866" y="50910"/>
                    <a:pt x="43560" y="50910"/>
                  </a:cubicBezTo>
                  <a:cubicBezTo>
                    <a:pt x="43631" y="50910"/>
                    <a:pt x="43703" y="50910"/>
                    <a:pt x="43774" y="50909"/>
                  </a:cubicBezTo>
                  <a:cubicBezTo>
                    <a:pt x="44591" y="50927"/>
                    <a:pt x="45414" y="50937"/>
                    <a:pt x="46242" y="50937"/>
                  </a:cubicBezTo>
                  <a:cubicBezTo>
                    <a:pt x="58947" y="50937"/>
                    <a:pt x="72899" y="48764"/>
                    <a:pt x="85255" y="43072"/>
                  </a:cubicBezTo>
                  <a:cubicBezTo>
                    <a:pt x="85255" y="43072"/>
                    <a:pt x="79746" y="14641"/>
                    <a:pt x="77676" y="12756"/>
                  </a:cubicBezTo>
                  <a:cubicBezTo>
                    <a:pt x="75569" y="10870"/>
                    <a:pt x="39781" y="1"/>
                    <a:pt x="39781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8" name="Google Shape;3085;p53"/>
            <p:cNvSpPr/>
            <p:nvPr/>
          </p:nvSpPr>
          <p:spPr>
            <a:xfrm>
              <a:off x="5673600" y="3582000"/>
              <a:ext cx="1480320" cy="888120"/>
            </a:xfrm>
            <a:custGeom>
              <a:avLst/>
              <a:gdLst>
                <a:gd name="textAreaLeft" fmla="*/ 0 w 1480320"/>
                <a:gd name="textAreaRight" fmla="*/ 1480680 w 1480320"/>
                <a:gd name="textAreaTop" fmla="*/ 0 h 888120"/>
                <a:gd name="textAreaBottom" fmla="*/ 888480 h 888120"/>
              </a:gdLst>
              <a:ahLst/>
              <a:rect l="textAreaLeft" t="textAreaTop" r="textAreaRight" b="textAreaBottom"/>
              <a:pathLst>
                <a:path w="85920" h="51554">
                  <a:moveTo>
                    <a:pt x="40140" y="641"/>
                  </a:moveTo>
                  <a:cubicBezTo>
                    <a:pt x="40341" y="706"/>
                    <a:pt x="40833" y="866"/>
                    <a:pt x="41555" y="1088"/>
                  </a:cubicBezTo>
                  <a:cubicBezTo>
                    <a:pt x="44993" y="2123"/>
                    <a:pt x="53645" y="4785"/>
                    <a:pt x="61630" y="7410"/>
                  </a:cubicBezTo>
                  <a:cubicBezTo>
                    <a:pt x="65623" y="8704"/>
                    <a:pt x="69468" y="9998"/>
                    <a:pt x="72426" y="11033"/>
                  </a:cubicBezTo>
                  <a:cubicBezTo>
                    <a:pt x="73904" y="11588"/>
                    <a:pt x="75124" y="12068"/>
                    <a:pt x="76086" y="12438"/>
                  </a:cubicBezTo>
                  <a:cubicBezTo>
                    <a:pt x="76529" y="12660"/>
                    <a:pt x="76936" y="12808"/>
                    <a:pt x="77232" y="12956"/>
                  </a:cubicBezTo>
                  <a:cubicBezTo>
                    <a:pt x="77528" y="13103"/>
                    <a:pt x="77712" y="13251"/>
                    <a:pt x="77786" y="13288"/>
                  </a:cubicBezTo>
                  <a:cubicBezTo>
                    <a:pt x="77860" y="13362"/>
                    <a:pt x="78008" y="13584"/>
                    <a:pt x="78156" y="13880"/>
                  </a:cubicBezTo>
                  <a:cubicBezTo>
                    <a:pt x="78711" y="14989"/>
                    <a:pt x="79450" y="17429"/>
                    <a:pt x="80226" y="20424"/>
                  </a:cubicBezTo>
                  <a:cubicBezTo>
                    <a:pt x="81409" y="24897"/>
                    <a:pt x="82666" y="30665"/>
                    <a:pt x="83665" y="35286"/>
                  </a:cubicBezTo>
                  <a:cubicBezTo>
                    <a:pt x="84145" y="37615"/>
                    <a:pt x="84552" y="39648"/>
                    <a:pt x="84848" y="41090"/>
                  </a:cubicBezTo>
                  <a:cubicBezTo>
                    <a:pt x="85049" y="42095"/>
                    <a:pt x="85181" y="42827"/>
                    <a:pt x="85246" y="43193"/>
                  </a:cubicBezTo>
                  <a:lnTo>
                    <a:pt x="85246" y="43193"/>
                  </a:lnTo>
                  <a:cubicBezTo>
                    <a:pt x="73065" y="48771"/>
                    <a:pt x="59296" y="50925"/>
                    <a:pt x="46731" y="50925"/>
                  </a:cubicBezTo>
                  <a:cubicBezTo>
                    <a:pt x="45844" y="50925"/>
                    <a:pt x="44956" y="50925"/>
                    <a:pt x="44106" y="50888"/>
                  </a:cubicBezTo>
                  <a:lnTo>
                    <a:pt x="43810" y="50888"/>
                  </a:lnTo>
                  <a:cubicBezTo>
                    <a:pt x="36047" y="50888"/>
                    <a:pt x="26804" y="48891"/>
                    <a:pt x="18707" y="46266"/>
                  </a:cubicBezTo>
                  <a:cubicBezTo>
                    <a:pt x="14678" y="44972"/>
                    <a:pt x="10907" y="43493"/>
                    <a:pt x="7764" y="42052"/>
                  </a:cubicBezTo>
                  <a:cubicBezTo>
                    <a:pt x="4720" y="40655"/>
                    <a:pt x="2265" y="39258"/>
                    <a:pt x="669" y="38063"/>
                  </a:cubicBezTo>
                  <a:lnTo>
                    <a:pt x="669" y="38063"/>
                  </a:lnTo>
                  <a:cubicBezTo>
                    <a:pt x="698" y="37928"/>
                    <a:pt x="737" y="37724"/>
                    <a:pt x="777" y="37467"/>
                  </a:cubicBezTo>
                  <a:cubicBezTo>
                    <a:pt x="1146" y="35693"/>
                    <a:pt x="2071" y="31256"/>
                    <a:pt x="3328" y="27078"/>
                  </a:cubicBezTo>
                  <a:cubicBezTo>
                    <a:pt x="3956" y="25008"/>
                    <a:pt x="4695" y="23012"/>
                    <a:pt x="5472" y="21459"/>
                  </a:cubicBezTo>
                  <a:cubicBezTo>
                    <a:pt x="5842" y="20682"/>
                    <a:pt x="6248" y="20054"/>
                    <a:pt x="6655" y="19536"/>
                  </a:cubicBezTo>
                  <a:cubicBezTo>
                    <a:pt x="7025" y="19056"/>
                    <a:pt x="7431" y="18723"/>
                    <a:pt x="7801" y="18612"/>
                  </a:cubicBezTo>
                  <a:cubicBezTo>
                    <a:pt x="8319" y="18390"/>
                    <a:pt x="9206" y="17984"/>
                    <a:pt x="10352" y="17392"/>
                  </a:cubicBezTo>
                  <a:cubicBezTo>
                    <a:pt x="18132" y="13432"/>
                    <a:pt x="38392" y="1658"/>
                    <a:pt x="40140" y="641"/>
                  </a:cubicBezTo>
                  <a:close/>
                  <a:moveTo>
                    <a:pt x="40135" y="1"/>
                  </a:moveTo>
                  <a:cubicBezTo>
                    <a:pt x="40070" y="1"/>
                    <a:pt x="40018" y="27"/>
                    <a:pt x="39965" y="53"/>
                  </a:cubicBezTo>
                  <a:cubicBezTo>
                    <a:pt x="39965" y="53"/>
                    <a:pt x="39522" y="312"/>
                    <a:pt x="38745" y="755"/>
                  </a:cubicBezTo>
                  <a:cubicBezTo>
                    <a:pt x="35973" y="2345"/>
                    <a:pt x="29059" y="6338"/>
                    <a:pt x="22367" y="10109"/>
                  </a:cubicBezTo>
                  <a:cubicBezTo>
                    <a:pt x="19040" y="11994"/>
                    <a:pt x="15750" y="13806"/>
                    <a:pt x="13088" y="15248"/>
                  </a:cubicBezTo>
                  <a:cubicBezTo>
                    <a:pt x="10463" y="16690"/>
                    <a:pt x="8393" y="17725"/>
                    <a:pt x="7579" y="18021"/>
                  </a:cubicBezTo>
                  <a:cubicBezTo>
                    <a:pt x="6988" y="18242"/>
                    <a:pt x="6470" y="18723"/>
                    <a:pt x="5989" y="19389"/>
                  </a:cubicBezTo>
                  <a:cubicBezTo>
                    <a:pt x="5102" y="20572"/>
                    <a:pt x="4326" y="22309"/>
                    <a:pt x="3623" y="24306"/>
                  </a:cubicBezTo>
                  <a:cubicBezTo>
                    <a:pt x="1479" y="30184"/>
                    <a:pt x="37" y="38133"/>
                    <a:pt x="37" y="38133"/>
                  </a:cubicBezTo>
                  <a:cubicBezTo>
                    <a:pt x="0" y="38244"/>
                    <a:pt x="74" y="38354"/>
                    <a:pt x="148" y="38428"/>
                  </a:cubicBezTo>
                  <a:cubicBezTo>
                    <a:pt x="1775" y="39722"/>
                    <a:pt x="4363" y="41164"/>
                    <a:pt x="7505" y="42606"/>
                  </a:cubicBezTo>
                  <a:cubicBezTo>
                    <a:pt x="17007" y="47006"/>
                    <a:pt x="32017" y="51516"/>
                    <a:pt x="43810" y="51516"/>
                  </a:cubicBezTo>
                  <a:lnTo>
                    <a:pt x="44069" y="51516"/>
                  </a:lnTo>
                  <a:cubicBezTo>
                    <a:pt x="44956" y="51553"/>
                    <a:pt x="45844" y="51553"/>
                    <a:pt x="46731" y="51553"/>
                  </a:cubicBezTo>
                  <a:cubicBezTo>
                    <a:pt x="59449" y="51553"/>
                    <a:pt x="73387" y="49335"/>
                    <a:pt x="85735" y="43678"/>
                  </a:cubicBezTo>
                  <a:cubicBezTo>
                    <a:pt x="85846" y="43604"/>
                    <a:pt x="85920" y="43456"/>
                    <a:pt x="85920" y="43309"/>
                  </a:cubicBezTo>
                  <a:cubicBezTo>
                    <a:pt x="85920" y="43309"/>
                    <a:pt x="84515" y="36210"/>
                    <a:pt x="82888" y="28853"/>
                  </a:cubicBezTo>
                  <a:cubicBezTo>
                    <a:pt x="82075" y="25193"/>
                    <a:pt x="81188" y="21459"/>
                    <a:pt x="80374" y="18538"/>
                  </a:cubicBezTo>
                  <a:cubicBezTo>
                    <a:pt x="79968" y="17059"/>
                    <a:pt x="79561" y="15802"/>
                    <a:pt x="79228" y="14804"/>
                  </a:cubicBezTo>
                  <a:cubicBezTo>
                    <a:pt x="79043" y="14324"/>
                    <a:pt x="78858" y="13917"/>
                    <a:pt x="78711" y="13584"/>
                  </a:cubicBezTo>
                  <a:cubicBezTo>
                    <a:pt x="78526" y="13251"/>
                    <a:pt x="78378" y="13030"/>
                    <a:pt x="78193" y="12845"/>
                  </a:cubicBezTo>
                  <a:cubicBezTo>
                    <a:pt x="78008" y="12697"/>
                    <a:pt x="77749" y="12549"/>
                    <a:pt x="77380" y="12364"/>
                  </a:cubicBezTo>
                  <a:cubicBezTo>
                    <a:pt x="75938" y="11662"/>
                    <a:pt x="72906" y="10553"/>
                    <a:pt x="69135" y="9259"/>
                  </a:cubicBezTo>
                  <a:cubicBezTo>
                    <a:pt x="57896" y="5414"/>
                    <a:pt x="40224" y="16"/>
                    <a:pt x="40224" y="16"/>
                  </a:cubicBezTo>
                  <a:cubicBezTo>
                    <a:pt x="40192" y="5"/>
                    <a:pt x="40162" y="1"/>
                    <a:pt x="4013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59" name="Google Shape;3086;p53"/>
            <p:cNvSpPr/>
            <p:nvPr/>
          </p:nvSpPr>
          <p:spPr>
            <a:xfrm>
              <a:off x="6903720" y="4196520"/>
              <a:ext cx="15120" cy="4860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48600"/>
                <a:gd name="textAreaBottom" fmla="*/ 48960 h 48600"/>
              </a:gdLst>
              <a:ahLst/>
              <a:rect l="textAreaLeft" t="textAreaTop" r="textAreaRight" b="textAreaBottom"/>
              <a:pathLst>
                <a:path w="888" h="2848">
                  <a:moveTo>
                    <a:pt x="592" y="1"/>
                  </a:moveTo>
                  <a:cubicBezTo>
                    <a:pt x="444" y="1"/>
                    <a:pt x="259" y="112"/>
                    <a:pt x="259" y="259"/>
                  </a:cubicBezTo>
                  <a:cubicBezTo>
                    <a:pt x="148" y="1073"/>
                    <a:pt x="74" y="1849"/>
                    <a:pt x="37" y="2515"/>
                  </a:cubicBezTo>
                  <a:cubicBezTo>
                    <a:pt x="0" y="2699"/>
                    <a:pt x="148" y="2847"/>
                    <a:pt x="333" y="2847"/>
                  </a:cubicBezTo>
                  <a:cubicBezTo>
                    <a:pt x="481" y="2847"/>
                    <a:pt x="629" y="2736"/>
                    <a:pt x="629" y="2552"/>
                  </a:cubicBezTo>
                  <a:cubicBezTo>
                    <a:pt x="666" y="1886"/>
                    <a:pt x="740" y="1147"/>
                    <a:pt x="851" y="370"/>
                  </a:cubicBezTo>
                  <a:cubicBezTo>
                    <a:pt x="888" y="185"/>
                    <a:pt x="777" y="38"/>
                    <a:pt x="592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4480" bIns="244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0" name="Google Shape;3087;p53"/>
            <p:cNvSpPr/>
            <p:nvPr/>
          </p:nvSpPr>
          <p:spPr>
            <a:xfrm>
              <a:off x="6915960" y="3827520"/>
              <a:ext cx="96480" cy="32796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327960"/>
                <a:gd name="textAreaBottom" fmla="*/ 328320 h 327960"/>
              </a:gdLst>
              <a:ahLst/>
              <a:rect l="textAreaLeft" t="textAreaTop" r="textAreaRight" b="textAreaBottom"/>
              <a:pathLst>
                <a:path w="5621" h="19057">
                  <a:moveTo>
                    <a:pt x="5283" y="0"/>
                  </a:moveTo>
                  <a:cubicBezTo>
                    <a:pt x="5155" y="0"/>
                    <a:pt x="5022" y="72"/>
                    <a:pt x="4992" y="194"/>
                  </a:cubicBezTo>
                  <a:cubicBezTo>
                    <a:pt x="4992" y="194"/>
                    <a:pt x="1591" y="10657"/>
                    <a:pt x="38" y="18680"/>
                  </a:cubicBezTo>
                  <a:cubicBezTo>
                    <a:pt x="1" y="18865"/>
                    <a:pt x="112" y="19013"/>
                    <a:pt x="297" y="19050"/>
                  </a:cubicBezTo>
                  <a:cubicBezTo>
                    <a:pt x="316" y="19054"/>
                    <a:pt x="336" y="19057"/>
                    <a:pt x="356" y="19057"/>
                  </a:cubicBezTo>
                  <a:cubicBezTo>
                    <a:pt x="491" y="19057"/>
                    <a:pt x="634" y="18956"/>
                    <a:pt x="666" y="18828"/>
                  </a:cubicBezTo>
                  <a:cubicBezTo>
                    <a:pt x="1406" y="14835"/>
                    <a:pt x="2663" y="10214"/>
                    <a:pt x="3698" y="6627"/>
                  </a:cubicBezTo>
                  <a:cubicBezTo>
                    <a:pt x="4215" y="4816"/>
                    <a:pt x="4696" y="3263"/>
                    <a:pt x="5029" y="2154"/>
                  </a:cubicBezTo>
                  <a:cubicBezTo>
                    <a:pt x="5362" y="1045"/>
                    <a:pt x="5583" y="416"/>
                    <a:pt x="5583" y="379"/>
                  </a:cubicBezTo>
                  <a:cubicBezTo>
                    <a:pt x="5620" y="231"/>
                    <a:pt x="5546" y="47"/>
                    <a:pt x="5362" y="10"/>
                  </a:cubicBezTo>
                  <a:cubicBezTo>
                    <a:pt x="5336" y="3"/>
                    <a:pt x="5310" y="0"/>
                    <a:pt x="528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1" name="Google Shape;3088;p53"/>
            <p:cNvSpPr/>
            <p:nvPr/>
          </p:nvSpPr>
          <p:spPr>
            <a:xfrm>
              <a:off x="5814360" y="3928320"/>
              <a:ext cx="155880" cy="367200"/>
            </a:xfrm>
            <a:custGeom>
              <a:avLst/>
              <a:gdLst>
                <a:gd name="textAreaLeft" fmla="*/ 0 w 155880"/>
                <a:gd name="textAreaRight" fmla="*/ 156240 w 155880"/>
                <a:gd name="textAreaTop" fmla="*/ 0 h 367200"/>
                <a:gd name="textAreaBottom" fmla="*/ 367560 h 367200"/>
              </a:gdLst>
              <a:ahLst/>
              <a:rect l="textAreaLeft" t="textAreaTop" r="textAreaRight" b="textAreaBottom"/>
              <a:pathLst>
                <a:path w="9059" h="21331">
                  <a:moveTo>
                    <a:pt x="353" y="0"/>
                  </a:moveTo>
                  <a:cubicBezTo>
                    <a:pt x="290" y="0"/>
                    <a:pt x="229" y="21"/>
                    <a:pt x="186" y="65"/>
                  </a:cubicBezTo>
                  <a:cubicBezTo>
                    <a:pt x="38" y="139"/>
                    <a:pt x="1" y="324"/>
                    <a:pt x="75" y="472"/>
                  </a:cubicBezTo>
                  <a:cubicBezTo>
                    <a:pt x="75" y="472"/>
                    <a:pt x="112" y="509"/>
                    <a:pt x="149" y="582"/>
                  </a:cubicBezTo>
                  <a:cubicBezTo>
                    <a:pt x="740" y="1470"/>
                    <a:pt x="5694" y="9160"/>
                    <a:pt x="8430" y="21101"/>
                  </a:cubicBezTo>
                  <a:cubicBezTo>
                    <a:pt x="8462" y="21230"/>
                    <a:pt x="8578" y="21330"/>
                    <a:pt x="8729" y="21330"/>
                  </a:cubicBezTo>
                  <a:cubicBezTo>
                    <a:pt x="8752" y="21330"/>
                    <a:pt x="8775" y="21328"/>
                    <a:pt x="8800" y="21323"/>
                  </a:cubicBezTo>
                  <a:cubicBezTo>
                    <a:pt x="8948" y="21286"/>
                    <a:pt x="9058" y="21101"/>
                    <a:pt x="9022" y="20953"/>
                  </a:cubicBezTo>
                  <a:cubicBezTo>
                    <a:pt x="6064" y="8125"/>
                    <a:pt x="629" y="139"/>
                    <a:pt x="592" y="139"/>
                  </a:cubicBezTo>
                  <a:cubicBezTo>
                    <a:pt x="547" y="49"/>
                    <a:pt x="448" y="0"/>
                    <a:pt x="35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2" name="Google Shape;3089;p53"/>
            <p:cNvSpPr/>
            <p:nvPr/>
          </p:nvSpPr>
          <p:spPr>
            <a:xfrm>
              <a:off x="6150600" y="3607200"/>
              <a:ext cx="490680" cy="504360"/>
            </a:xfrm>
            <a:custGeom>
              <a:avLst/>
              <a:gdLst>
                <a:gd name="textAreaLeft" fmla="*/ 0 w 490680"/>
                <a:gd name="textAreaRight" fmla="*/ 491040 w 490680"/>
                <a:gd name="textAreaTop" fmla="*/ 0 h 504360"/>
                <a:gd name="textAreaBottom" fmla="*/ 504720 h 504360"/>
              </a:gdLst>
              <a:ahLst/>
              <a:rect l="textAreaLeft" t="textAreaTop" r="textAreaRight" b="textAreaBottom"/>
              <a:pathLst>
                <a:path w="28505" h="29285">
                  <a:moveTo>
                    <a:pt x="15923" y="0"/>
                  </a:moveTo>
                  <a:cubicBezTo>
                    <a:pt x="14096" y="0"/>
                    <a:pt x="12327" y="264"/>
                    <a:pt x="10870" y="743"/>
                  </a:cubicBezTo>
                  <a:cubicBezTo>
                    <a:pt x="5805" y="2444"/>
                    <a:pt x="2995" y="2444"/>
                    <a:pt x="1516" y="6178"/>
                  </a:cubicBezTo>
                  <a:cubicBezTo>
                    <a:pt x="1516" y="6178"/>
                    <a:pt x="0" y="16493"/>
                    <a:pt x="1146" y="21964"/>
                  </a:cubicBezTo>
                  <a:cubicBezTo>
                    <a:pt x="2255" y="27399"/>
                    <a:pt x="2625" y="29285"/>
                    <a:pt x="2625" y="29285"/>
                  </a:cubicBezTo>
                  <a:cubicBezTo>
                    <a:pt x="2625" y="29285"/>
                    <a:pt x="7690" y="24959"/>
                    <a:pt x="10685" y="22889"/>
                  </a:cubicBezTo>
                  <a:cubicBezTo>
                    <a:pt x="13716" y="20818"/>
                    <a:pt x="17450" y="19709"/>
                    <a:pt x="17450" y="19709"/>
                  </a:cubicBezTo>
                  <a:cubicBezTo>
                    <a:pt x="17450" y="19709"/>
                    <a:pt x="19336" y="19709"/>
                    <a:pt x="22146" y="21964"/>
                  </a:cubicBezTo>
                  <a:cubicBezTo>
                    <a:pt x="24955" y="24220"/>
                    <a:pt x="28320" y="27769"/>
                    <a:pt x="28320" y="27769"/>
                  </a:cubicBezTo>
                  <a:lnTo>
                    <a:pt x="28320" y="16714"/>
                  </a:lnTo>
                  <a:cubicBezTo>
                    <a:pt x="28320" y="16714"/>
                    <a:pt x="28504" y="11243"/>
                    <a:pt x="26656" y="5623"/>
                  </a:cubicBezTo>
                  <a:cubicBezTo>
                    <a:pt x="25313" y="1621"/>
                    <a:pt x="20444" y="0"/>
                    <a:pt x="159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3" name="Google Shape;3090;p53"/>
            <p:cNvSpPr/>
            <p:nvPr/>
          </p:nvSpPr>
          <p:spPr>
            <a:xfrm>
              <a:off x="6152040" y="3515760"/>
              <a:ext cx="515880" cy="529200"/>
            </a:xfrm>
            <a:custGeom>
              <a:avLst/>
              <a:gdLst>
                <a:gd name="textAreaLeft" fmla="*/ 0 w 515880"/>
                <a:gd name="textAreaRight" fmla="*/ 516240 w 515880"/>
                <a:gd name="textAreaTop" fmla="*/ 0 h 529200"/>
                <a:gd name="textAreaBottom" fmla="*/ 529560 h 529200"/>
              </a:gdLst>
              <a:ahLst/>
              <a:rect l="textAreaLeft" t="textAreaTop" r="textAreaRight" b="textAreaBottom"/>
              <a:pathLst>
                <a:path w="29947" h="30738">
                  <a:moveTo>
                    <a:pt x="15291" y="1"/>
                  </a:moveTo>
                  <a:cubicBezTo>
                    <a:pt x="12418" y="1"/>
                    <a:pt x="9595" y="642"/>
                    <a:pt x="7542" y="1863"/>
                  </a:cubicBezTo>
                  <a:cubicBezTo>
                    <a:pt x="7542" y="1863"/>
                    <a:pt x="2514" y="5191"/>
                    <a:pt x="1257" y="8555"/>
                  </a:cubicBezTo>
                  <a:cubicBezTo>
                    <a:pt x="0" y="11883"/>
                    <a:pt x="2514" y="30738"/>
                    <a:pt x="2514" y="30738"/>
                  </a:cubicBezTo>
                  <a:cubicBezTo>
                    <a:pt x="2514" y="30738"/>
                    <a:pt x="11942" y="23602"/>
                    <a:pt x="13827" y="23602"/>
                  </a:cubicBezTo>
                  <a:cubicBezTo>
                    <a:pt x="15713" y="23602"/>
                    <a:pt x="19484" y="22789"/>
                    <a:pt x="19484" y="22789"/>
                  </a:cubicBezTo>
                  <a:cubicBezTo>
                    <a:pt x="19484" y="22789"/>
                    <a:pt x="23255" y="22789"/>
                    <a:pt x="25732" y="24859"/>
                  </a:cubicBezTo>
                  <a:cubicBezTo>
                    <a:pt x="28246" y="26967"/>
                    <a:pt x="29946" y="29074"/>
                    <a:pt x="29946" y="29074"/>
                  </a:cubicBezTo>
                  <a:cubicBezTo>
                    <a:pt x="29946" y="29074"/>
                    <a:pt x="29318" y="12955"/>
                    <a:pt x="26989" y="6263"/>
                  </a:cubicBezTo>
                  <a:cubicBezTo>
                    <a:pt x="25528" y="1977"/>
                    <a:pt x="20333" y="1"/>
                    <a:pt x="15291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4" name="Google Shape;3091;p53"/>
            <p:cNvSpPr/>
            <p:nvPr/>
          </p:nvSpPr>
          <p:spPr>
            <a:xfrm>
              <a:off x="6162120" y="3510360"/>
              <a:ext cx="510480" cy="540000"/>
            </a:xfrm>
            <a:custGeom>
              <a:avLst/>
              <a:gdLst>
                <a:gd name="textAreaLeft" fmla="*/ 0 w 510480"/>
                <a:gd name="textAreaRight" fmla="*/ 510840 w 510480"/>
                <a:gd name="textAreaTop" fmla="*/ 0 h 540000"/>
                <a:gd name="textAreaBottom" fmla="*/ 540360 h 540000"/>
              </a:gdLst>
              <a:ahLst/>
              <a:rect l="textAreaLeft" t="textAreaTop" r="textAreaRight" b="textAreaBottom"/>
              <a:pathLst>
                <a:path w="29652" h="31367">
                  <a:moveTo>
                    <a:pt x="14678" y="629"/>
                  </a:moveTo>
                  <a:cubicBezTo>
                    <a:pt x="17155" y="629"/>
                    <a:pt x="19706" y="1109"/>
                    <a:pt x="21739" y="2108"/>
                  </a:cubicBezTo>
                  <a:cubicBezTo>
                    <a:pt x="23810" y="3106"/>
                    <a:pt x="25436" y="4622"/>
                    <a:pt x="26139" y="6655"/>
                  </a:cubicBezTo>
                  <a:cubicBezTo>
                    <a:pt x="27248" y="9945"/>
                    <a:pt x="27987" y="15639"/>
                    <a:pt x="28431" y="20519"/>
                  </a:cubicBezTo>
                  <a:cubicBezTo>
                    <a:pt x="28653" y="22922"/>
                    <a:pt x="28801" y="25177"/>
                    <a:pt x="28912" y="26767"/>
                  </a:cubicBezTo>
                  <a:cubicBezTo>
                    <a:pt x="28944" y="27475"/>
                    <a:pt x="28976" y="28071"/>
                    <a:pt x="29008" y="28506"/>
                  </a:cubicBezTo>
                  <a:lnTo>
                    <a:pt x="29008" y="28506"/>
                  </a:lnTo>
                  <a:cubicBezTo>
                    <a:pt x="28309" y="27719"/>
                    <a:pt x="27011" y="26337"/>
                    <a:pt x="25362" y="24955"/>
                  </a:cubicBezTo>
                  <a:cubicBezTo>
                    <a:pt x="24032" y="23846"/>
                    <a:pt x="22442" y="23329"/>
                    <a:pt x="21148" y="23070"/>
                  </a:cubicBezTo>
                  <a:cubicBezTo>
                    <a:pt x="19854" y="22774"/>
                    <a:pt x="18893" y="22774"/>
                    <a:pt x="18893" y="22774"/>
                  </a:cubicBezTo>
                  <a:lnTo>
                    <a:pt x="18819" y="22811"/>
                  </a:lnTo>
                  <a:cubicBezTo>
                    <a:pt x="18819" y="22811"/>
                    <a:pt x="18597" y="22848"/>
                    <a:pt x="18190" y="22922"/>
                  </a:cubicBezTo>
                  <a:cubicBezTo>
                    <a:pt x="17044" y="23144"/>
                    <a:pt x="14567" y="23624"/>
                    <a:pt x="13236" y="23624"/>
                  </a:cubicBezTo>
                  <a:cubicBezTo>
                    <a:pt x="12903" y="23624"/>
                    <a:pt x="12534" y="23772"/>
                    <a:pt x="12090" y="23957"/>
                  </a:cubicBezTo>
                  <a:cubicBezTo>
                    <a:pt x="10500" y="24660"/>
                    <a:pt x="7949" y="26360"/>
                    <a:pt x="5731" y="27913"/>
                  </a:cubicBezTo>
                  <a:cubicBezTo>
                    <a:pt x="4185" y="28987"/>
                    <a:pt x="2825" y="29988"/>
                    <a:pt x="2164" y="30479"/>
                  </a:cubicBezTo>
                  <a:lnTo>
                    <a:pt x="2164" y="30479"/>
                  </a:lnTo>
                  <a:cubicBezTo>
                    <a:pt x="2127" y="30132"/>
                    <a:pt x="2071" y="29633"/>
                    <a:pt x="1997" y="29022"/>
                  </a:cubicBezTo>
                  <a:cubicBezTo>
                    <a:pt x="1516" y="25325"/>
                    <a:pt x="629" y="17339"/>
                    <a:pt x="629" y="12459"/>
                  </a:cubicBezTo>
                  <a:cubicBezTo>
                    <a:pt x="629" y="11646"/>
                    <a:pt x="666" y="10944"/>
                    <a:pt x="703" y="10315"/>
                  </a:cubicBezTo>
                  <a:cubicBezTo>
                    <a:pt x="777" y="9723"/>
                    <a:pt x="851" y="9280"/>
                    <a:pt x="962" y="8984"/>
                  </a:cubicBezTo>
                  <a:cubicBezTo>
                    <a:pt x="1553" y="7394"/>
                    <a:pt x="3106" y="5731"/>
                    <a:pt x="4474" y="4511"/>
                  </a:cubicBezTo>
                  <a:cubicBezTo>
                    <a:pt x="5177" y="3882"/>
                    <a:pt x="5842" y="3365"/>
                    <a:pt x="6323" y="2995"/>
                  </a:cubicBezTo>
                  <a:cubicBezTo>
                    <a:pt x="6581" y="2810"/>
                    <a:pt x="6766" y="2662"/>
                    <a:pt x="6914" y="2588"/>
                  </a:cubicBezTo>
                  <a:cubicBezTo>
                    <a:pt x="7062" y="2477"/>
                    <a:pt x="7136" y="2440"/>
                    <a:pt x="7136" y="2440"/>
                  </a:cubicBezTo>
                  <a:lnTo>
                    <a:pt x="7125" y="2425"/>
                  </a:lnTo>
                  <a:lnTo>
                    <a:pt x="7125" y="2425"/>
                  </a:lnTo>
                  <a:cubicBezTo>
                    <a:pt x="9119" y="1252"/>
                    <a:pt x="11880" y="629"/>
                    <a:pt x="14678" y="629"/>
                  </a:cubicBezTo>
                  <a:close/>
                  <a:moveTo>
                    <a:pt x="14678" y="0"/>
                  </a:moveTo>
                  <a:cubicBezTo>
                    <a:pt x="11757" y="0"/>
                    <a:pt x="8911" y="666"/>
                    <a:pt x="6803" y="1923"/>
                  </a:cubicBezTo>
                  <a:lnTo>
                    <a:pt x="6766" y="1923"/>
                  </a:lnTo>
                  <a:cubicBezTo>
                    <a:pt x="6766" y="1923"/>
                    <a:pt x="5509" y="2773"/>
                    <a:pt x="4067" y="4030"/>
                  </a:cubicBezTo>
                  <a:cubicBezTo>
                    <a:pt x="2663" y="5324"/>
                    <a:pt x="1036" y="6988"/>
                    <a:pt x="370" y="8762"/>
                  </a:cubicBezTo>
                  <a:cubicBezTo>
                    <a:pt x="222" y="9132"/>
                    <a:pt x="149" y="9650"/>
                    <a:pt x="112" y="10278"/>
                  </a:cubicBezTo>
                  <a:cubicBezTo>
                    <a:pt x="38" y="10907"/>
                    <a:pt x="1" y="11646"/>
                    <a:pt x="1" y="12459"/>
                  </a:cubicBezTo>
                  <a:cubicBezTo>
                    <a:pt x="1" y="19040"/>
                    <a:pt x="1627" y="31093"/>
                    <a:pt x="1627" y="31093"/>
                  </a:cubicBezTo>
                  <a:cubicBezTo>
                    <a:pt x="1627" y="31203"/>
                    <a:pt x="1701" y="31277"/>
                    <a:pt x="1812" y="31351"/>
                  </a:cubicBezTo>
                  <a:cubicBezTo>
                    <a:pt x="1845" y="31362"/>
                    <a:pt x="1877" y="31367"/>
                    <a:pt x="1909" y="31367"/>
                  </a:cubicBezTo>
                  <a:cubicBezTo>
                    <a:pt x="1985" y="31367"/>
                    <a:pt x="2056" y="31341"/>
                    <a:pt x="2108" y="31314"/>
                  </a:cubicBezTo>
                  <a:cubicBezTo>
                    <a:pt x="2108" y="31314"/>
                    <a:pt x="2256" y="31203"/>
                    <a:pt x="2515" y="30982"/>
                  </a:cubicBezTo>
                  <a:cubicBezTo>
                    <a:pt x="3439" y="30316"/>
                    <a:pt x="5731" y="28616"/>
                    <a:pt x="8023" y="27100"/>
                  </a:cubicBezTo>
                  <a:cubicBezTo>
                    <a:pt x="9169" y="26323"/>
                    <a:pt x="10278" y="25621"/>
                    <a:pt x="11240" y="25066"/>
                  </a:cubicBezTo>
                  <a:cubicBezTo>
                    <a:pt x="11720" y="24808"/>
                    <a:pt x="12127" y="24586"/>
                    <a:pt x="12497" y="24475"/>
                  </a:cubicBezTo>
                  <a:cubicBezTo>
                    <a:pt x="12829" y="24327"/>
                    <a:pt x="13088" y="24253"/>
                    <a:pt x="13236" y="24253"/>
                  </a:cubicBezTo>
                  <a:cubicBezTo>
                    <a:pt x="14197" y="24253"/>
                    <a:pt x="15639" y="24031"/>
                    <a:pt x="16822" y="23809"/>
                  </a:cubicBezTo>
                  <a:cubicBezTo>
                    <a:pt x="18005" y="23624"/>
                    <a:pt x="18930" y="23403"/>
                    <a:pt x="18930" y="23403"/>
                  </a:cubicBezTo>
                  <a:lnTo>
                    <a:pt x="19040" y="23403"/>
                  </a:lnTo>
                  <a:cubicBezTo>
                    <a:pt x="19743" y="23440"/>
                    <a:pt x="22885" y="23661"/>
                    <a:pt x="24956" y="25436"/>
                  </a:cubicBezTo>
                  <a:cubicBezTo>
                    <a:pt x="26213" y="26471"/>
                    <a:pt x="27248" y="27506"/>
                    <a:pt x="27950" y="28283"/>
                  </a:cubicBezTo>
                  <a:cubicBezTo>
                    <a:pt x="28320" y="28652"/>
                    <a:pt x="28616" y="28985"/>
                    <a:pt x="28801" y="29207"/>
                  </a:cubicBezTo>
                  <a:cubicBezTo>
                    <a:pt x="28912" y="29318"/>
                    <a:pt x="28986" y="29429"/>
                    <a:pt x="29023" y="29466"/>
                  </a:cubicBezTo>
                  <a:cubicBezTo>
                    <a:pt x="29096" y="29540"/>
                    <a:pt x="29096" y="29577"/>
                    <a:pt x="29096" y="29577"/>
                  </a:cubicBezTo>
                  <a:cubicBezTo>
                    <a:pt x="29144" y="29648"/>
                    <a:pt x="29223" y="29689"/>
                    <a:pt x="29312" y="29689"/>
                  </a:cubicBezTo>
                  <a:cubicBezTo>
                    <a:pt x="29361" y="29689"/>
                    <a:pt x="29414" y="29677"/>
                    <a:pt x="29466" y="29651"/>
                  </a:cubicBezTo>
                  <a:cubicBezTo>
                    <a:pt x="29577" y="29614"/>
                    <a:pt x="29651" y="29503"/>
                    <a:pt x="29651" y="29355"/>
                  </a:cubicBezTo>
                  <a:cubicBezTo>
                    <a:pt x="29651" y="29355"/>
                    <a:pt x="29503" y="25325"/>
                    <a:pt x="29060" y="20445"/>
                  </a:cubicBezTo>
                  <a:cubicBezTo>
                    <a:pt x="28616" y="15565"/>
                    <a:pt x="27876" y="9871"/>
                    <a:pt x="26693" y="6470"/>
                  </a:cubicBezTo>
                  <a:cubicBezTo>
                    <a:pt x="25954" y="4215"/>
                    <a:pt x="24179" y="2625"/>
                    <a:pt x="22035" y="1553"/>
                  </a:cubicBezTo>
                  <a:cubicBezTo>
                    <a:pt x="19854" y="518"/>
                    <a:pt x="17229" y="0"/>
                    <a:pt x="1467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5" name="Google Shape;3092;p53"/>
            <p:cNvSpPr/>
            <p:nvPr/>
          </p:nvSpPr>
          <p:spPr>
            <a:xfrm>
              <a:off x="6206040" y="3367800"/>
              <a:ext cx="327600" cy="650880"/>
            </a:xfrm>
            <a:custGeom>
              <a:avLst/>
              <a:gdLst>
                <a:gd name="textAreaLeft" fmla="*/ 0 w 327600"/>
                <a:gd name="textAreaRight" fmla="*/ 327960 w 327600"/>
                <a:gd name="textAreaTop" fmla="*/ 0 h 650880"/>
                <a:gd name="textAreaBottom" fmla="*/ 651240 h 650880"/>
              </a:gdLst>
              <a:ahLst/>
              <a:rect l="textAreaLeft" t="textAreaTop" r="textAreaRight" b="textAreaBottom"/>
              <a:pathLst>
                <a:path w="19041" h="37789">
                  <a:moveTo>
                    <a:pt x="17783" y="1"/>
                  </a:moveTo>
                  <a:cubicBezTo>
                    <a:pt x="17783" y="1"/>
                    <a:pt x="14177" y="4597"/>
                    <a:pt x="7151" y="4597"/>
                  </a:cubicBezTo>
                  <a:cubicBezTo>
                    <a:pt x="5067" y="4597"/>
                    <a:pt x="2682" y="4192"/>
                    <a:pt x="1" y="3143"/>
                  </a:cubicBezTo>
                  <a:lnTo>
                    <a:pt x="1" y="3143"/>
                  </a:lnTo>
                  <a:cubicBezTo>
                    <a:pt x="1" y="3144"/>
                    <a:pt x="2108" y="12349"/>
                    <a:pt x="4622" y="20076"/>
                  </a:cubicBezTo>
                  <a:cubicBezTo>
                    <a:pt x="6906" y="27131"/>
                    <a:pt x="12641" y="37789"/>
                    <a:pt x="14445" y="37789"/>
                  </a:cubicBezTo>
                  <a:cubicBezTo>
                    <a:pt x="14627" y="37789"/>
                    <a:pt x="14768" y="37682"/>
                    <a:pt x="14863" y="37452"/>
                  </a:cubicBezTo>
                  <a:cubicBezTo>
                    <a:pt x="15898" y="34938"/>
                    <a:pt x="19040" y="20076"/>
                    <a:pt x="19040" y="14863"/>
                  </a:cubicBezTo>
                  <a:cubicBezTo>
                    <a:pt x="19040" y="9613"/>
                    <a:pt x="17783" y="1"/>
                    <a:pt x="17783" y="1"/>
                  </a:cubicBezTo>
                  <a:close/>
                </a:path>
              </a:pathLst>
            </a:custGeom>
            <a:solidFill>
              <a:srgbClr val="adada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6" name="Google Shape;3093;p53"/>
            <p:cNvSpPr/>
            <p:nvPr/>
          </p:nvSpPr>
          <p:spPr>
            <a:xfrm>
              <a:off x="6206040" y="3373560"/>
              <a:ext cx="327600" cy="301680"/>
            </a:xfrm>
            <a:custGeom>
              <a:avLst/>
              <a:gdLst>
                <a:gd name="textAreaLeft" fmla="*/ 0 w 327600"/>
                <a:gd name="textAreaRight" fmla="*/ 327960 w 327600"/>
                <a:gd name="textAreaTop" fmla="*/ 0 h 301680"/>
                <a:gd name="textAreaBottom" fmla="*/ 302040 h 301680"/>
              </a:gdLst>
              <a:ahLst/>
              <a:rect l="textAreaLeft" t="textAreaTop" r="textAreaRight" b="textAreaBottom"/>
              <a:pathLst>
                <a:path w="19041" h="17529">
                  <a:moveTo>
                    <a:pt x="17488" y="0"/>
                  </a:moveTo>
                  <a:cubicBezTo>
                    <a:pt x="16480" y="1090"/>
                    <a:pt x="13004" y="4267"/>
                    <a:pt x="7162" y="4267"/>
                  </a:cubicBezTo>
                  <a:cubicBezTo>
                    <a:pt x="5075" y="4267"/>
                    <a:pt x="2687" y="3861"/>
                    <a:pt x="1" y="2810"/>
                  </a:cubicBezTo>
                  <a:lnTo>
                    <a:pt x="1" y="2810"/>
                  </a:lnTo>
                  <a:cubicBezTo>
                    <a:pt x="1" y="2810"/>
                    <a:pt x="1258" y="8356"/>
                    <a:pt x="2995" y="14456"/>
                  </a:cubicBezTo>
                  <a:cubicBezTo>
                    <a:pt x="4854" y="15980"/>
                    <a:pt x="7543" y="17529"/>
                    <a:pt x="10729" y="17529"/>
                  </a:cubicBezTo>
                  <a:cubicBezTo>
                    <a:pt x="11407" y="17529"/>
                    <a:pt x="12109" y="17459"/>
                    <a:pt x="12829" y="17303"/>
                  </a:cubicBezTo>
                  <a:cubicBezTo>
                    <a:pt x="15565" y="16674"/>
                    <a:pt x="17599" y="15048"/>
                    <a:pt x="19040" y="13236"/>
                  </a:cubicBezTo>
                  <a:cubicBezTo>
                    <a:pt x="18893" y="8504"/>
                    <a:pt x="18042" y="1664"/>
                    <a:pt x="17857" y="37"/>
                  </a:cubicBezTo>
                  <a:lnTo>
                    <a:pt x="1748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7" name="Google Shape;3094;p53"/>
            <p:cNvSpPr/>
            <p:nvPr/>
          </p:nvSpPr>
          <p:spPr>
            <a:xfrm>
              <a:off x="6222600" y="3486240"/>
              <a:ext cx="311040" cy="189000"/>
            </a:xfrm>
            <a:custGeom>
              <a:avLst/>
              <a:gdLst>
                <a:gd name="textAreaLeft" fmla="*/ 0 w 311040"/>
                <a:gd name="textAreaRight" fmla="*/ 311400 w 311040"/>
                <a:gd name="textAreaTop" fmla="*/ 0 h 189000"/>
                <a:gd name="textAreaBottom" fmla="*/ 189360 h 189000"/>
              </a:gdLst>
              <a:ahLst/>
              <a:rect l="textAreaLeft" t="textAreaTop" r="textAreaRight" b="textAreaBottom"/>
              <a:pathLst>
                <a:path w="18080" h="10981">
                  <a:moveTo>
                    <a:pt x="17599" y="0"/>
                  </a:moveTo>
                  <a:cubicBezTo>
                    <a:pt x="15935" y="2440"/>
                    <a:pt x="14050" y="3993"/>
                    <a:pt x="12164" y="4511"/>
                  </a:cubicBezTo>
                  <a:cubicBezTo>
                    <a:pt x="11425" y="4733"/>
                    <a:pt x="10685" y="4806"/>
                    <a:pt x="9946" y="4806"/>
                  </a:cubicBezTo>
                  <a:cubicBezTo>
                    <a:pt x="6619" y="4806"/>
                    <a:pt x="3254" y="2921"/>
                    <a:pt x="1" y="296"/>
                  </a:cubicBezTo>
                  <a:lnTo>
                    <a:pt x="1" y="296"/>
                  </a:lnTo>
                  <a:cubicBezTo>
                    <a:pt x="555" y="2403"/>
                    <a:pt x="1258" y="5102"/>
                    <a:pt x="2034" y="7912"/>
                  </a:cubicBezTo>
                  <a:cubicBezTo>
                    <a:pt x="3920" y="9428"/>
                    <a:pt x="6582" y="10981"/>
                    <a:pt x="9761" y="10981"/>
                  </a:cubicBezTo>
                  <a:cubicBezTo>
                    <a:pt x="10427" y="10981"/>
                    <a:pt x="11129" y="10907"/>
                    <a:pt x="11868" y="10759"/>
                  </a:cubicBezTo>
                  <a:cubicBezTo>
                    <a:pt x="14604" y="10130"/>
                    <a:pt x="16638" y="8504"/>
                    <a:pt x="18079" y="6692"/>
                  </a:cubicBezTo>
                  <a:cubicBezTo>
                    <a:pt x="18006" y="4659"/>
                    <a:pt x="17821" y="2219"/>
                    <a:pt x="17599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8" name="Google Shape;3095;p53"/>
            <p:cNvSpPr/>
            <p:nvPr/>
          </p:nvSpPr>
          <p:spPr>
            <a:xfrm>
              <a:off x="6200280" y="3362400"/>
              <a:ext cx="339120" cy="661320"/>
            </a:xfrm>
            <a:custGeom>
              <a:avLst/>
              <a:gdLst>
                <a:gd name="textAreaLeft" fmla="*/ 0 w 339120"/>
                <a:gd name="textAreaRight" fmla="*/ 339480 w 339120"/>
                <a:gd name="textAreaTop" fmla="*/ 0 h 661320"/>
                <a:gd name="textAreaBottom" fmla="*/ 661680 h 661320"/>
              </a:gdLst>
              <a:ahLst/>
              <a:rect l="textAreaLeft" t="textAreaTop" r="textAreaRight" b="textAreaBottom"/>
              <a:pathLst>
                <a:path w="19707" h="38391">
                  <a:moveTo>
                    <a:pt x="17898" y="995"/>
                  </a:moveTo>
                  <a:cubicBezTo>
                    <a:pt x="17927" y="1245"/>
                    <a:pt x="17964" y="1563"/>
                    <a:pt x="18006" y="1937"/>
                  </a:cubicBezTo>
                  <a:cubicBezTo>
                    <a:pt x="18375" y="4858"/>
                    <a:pt x="19078" y="11254"/>
                    <a:pt x="19078" y="15173"/>
                  </a:cubicBezTo>
                  <a:cubicBezTo>
                    <a:pt x="19078" y="17724"/>
                    <a:pt x="18301" y="22752"/>
                    <a:pt x="17377" y="27410"/>
                  </a:cubicBezTo>
                  <a:cubicBezTo>
                    <a:pt x="16933" y="29739"/>
                    <a:pt x="16416" y="31995"/>
                    <a:pt x="16009" y="33843"/>
                  </a:cubicBezTo>
                  <a:cubicBezTo>
                    <a:pt x="15565" y="35655"/>
                    <a:pt x="15159" y="37060"/>
                    <a:pt x="14900" y="37651"/>
                  </a:cubicBezTo>
                  <a:cubicBezTo>
                    <a:pt x="14863" y="37725"/>
                    <a:pt x="14863" y="37762"/>
                    <a:pt x="14826" y="37762"/>
                  </a:cubicBezTo>
                  <a:lnTo>
                    <a:pt x="14789" y="37799"/>
                  </a:lnTo>
                  <a:cubicBezTo>
                    <a:pt x="14715" y="37799"/>
                    <a:pt x="14456" y="37688"/>
                    <a:pt x="14124" y="37392"/>
                  </a:cubicBezTo>
                  <a:cubicBezTo>
                    <a:pt x="13569" y="36912"/>
                    <a:pt x="12867" y="35951"/>
                    <a:pt x="12090" y="34730"/>
                  </a:cubicBezTo>
                  <a:cubicBezTo>
                    <a:pt x="9687" y="31070"/>
                    <a:pt x="6730" y="24859"/>
                    <a:pt x="5251" y="20312"/>
                  </a:cubicBezTo>
                  <a:cubicBezTo>
                    <a:pt x="3994" y="16430"/>
                    <a:pt x="2848" y="12215"/>
                    <a:pt x="1997" y="8925"/>
                  </a:cubicBezTo>
                  <a:cubicBezTo>
                    <a:pt x="1591" y="7298"/>
                    <a:pt x="1221" y="5893"/>
                    <a:pt x="999" y="4932"/>
                  </a:cubicBezTo>
                  <a:cubicBezTo>
                    <a:pt x="906" y="4513"/>
                    <a:pt x="826" y="4172"/>
                    <a:pt x="764" y="3917"/>
                  </a:cubicBezTo>
                  <a:lnTo>
                    <a:pt x="764" y="3917"/>
                  </a:lnTo>
                  <a:cubicBezTo>
                    <a:pt x="3277" y="4836"/>
                    <a:pt x="5504" y="5191"/>
                    <a:pt x="7506" y="5191"/>
                  </a:cubicBezTo>
                  <a:cubicBezTo>
                    <a:pt x="11092" y="5191"/>
                    <a:pt x="13791" y="4045"/>
                    <a:pt x="15602" y="2862"/>
                  </a:cubicBezTo>
                  <a:cubicBezTo>
                    <a:pt x="16684" y="2155"/>
                    <a:pt x="17449" y="1449"/>
                    <a:pt x="17898" y="995"/>
                  </a:cubicBezTo>
                  <a:close/>
                  <a:moveTo>
                    <a:pt x="18102" y="0"/>
                  </a:moveTo>
                  <a:cubicBezTo>
                    <a:pt x="18023" y="0"/>
                    <a:pt x="17949" y="35"/>
                    <a:pt x="17895" y="89"/>
                  </a:cubicBezTo>
                  <a:lnTo>
                    <a:pt x="17858" y="126"/>
                  </a:lnTo>
                  <a:cubicBezTo>
                    <a:pt x="17784" y="237"/>
                    <a:pt x="16859" y="1346"/>
                    <a:pt x="15122" y="2455"/>
                  </a:cubicBezTo>
                  <a:cubicBezTo>
                    <a:pt x="13384" y="3527"/>
                    <a:pt x="10833" y="4599"/>
                    <a:pt x="7506" y="4599"/>
                  </a:cubicBezTo>
                  <a:cubicBezTo>
                    <a:pt x="5436" y="4599"/>
                    <a:pt x="3106" y="4193"/>
                    <a:pt x="445" y="3157"/>
                  </a:cubicBezTo>
                  <a:cubicBezTo>
                    <a:pt x="399" y="3142"/>
                    <a:pt x="353" y="3133"/>
                    <a:pt x="309" y="3133"/>
                  </a:cubicBezTo>
                  <a:cubicBezTo>
                    <a:pt x="248" y="3133"/>
                    <a:pt x="192" y="3151"/>
                    <a:pt x="149" y="3194"/>
                  </a:cubicBezTo>
                  <a:cubicBezTo>
                    <a:pt x="38" y="3268"/>
                    <a:pt x="1" y="3379"/>
                    <a:pt x="38" y="3490"/>
                  </a:cubicBezTo>
                  <a:cubicBezTo>
                    <a:pt x="38" y="3527"/>
                    <a:pt x="2145" y="12733"/>
                    <a:pt x="4659" y="20497"/>
                  </a:cubicBezTo>
                  <a:cubicBezTo>
                    <a:pt x="5805" y="24046"/>
                    <a:pt x="7802" y="28482"/>
                    <a:pt x="9761" y="32032"/>
                  </a:cubicBezTo>
                  <a:cubicBezTo>
                    <a:pt x="10759" y="33806"/>
                    <a:pt x="11721" y="35359"/>
                    <a:pt x="12534" y="36505"/>
                  </a:cubicBezTo>
                  <a:cubicBezTo>
                    <a:pt x="12978" y="37060"/>
                    <a:pt x="13347" y="37540"/>
                    <a:pt x="13717" y="37836"/>
                  </a:cubicBezTo>
                  <a:cubicBezTo>
                    <a:pt x="14087" y="38169"/>
                    <a:pt x="14382" y="38391"/>
                    <a:pt x="14789" y="38391"/>
                  </a:cubicBezTo>
                  <a:cubicBezTo>
                    <a:pt x="14937" y="38391"/>
                    <a:pt x="15085" y="38354"/>
                    <a:pt x="15196" y="38243"/>
                  </a:cubicBezTo>
                  <a:cubicBezTo>
                    <a:pt x="15344" y="38169"/>
                    <a:pt x="15418" y="38021"/>
                    <a:pt x="15492" y="37873"/>
                  </a:cubicBezTo>
                  <a:cubicBezTo>
                    <a:pt x="15750" y="37208"/>
                    <a:pt x="16157" y="35803"/>
                    <a:pt x="16601" y="33991"/>
                  </a:cubicBezTo>
                  <a:cubicBezTo>
                    <a:pt x="17266" y="31218"/>
                    <a:pt x="18043" y="27521"/>
                    <a:pt x="18634" y="24009"/>
                  </a:cubicBezTo>
                  <a:cubicBezTo>
                    <a:pt x="19263" y="20460"/>
                    <a:pt x="19706" y="17169"/>
                    <a:pt x="19706" y="15173"/>
                  </a:cubicBezTo>
                  <a:cubicBezTo>
                    <a:pt x="19706" y="9886"/>
                    <a:pt x="18449" y="274"/>
                    <a:pt x="18449" y="274"/>
                  </a:cubicBezTo>
                  <a:cubicBezTo>
                    <a:pt x="18412" y="126"/>
                    <a:pt x="18338" y="15"/>
                    <a:pt x="18190" y="15"/>
                  </a:cubicBezTo>
                  <a:cubicBezTo>
                    <a:pt x="18161" y="5"/>
                    <a:pt x="18131" y="0"/>
                    <a:pt x="18102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69" name="Google Shape;3096;p53"/>
            <p:cNvSpPr/>
            <p:nvPr/>
          </p:nvSpPr>
          <p:spPr>
            <a:xfrm>
              <a:off x="5916240" y="2627280"/>
              <a:ext cx="728640" cy="941400"/>
            </a:xfrm>
            <a:custGeom>
              <a:avLst/>
              <a:gdLst>
                <a:gd name="textAreaLeft" fmla="*/ 0 w 728640"/>
                <a:gd name="textAreaRight" fmla="*/ 729000 w 728640"/>
                <a:gd name="textAreaTop" fmla="*/ 0 h 941400"/>
                <a:gd name="textAreaBottom" fmla="*/ 941760 h 941400"/>
              </a:gdLst>
              <a:ahLst/>
              <a:rect l="textAreaLeft" t="textAreaTop" r="textAreaRight" b="textAreaBottom"/>
              <a:pathLst>
                <a:path w="42296" h="54640">
                  <a:moveTo>
                    <a:pt x="23383" y="0"/>
                  </a:moveTo>
                  <a:cubicBezTo>
                    <a:pt x="17926" y="0"/>
                    <a:pt x="12571" y="2216"/>
                    <a:pt x="12571" y="2216"/>
                  </a:cubicBezTo>
                  <a:cubicBezTo>
                    <a:pt x="12571" y="2216"/>
                    <a:pt x="5473" y="4545"/>
                    <a:pt x="2737" y="15193"/>
                  </a:cubicBezTo>
                  <a:cubicBezTo>
                    <a:pt x="1" y="25877"/>
                    <a:pt x="6508" y="38632"/>
                    <a:pt x="11942" y="44511"/>
                  </a:cubicBezTo>
                  <a:cubicBezTo>
                    <a:pt x="16721" y="49647"/>
                    <a:pt x="22328" y="54640"/>
                    <a:pt x="27734" y="54640"/>
                  </a:cubicBezTo>
                  <a:cubicBezTo>
                    <a:pt x="28477" y="54640"/>
                    <a:pt x="29215" y="54546"/>
                    <a:pt x="29947" y="54345"/>
                  </a:cubicBezTo>
                  <a:cubicBezTo>
                    <a:pt x="36010" y="52681"/>
                    <a:pt x="42295" y="39889"/>
                    <a:pt x="40632" y="22957"/>
                  </a:cubicBezTo>
                  <a:cubicBezTo>
                    <a:pt x="38931" y="5987"/>
                    <a:pt x="34125" y="2438"/>
                    <a:pt x="27655" y="552"/>
                  </a:cubicBezTo>
                  <a:cubicBezTo>
                    <a:pt x="26289" y="157"/>
                    <a:pt x="24833" y="0"/>
                    <a:pt x="23383" y="0"/>
                  </a:cubicBezTo>
                  <a:close/>
                </a:path>
              </a:pathLst>
            </a:custGeom>
            <a:solidFill>
              <a:srgbClr val="adada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0" name="Google Shape;3097;p53"/>
            <p:cNvSpPr/>
            <p:nvPr/>
          </p:nvSpPr>
          <p:spPr>
            <a:xfrm>
              <a:off x="5986800" y="2754000"/>
              <a:ext cx="640080" cy="560160"/>
            </a:xfrm>
            <a:custGeom>
              <a:avLst/>
              <a:gdLst>
                <a:gd name="textAreaLeft" fmla="*/ 0 w 640080"/>
                <a:gd name="textAreaRight" fmla="*/ 640440 w 640080"/>
                <a:gd name="textAreaTop" fmla="*/ 0 h 560160"/>
                <a:gd name="textAreaBottom" fmla="*/ 560520 h 560160"/>
              </a:gdLst>
              <a:ahLst/>
              <a:rect l="textAreaLeft" t="textAreaTop" r="textAreaRight" b="textAreaBottom"/>
              <a:pathLst>
                <a:path w="37157" h="32536">
                  <a:moveTo>
                    <a:pt x="10759" y="1"/>
                  </a:moveTo>
                  <a:lnTo>
                    <a:pt x="1" y="23847"/>
                  </a:lnTo>
                  <a:cubicBezTo>
                    <a:pt x="149" y="24217"/>
                    <a:pt x="260" y="24549"/>
                    <a:pt x="407" y="24919"/>
                  </a:cubicBezTo>
                  <a:cubicBezTo>
                    <a:pt x="4178" y="21962"/>
                    <a:pt x="14345" y="12904"/>
                    <a:pt x="11979" y="3328"/>
                  </a:cubicBezTo>
                  <a:lnTo>
                    <a:pt x="11979" y="3328"/>
                  </a:lnTo>
                  <a:cubicBezTo>
                    <a:pt x="11980" y="3329"/>
                    <a:pt x="25252" y="23330"/>
                    <a:pt x="35492" y="32535"/>
                  </a:cubicBezTo>
                  <a:cubicBezTo>
                    <a:pt x="36639" y="27729"/>
                    <a:pt x="37156" y="21962"/>
                    <a:pt x="36528" y="15603"/>
                  </a:cubicBezTo>
                  <a:cubicBezTo>
                    <a:pt x="36417" y="14678"/>
                    <a:pt x="36343" y="13828"/>
                    <a:pt x="36232" y="12978"/>
                  </a:cubicBezTo>
                  <a:lnTo>
                    <a:pt x="1075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1" name="Google Shape;3098;p53"/>
            <p:cNvSpPr/>
            <p:nvPr/>
          </p:nvSpPr>
          <p:spPr>
            <a:xfrm>
              <a:off x="5986800" y="2754000"/>
              <a:ext cx="633600" cy="560160"/>
            </a:xfrm>
            <a:custGeom>
              <a:avLst/>
              <a:gdLst>
                <a:gd name="textAreaLeft" fmla="*/ 0 w 633600"/>
                <a:gd name="textAreaRight" fmla="*/ 633960 w 633600"/>
                <a:gd name="textAreaTop" fmla="*/ 0 h 560160"/>
                <a:gd name="textAreaBottom" fmla="*/ 560520 h 560160"/>
              </a:gdLst>
              <a:ahLst/>
              <a:rect l="textAreaLeft" t="textAreaTop" r="textAreaRight" b="textAreaBottom"/>
              <a:pathLst>
                <a:path w="36787" h="32536">
                  <a:moveTo>
                    <a:pt x="10759" y="1"/>
                  </a:moveTo>
                  <a:lnTo>
                    <a:pt x="1" y="23847"/>
                  </a:lnTo>
                  <a:cubicBezTo>
                    <a:pt x="149" y="24217"/>
                    <a:pt x="260" y="24549"/>
                    <a:pt x="407" y="24919"/>
                  </a:cubicBezTo>
                  <a:cubicBezTo>
                    <a:pt x="3809" y="22257"/>
                    <a:pt x="12312" y="14715"/>
                    <a:pt x="12312" y="6286"/>
                  </a:cubicBezTo>
                  <a:cubicBezTo>
                    <a:pt x="12312" y="5288"/>
                    <a:pt x="12201" y="4327"/>
                    <a:pt x="11979" y="3328"/>
                  </a:cubicBezTo>
                  <a:lnTo>
                    <a:pt x="11979" y="3328"/>
                  </a:lnTo>
                  <a:cubicBezTo>
                    <a:pt x="11980" y="3329"/>
                    <a:pt x="25252" y="23330"/>
                    <a:pt x="35492" y="32535"/>
                  </a:cubicBezTo>
                  <a:cubicBezTo>
                    <a:pt x="36306" y="29134"/>
                    <a:pt x="36786" y="25326"/>
                    <a:pt x="36786" y="21111"/>
                  </a:cubicBezTo>
                  <a:cubicBezTo>
                    <a:pt x="36786" y="19411"/>
                    <a:pt x="36713" y="17673"/>
                    <a:pt x="36528" y="15861"/>
                  </a:cubicBezTo>
                  <a:cubicBezTo>
                    <a:pt x="36528" y="15861"/>
                    <a:pt x="36528" y="15824"/>
                    <a:pt x="36528" y="15824"/>
                  </a:cubicBezTo>
                  <a:cubicBezTo>
                    <a:pt x="36528" y="15787"/>
                    <a:pt x="36528" y="15787"/>
                    <a:pt x="36528" y="15787"/>
                  </a:cubicBezTo>
                  <a:cubicBezTo>
                    <a:pt x="36528" y="15787"/>
                    <a:pt x="36528" y="15787"/>
                    <a:pt x="36528" y="15750"/>
                  </a:cubicBezTo>
                  <a:cubicBezTo>
                    <a:pt x="36528" y="15750"/>
                    <a:pt x="36528" y="15750"/>
                    <a:pt x="36528" y="15713"/>
                  </a:cubicBezTo>
                  <a:cubicBezTo>
                    <a:pt x="36528" y="15713"/>
                    <a:pt x="36528" y="15677"/>
                    <a:pt x="36528" y="15677"/>
                  </a:cubicBezTo>
                  <a:cubicBezTo>
                    <a:pt x="36528" y="15677"/>
                    <a:pt x="36528" y="15677"/>
                    <a:pt x="36528" y="15640"/>
                  </a:cubicBezTo>
                  <a:cubicBezTo>
                    <a:pt x="36528" y="15640"/>
                    <a:pt x="36528" y="15603"/>
                    <a:pt x="36528" y="15603"/>
                  </a:cubicBezTo>
                  <a:cubicBezTo>
                    <a:pt x="36417" y="14678"/>
                    <a:pt x="36343" y="13828"/>
                    <a:pt x="36232" y="12978"/>
                  </a:cubicBezTo>
                  <a:lnTo>
                    <a:pt x="10759" y="1"/>
                  </a:ln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2" name="Google Shape;3099;p53"/>
            <p:cNvSpPr/>
            <p:nvPr/>
          </p:nvSpPr>
          <p:spPr>
            <a:xfrm>
              <a:off x="5946840" y="2622240"/>
              <a:ext cx="678960" cy="951480"/>
            </a:xfrm>
            <a:custGeom>
              <a:avLst/>
              <a:gdLst>
                <a:gd name="textAreaLeft" fmla="*/ 0 w 678960"/>
                <a:gd name="textAreaRight" fmla="*/ 679320 w 678960"/>
                <a:gd name="textAreaTop" fmla="*/ 0 h 951480"/>
                <a:gd name="textAreaBottom" fmla="*/ 951840 h 951480"/>
              </a:gdLst>
              <a:ahLst/>
              <a:rect l="textAreaLeft" t="textAreaTop" r="textAreaRight" b="textAreaBottom"/>
              <a:pathLst>
                <a:path w="39412" h="55236">
                  <a:moveTo>
                    <a:pt x="10727" y="2239"/>
                  </a:moveTo>
                  <a:cubicBezTo>
                    <a:pt x="10727" y="2239"/>
                    <a:pt x="10727" y="2239"/>
                    <a:pt x="10727" y="2239"/>
                  </a:cubicBezTo>
                  <a:lnTo>
                    <a:pt x="10727" y="2239"/>
                  </a:lnTo>
                  <a:lnTo>
                    <a:pt x="10727" y="2239"/>
                  </a:lnTo>
                  <a:close/>
                  <a:moveTo>
                    <a:pt x="21628" y="630"/>
                  </a:moveTo>
                  <a:cubicBezTo>
                    <a:pt x="23033" y="630"/>
                    <a:pt x="24475" y="777"/>
                    <a:pt x="25769" y="1147"/>
                  </a:cubicBezTo>
                  <a:cubicBezTo>
                    <a:pt x="28986" y="2108"/>
                    <a:pt x="31721" y="3402"/>
                    <a:pt x="33903" y="6582"/>
                  </a:cubicBezTo>
                  <a:cubicBezTo>
                    <a:pt x="36084" y="9761"/>
                    <a:pt x="37711" y="14826"/>
                    <a:pt x="38524" y="23293"/>
                  </a:cubicBezTo>
                  <a:cubicBezTo>
                    <a:pt x="38709" y="25178"/>
                    <a:pt x="38820" y="26990"/>
                    <a:pt x="38820" y="28764"/>
                  </a:cubicBezTo>
                  <a:cubicBezTo>
                    <a:pt x="38820" y="35789"/>
                    <a:pt x="37415" y="41852"/>
                    <a:pt x="35381" y="46325"/>
                  </a:cubicBezTo>
                  <a:cubicBezTo>
                    <a:pt x="33348" y="50799"/>
                    <a:pt x="30649" y="53646"/>
                    <a:pt x="28098" y="54348"/>
                  </a:cubicBezTo>
                  <a:cubicBezTo>
                    <a:pt x="27396" y="54533"/>
                    <a:pt x="26656" y="54644"/>
                    <a:pt x="25954" y="54644"/>
                  </a:cubicBezTo>
                  <a:cubicBezTo>
                    <a:pt x="23329" y="54644"/>
                    <a:pt x="20630" y="53424"/>
                    <a:pt x="18005" y="51538"/>
                  </a:cubicBezTo>
                  <a:cubicBezTo>
                    <a:pt x="15380" y="49690"/>
                    <a:pt x="12792" y="47176"/>
                    <a:pt x="10389" y="44588"/>
                  </a:cubicBezTo>
                  <a:cubicBezTo>
                    <a:pt x="5879" y="39745"/>
                    <a:pt x="629" y="30021"/>
                    <a:pt x="629" y="20852"/>
                  </a:cubicBezTo>
                  <a:cubicBezTo>
                    <a:pt x="629" y="19041"/>
                    <a:pt x="814" y="17303"/>
                    <a:pt x="1258" y="15566"/>
                  </a:cubicBezTo>
                  <a:cubicBezTo>
                    <a:pt x="2625" y="10316"/>
                    <a:pt x="5029" y="7136"/>
                    <a:pt x="7099" y="5251"/>
                  </a:cubicBezTo>
                  <a:cubicBezTo>
                    <a:pt x="8134" y="4327"/>
                    <a:pt x="9095" y="3698"/>
                    <a:pt x="9798" y="3328"/>
                  </a:cubicBezTo>
                  <a:cubicBezTo>
                    <a:pt x="10131" y="3144"/>
                    <a:pt x="10426" y="3033"/>
                    <a:pt x="10611" y="2922"/>
                  </a:cubicBezTo>
                  <a:cubicBezTo>
                    <a:pt x="10722" y="2885"/>
                    <a:pt x="10796" y="2885"/>
                    <a:pt x="10833" y="2848"/>
                  </a:cubicBezTo>
                  <a:lnTo>
                    <a:pt x="10870" y="2811"/>
                  </a:lnTo>
                  <a:lnTo>
                    <a:pt x="10907" y="2811"/>
                  </a:lnTo>
                  <a:cubicBezTo>
                    <a:pt x="10907" y="2811"/>
                    <a:pt x="10981" y="2774"/>
                    <a:pt x="11166" y="2737"/>
                  </a:cubicBezTo>
                  <a:cubicBezTo>
                    <a:pt x="12238" y="2293"/>
                    <a:pt x="16933" y="630"/>
                    <a:pt x="21628" y="630"/>
                  </a:cubicBezTo>
                  <a:close/>
                  <a:moveTo>
                    <a:pt x="21628" y="1"/>
                  </a:moveTo>
                  <a:cubicBezTo>
                    <a:pt x="16367" y="1"/>
                    <a:pt x="11239" y="2031"/>
                    <a:pt x="10727" y="2239"/>
                  </a:cubicBezTo>
                  <a:lnTo>
                    <a:pt x="10727" y="2239"/>
                  </a:lnTo>
                  <a:lnTo>
                    <a:pt x="10722" y="2219"/>
                  </a:lnTo>
                  <a:cubicBezTo>
                    <a:pt x="10685" y="2256"/>
                    <a:pt x="8874" y="2848"/>
                    <a:pt x="6692" y="4770"/>
                  </a:cubicBezTo>
                  <a:cubicBezTo>
                    <a:pt x="4548" y="6730"/>
                    <a:pt x="2034" y="10020"/>
                    <a:pt x="666" y="15418"/>
                  </a:cubicBezTo>
                  <a:cubicBezTo>
                    <a:pt x="222" y="17192"/>
                    <a:pt x="1" y="19004"/>
                    <a:pt x="1" y="20852"/>
                  </a:cubicBezTo>
                  <a:cubicBezTo>
                    <a:pt x="38" y="30280"/>
                    <a:pt x="5324" y="40040"/>
                    <a:pt x="9946" y="45031"/>
                  </a:cubicBezTo>
                  <a:cubicBezTo>
                    <a:pt x="12349" y="47582"/>
                    <a:pt x="14937" y="50133"/>
                    <a:pt x="17636" y="52056"/>
                  </a:cubicBezTo>
                  <a:cubicBezTo>
                    <a:pt x="20334" y="53978"/>
                    <a:pt x="23144" y="55235"/>
                    <a:pt x="25954" y="55235"/>
                  </a:cubicBezTo>
                  <a:cubicBezTo>
                    <a:pt x="26730" y="55235"/>
                    <a:pt x="27507" y="55161"/>
                    <a:pt x="28246" y="54939"/>
                  </a:cubicBezTo>
                  <a:cubicBezTo>
                    <a:pt x="31093" y="54163"/>
                    <a:pt x="33866" y="51131"/>
                    <a:pt x="35936" y="46584"/>
                  </a:cubicBezTo>
                  <a:cubicBezTo>
                    <a:pt x="38043" y="42037"/>
                    <a:pt x="39411" y="35863"/>
                    <a:pt x="39411" y="28764"/>
                  </a:cubicBezTo>
                  <a:cubicBezTo>
                    <a:pt x="39411" y="26990"/>
                    <a:pt x="39337" y="25141"/>
                    <a:pt x="39152" y="23219"/>
                  </a:cubicBezTo>
                  <a:cubicBezTo>
                    <a:pt x="38302" y="14715"/>
                    <a:pt x="36675" y="9539"/>
                    <a:pt x="34420" y="6212"/>
                  </a:cubicBezTo>
                  <a:cubicBezTo>
                    <a:pt x="32165" y="2922"/>
                    <a:pt x="29244" y="1517"/>
                    <a:pt x="25954" y="556"/>
                  </a:cubicBezTo>
                  <a:cubicBezTo>
                    <a:pt x="24549" y="149"/>
                    <a:pt x="23070" y="1"/>
                    <a:pt x="21628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3" name="Google Shape;3100;p53"/>
            <p:cNvSpPr/>
            <p:nvPr/>
          </p:nvSpPr>
          <p:spPr>
            <a:xfrm>
              <a:off x="6146640" y="3160800"/>
              <a:ext cx="133560" cy="44280"/>
            </a:xfrm>
            <a:custGeom>
              <a:avLst/>
              <a:gdLst>
                <a:gd name="textAreaLeft" fmla="*/ 0 w 133560"/>
                <a:gd name="textAreaRight" fmla="*/ 133920 w 133560"/>
                <a:gd name="textAreaTop" fmla="*/ 0 h 44280"/>
                <a:gd name="textAreaBottom" fmla="*/ 44640 h 44280"/>
              </a:gdLst>
              <a:ahLst/>
              <a:rect l="textAreaLeft" t="textAreaTop" r="textAreaRight" b="textAreaBottom"/>
              <a:pathLst>
                <a:path w="7773" h="2590">
                  <a:moveTo>
                    <a:pt x="3347" y="1"/>
                  </a:moveTo>
                  <a:cubicBezTo>
                    <a:pt x="2202" y="1"/>
                    <a:pt x="1019" y="559"/>
                    <a:pt x="45" y="2235"/>
                  </a:cubicBezTo>
                  <a:cubicBezTo>
                    <a:pt x="0" y="2497"/>
                    <a:pt x="210" y="2589"/>
                    <a:pt x="609" y="2589"/>
                  </a:cubicBezTo>
                  <a:cubicBezTo>
                    <a:pt x="1560" y="2589"/>
                    <a:pt x="3583" y="2066"/>
                    <a:pt x="5776" y="2066"/>
                  </a:cubicBezTo>
                  <a:cubicBezTo>
                    <a:pt x="6434" y="2066"/>
                    <a:pt x="7108" y="2113"/>
                    <a:pt x="7772" y="2235"/>
                  </a:cubicBezTo>
                  <a:cubicBezTo>
                    <a:pt x="7772" y="2235"/>
                    <a:pt x="5636" y="1"/>
                    <a:pt x="334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2320" bIns="22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4" name="Google Shape;3101;p53"/>
            <p:cNvSpPr/>
            <p:nvPr/>
          </p:nvSpPr>
          <p:spPr>
            <a:xfrm>
              <a:off x="6401160" y="3114720"/>
              <a:ext cx="131400" cy="70560"/>
            </a:xfrm>
            <a:custGeom>
              <a:avLst/>
              <a:gdLst>
                <a:gd name="textAreaLeft" fmla="*/ 0 w 131400"/>
                <a:gd name="textAreaRight" fmla="*/ 131760 w 131400"/>
                <a:gd name="textAreaTop" fmla="*/ 0 h 70560"/>
                <a:gd name="textAreaBottom" fmla="*/ 70920 h 70560"/>
              </a:gdLst>
              <a:ahLst/>
              <a:rect l="textAreaLeft" t="textAreaTop" r="textAreaRight" b="textAreaBottom"/>
              <a:pathLst>
                <a:path w="7654" h="4106">
                  <a:moveTo>
                    <a:pt x="4467" y="1"/>
                  </a:moveTo>
                  <a:cubicBezTo>
                    <a:pt x="1508" y="1"/>
                    <a:pt x="1" y="4105"/>
                    <a:pt x="1" y="4105"/>
                  </a:cubicBezTo>
                  <a:cubicBezTo>
                    <a:pt x="3217" y="1924"/>
                    <a:pt x="7654" y="1887"/>
                    <a:pt x="7099" y="1000"/>
                  </a:cubicBezTo>
                  <a:cubicBezTo>
                    <a:pt x="6122" y="284"/>
                    <a:pt x="5244" y="1"/>
                    <a:pt x="446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5280" bIns="35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5" name="Google Shape;3102;p53"/>
            <p:cNvSpPr/>
            <p:nvPr/>
          </p:nvSpPr>
          <p:spPr>
            <a:xfrm>
              <a:off x="6373080" y="3103920"/>
              <a:ext cx="75960" cy="19476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194760"/>
                <a:gd name="textAreaBottom" fmla="*/ 195120 h 194760"/>
              </a:gdLst>
              <a:ahLst/>
              <a:rect l="textAreaLeft" t="textAreaTop" r="textAreaRight" b="textAreaBottom"/>
              <a:pathLst>
                <a:path w="4438" h="11314">
                  <a:moveTo>
                    <a:pt x="962" y="1"/>
                  </a:moveTo>
                  <a:cubicBezTo>
                    <a:pt x="777" y="1"/>
                    <a:pt x="629" y="112"/>
                    <a:pt x="629" y="297"/>
                  </a:cubicBezTo>
                  <a:cubicBezTo>
                    <a:pt x="629" y="297"/>
                    <a:pt x="408" y="2182"/>
                    <a:pt x="408" y="3846"/>
                  </a:cubicBezTo>
                  <a:cubicBezTo>
                    <a:pt x="408" y="4400"/>
                    <a:pt x="408" y="4955"/>
                    <a:pt x="482" y="5399"/>
                  </a:cubicBezTo>
                  <a:cubicBezTo>
                    <a:pt x="518" y="5620"/>
                    <a:pt x="555" y="5805"/>
                    <a:pt x="629" y="5990"/>
                  </a:cubicBezTo>
                  <a:cubicBezTo>
                    <a:pt x="703" y="6138"/>
                    <a:pt x="814" y="6323"/>
                    <a:pt x="962" y="6434"/>
                  </a:cubicBezTo>
                  <a:cubicBezTo>
                    <a:pt x="1369" y="6767"/>
                    <a:pt x="2108" y="7136"/>
                    <a:pt x="2737" y="7543"/>
                  </a:cubicBezTo>
                  <a:cubicBezTo>
                    <a:pt x="3069" y="7728"/>
                    <a:pt x="3328" y="7950"/>
                    <a:pt x="3550" y="8171"/>
                  </a:cubicBezTo>
                  <a:cubicBezTo>
                    <a:pt x="3735" y="8356"/>
                    <a:pt x="3809" y="8541"/>
                    <a:pt x="3809" y="8652"/>
                  </a:cubicBezTo>
                  <a:lnTo>
                    <a:pt x="3772" y="8800"/>
                  </a:lnTo>
                  <a:cubicBezTo>
                    <a:pt x="3698" y="8985"/>
                    <a:pt x="3513" y="9207"/>
                    <a:pt x="3254" y="9428"/>
                  </a:cubicBezTo>
                  <a:cubicBezTo>
                    <a:pt x="2848" y="9761"/>
                    <a:pt x="2293" y="10094"/>
                    <a:pt x="1739" y="10316"/>
                  </a:cubicBezTo>
                  <a:cubicBezTo>
                    <a:pt x="1184" y="10574"/>
                    <a:pt x="629" y="10685"/>
                    <a:pt x="297" y="10685"/>
                  </a:cubicBezTo>
                  <a:cubicBezTo>
                    <a:pt x="112" y="10685"/>
                    <a:pt x="1" y="10833"/>
                    <a:pt x="1" y="10981"/>
                  </a:cubicBezTo>
                  <a:cubicBezTo>
                    <a:pt x="1" y="11166"/>
                    <a:pt x="112" y="11314"/>
                    <a:pt x="297" y="11314"/>
                  </a:cubicBezTo>
                  <a:cubicBezTo>
                    <a:pt x="925" y="11314"/>
                    <a:pt x="1775" y="11018"/>
                    <a:pt x="2552" y="10611"/>
                  </a:cubicBezTo>
                  <a:cubicBezTo>
                    <a:pt x="2959" y="10427"/>
                    <a:pt x="3328" y="10168"/>
                    <a:pt x="3661" y="9909"/>
                  </a:cubicBezTo>
                  <a:cubicBezTo>
                    <a:pt x="3957" y="9650"/>
                    <a:pt x="4216" y="9354"/>
                    <a:pt x="4363" y="9022"/>
                  </a:cubicBezTo>
                  <a:cubicBezTo>
                    <a:pt x="4400" y="8911"/>
                    <a:pt x="4437" y="8800"/>
                    <a:pt x="4437" y="8652"/>
                  </a:cubicBezTo>
                  <a:cubicBezTo>
                    <a:pt x="4400" y="8319"/>
                    <a:pt x="4216" y="7987"/>
                    <a:pt x="3994" y="7728"/>
                  </a:cubicBezTo>
                  <a:cubicBezTo>
                    <a:pt x="3624" y="7358"/>
                    <a:pt x="3069" y="7025"/>
                    <a:pt x="2589" y="6693"/>
                  </a:cubicBezTo>
                  <a:cubicBezTo>
                    <a:pt x="2071" y="6397"/>
                    <a:pt x="1591" y="6138"/>
                    <a:pt x="1332" y="5953"/>
                  </a:cubicBezTo>
                  <a:cubicBezTo>
                    <a:pt x="1295" y="5916"/>
                    <a:pt x="1258" y="5879"/>
                    <a:pt x="1221" y="5768"/>
                  </a:cubicBezTo>
                  <a:cubicBezTo>
                    <a:pt x="1073" y="5399"/>
                    <a:pt x="999" y="4659"/>
                    <a:pt x="999" y="3846"/>
                  </a:cubicBezTo>
                  <a:cubicBezTo>
                    <a:pt x="999" y="3032"/>
                    <a:pt x="1073" y="2182"/>
                    <a:pt x="1110" y="1480"/>
                  </a:cubicBezTo>
                  <a:cubicBezTo>
                    <a:pt x="1147" y="1147"/>
                    <a:pt x="1184" y="888"/>
                    <a:pt x="1184" y="666"/>
                  </a:cubicBezTo>
                  <a:cubicBezTo>
                    <a:pt x="1221" y="481"/>
                    <a:pt x="1221" y="371"/>
                    <a:pt x="1221" y="371"/>
                  </a:cubicBezTo>
                  <a:cubicBezTo>
                    <a:pt x="1258" y="186"/>
                    <a:pt x="1147" y="38"/>
                    <a:pt x="962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6" name="Google Shape;3103;p53"/>
            <p:cNvSpPr/>
            <p:nvPr/>
          </p:nvSpPr>
          <p:spPr>
            <a:xfrm>
              <a:off x="6339960" y="3349440"/>
              <a:ext cx="105480" cy="4032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40320"/>
                <a:gd name="textAreaBottom" fmla="*/ 40680 h 40320"/>
              </a:gdLst>
              <a:ahLst/>
              <a:rect l="textAreaLeft" t="textAreaTop" r="textAreaRight" b="textAreaBottom"/>
              <a:pathLst>
                <a:path w="6138" h="2357">
                  <a:moveTo>
                    <a:pt x="5770" y="0"/>
                  </a:moveTo>
                  <a:cubicBezTo>
                    <a:pt x="5676" y="0"/>
                    <a:pt x="5591" y="49"/>
                    <a:pt x="5546" y="138"/>
                  </a:cubicBezTo>
                  <a:cubicBezTo>
                    <a:pt x="5472" y="175"/>
                    <a:pt x="4363" y="1728"/>
                    <a:pt x="1368" y="1728"/>
                  </a:cubicBezTo>
                  <a:cubicBezTo>
                    <a:pt x="1036" y="1728"/>
                    <a:pt x="703" y="1728"/>
                    <a:pt x="370" y="1691"/>
                  </a:cubicBezTo>
                  <a:cubicBezTo>
                    <a:pt x="351" y="1687"/>
                    <a:pt x="332" y="1685"/>
                    <a:pt x="313" y="1685"/>
                  </a:cubicBezTo>
                  <a:cubicBezTo>
                    <a:pt x="156" y="1685"/>
                    <a:pt x="37" y="1818"/>
                    <a:pt x="37" y="1950"/>
                  </a:cubicBezTo>
                  <a:cubicBezTo>
                    <a:pt x="0" y="2135"/>
                    <a:pt x="148" y="2283"/>
                    <a:pt x="296" y="2283"/>
                  </a:cubicBezTo>
                  <a:cubicBezTo>
                    <a:pt x="666" y="2320"/>
                    <a:pt x="1036" y="2357"/>
                    <a:pt x="1368" y="2357"/>
                  </a:cubicBezTo>
                  <a:cubicBezTo>
                    <a:pt x="4696" y="2357"/>
                    <a:pt x="5990" y="545"/>
                    <a:pt x="6027" y="471"/>
                  </a:cubicBezTo>
                  <a:cubicBezTo>
                    <a:pt x="6138" y="360"/>
                    <a:pt x="6101" y="175"/>
                    <a:pt x="5953" y="65"/>
                  </a:cubicBezTo>
                  <a:cubicBezTo>
                    <a:pt x="5894" y="21"/>
                    <a:pt x="5830" y="0"/>
                    <a:pt x="577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0160" bIns="20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7" name="Google Shape;3104;p53"/>
            <p:cNvSpPr/>
            <p:nvPr/>
          </p:nvSpPr>
          <p:spPr>
            <a:xfrm>
              <a:off x="6094440" y="3065040"/>
              <a:ext cx="173520" cy="6372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63720"/>
                <a:gd name="textAreaBottom" fmla="*/ 64080 h 63720"/>
              </a:gdLst>
              <a:ahLst/>
              <a:rect l="textAreaLeft" t="textAreaTop" r="textAreaRight" b="textAreaBottom"/>
              <a:pathLst>
                <a:path w="10094" h="3726">
                  <a:moveTo>
                    <a:pt x="5953" y="1"/>
                  </a:moveTo>
                  <a:cubicBezTo>
                    <a:pt x="4104" y="1"/>
                    <a:pt x="1923" y="703"/>
                    <a:pt x="75" y="3217"/>
                  </a:cubicBezTo>
                  <a:cubicBezTo>
                    <a:pt x="1" y="3365"/>
                    <a:pt x="38" y="3550"/>
                    <a:pt x="149" y="3661"/>
                  </a:cubicBezTo>
                  <a:cubicBezTo>
                    <a:pt x="207" y="3704"/>
                    <a:pt x="271" y="3725"/>
                    <a:pt x="334" y="3725"/>
                  </a:cubicBezTo>
                  <a:cubicBezTo>
                    <a:pt x="431" y="3725"/>
                    <a:pt x="525" y="3676"/>
                    <a:pt x="592" y="3587"/>
                  </a:cubicBezTo>
                  <a:cubicBezTo>
                    <a:pt x="2330" y="1221"/>
                    <a:pt x="4289" y="629"/>
                    <a:pt x="5953" y="629"/>
                  </a:cubicBezTo>
                  <a:cubicBezTo>
                    <a:pt x="6988" y="629"/>
                    <a:pt x="7912" y="851"/>
                    <a:pt x="8541" y="1110"/>
                  </a:cubicBezTo>
                  <a:cubicBezTo>
                    <a:pt x="8874" y="1221"/>
                    <a:pt x="9132" y="1332"/>
                    <a:pt x="9317" y="1443"/>
                  </a:cubicBezTo>
                  <a:cubicBezTo>
                    <a:pt x="9428" y="1479"/>
                    <a:pt x="9502" y="1516"/>
                    <a:pt x="9539" y="1553"/>
                  </a:cubicBezTo>
                  <a:lnTo>
                    <a:pt x="9576" y="1590"/>
                  </a:lnTo>
                  <a:lnTo>
                    <a:pt x="9613" y="1590"/>
                  </a:lnTo>
                  <a:cubicBezTo>
                    <a:pt x="9650" y="1615"/>
                    <a:pt x="9699" y="1627"/>
                    <a:pt x="9751" y="1627"/>
                  </a:cubicBezTo>
                  <a:cubicBezTo>
                    <a:pt x="9855" y="1627"/>
                    <a:pt x="9970" y="1578"/>
                    <a:pt x="10020" y="1479"/>
                  </a:cubicBezTo>
                  <a:cubicBezTo>
                    <a:pt x="10094" y="1332"/>
                    <a:pt x="10057" y="1147"/>
                    <a:pt x="9909" y="1073"/>
                  </a:cubicBezTo>
                  <a:cubicBezTo>
                    <a:pt x="9909" y="1036"/>
                    <a:pt x="8208" y="1"/>
                    <a:pt x="595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2040" bIns="32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8" name="Google Shape;3105;p53"/>
            <p:cNvSpPr/>
            <p:nvPr/>
          </p:nvSpPr>
          <p:spPr>
            <a:xfrm>
              <a:off x="6376320" y="3042000"/>
              <a:ext cx="86760" cy="36000"/>
            </a:xfrm>
            <a:custGeom>
              <a:avLst/>
              <a:gdLst>
                <a:gd name="textAreaLeft" fmla="*/ 0 w 86760"/>
                <a:gd name="textAreaRight" fmla="*/ 87120 w 8676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5066" h="2116">
                  <a:moveTo>
                    <a:pt x="2293" y="1"/>
                  </a:moveTo>
                  <a:cubicBezTo>
                    <a:pt x="1332" y="1"/>
                    <a:pt x="740" y="444"/>
                    <a:pt x="407" y="888"/>
                  </a:cubicBezTo>
                  <a:cubicBezTo>
                    <a:pt x="75" y="1332"/>
                    <a:pt x="38" y="1738"/>
                    <a:pt x="38" y="1775"/>
                  </a:cubicBezTo>
                  <a:cubicBezTo>
                    <a:pt x="1" y="1923"/>
                    <a:pt x="112" y="2108"/>
                    <a:pt x="260" y="2108"/>
                  </a:cubicBezTo>
                  <a:cubicBezTo>
                    <a:pt x="283" y="2113"/>
                    <a:pt x="307" y="2115"/>
                    <a:pt x="329" y="2115"/>
                  </a:cubicBezTo>
                  <a:cubicBezTo>
                    <a:pt x="481" y="2115"/>
                    <a:pt x="597" y="2010"/>
                    <a:pt x="629" y="1849"/>
                  </a:cubicBezTo>
                  <a:cubicBezTo>
                    <a:pt x="629" y="1849"/>
                    <a:pt x="703" y="1516"/>
                    <a:pt x="925" y="1221"/>
                  </a:cubicBezTo>
                  <a:cubicBezTo>
                    <a:pt x="1184" y="925"/>
                    <a:pt x="1554" y="629"/>
                    <a:pt x="2293" y="629"/>
                  </a:cubicBezTo>
                  <a:cubicBezTo>
                    <a:pt x="2847" y="629"/>
                    <a:pt x="3587" y="777"/>
                    <a:pt x="4585" y="1258"/>
                  </a:cubicBezTo>
                  <a:cubicBezTo>
                    <a:pt x="4625" y="1278"/>
                    <a:pt x="4667" y="1287"/>
                    <a:pt x="4709" y="1287"/>
                  </a:cubicBezTo>
                  <a:cubicBezTo>
                    <a:pt x="4824" y="1287"/>
                    <a:pt x="4938" y="1218"/>
                    <a:pt x="4992" y="1110"/>
                  </a:cubicBezTo>
                  <a:cubicBezTo>
                    <a:pt x="5066" y="962"/>
                    <a:pt x="4992" y="777"/>
                    <a:pt x="4844" y="703"/>
                  </a:cubicBezTo>
                  <a:cubicBezTo>
                    <a:pt x="3809" y="186"/>
                    <a:pt x="2958" y="1"/>
                    <a:pt x="229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79" name="Google Shape;3106;p53"/>
            <p:cNvSpPr/>
            <p:nvPr/>
          </p:nvSpPr>
          <p:spPr>
            <a:xfrm>
              <a:off x="5939280" y="2627280"/>
              <a:ext cx="684720" cy="612000"/>
            </a:xfrm>
            <a:custGeom>
              <a:avLst/>
              <a:gdLst>
                <a:gd name="textAreaLeft" fmla="*/ 0 w 684720"/>
                <a:gd name="textAreaRight" fmla="*/ 685080 w 684720"/>
                <a:gd name="textAreaTop" fmla="*/ 0 h 612000"/>
                <a:gd name="textAreaBottom" fmla="*/ 612360 h 612000"/>
              </a:gdLst>
              <a:ahLst/>
              <a:rect l="textAreaLeft" t="textAreaTop" r="textAreaRight" b="textAreaBottom"/>
              <a:pathLst>
                <a:path w="39745" h="35527">
                  <a:moveTo>
                    <a:pt x="22052" y="0"/>
                  </a:moveTo>
                  <a:cubicBezTo>
                    <a:pt x="16595" y="0"/>
                    <a:pt x="11240" y="2216"/>
                    <a:pt x="11240" y="2216"/>
                  </a:cubicBezTo>
                  <a:cubicBezTo>
                    <a:pt x="11240" y="2216"/>
                    <a:pt x="4142" y="4545"/>
                    <a:pt x="1406" y="15193"/>
                  </a:cubicBezTo>
                  <a:cubicBezTo>
                    <a:pt x="1" y="20775"/>
                    <a:pt x="1073" y="26912"/>
                    <a:pt x="3217" y="32310"/>
                  </a:cubicBezTo>
                  <a:cubicBezTo>
                    <a:pt x="5990" y="29094"/>
                    <a:pt x="13976" y="19149"/>
                    <a:pt x="15011" y="10202"/>
                  </a:cubicBezTo>
                  <a:cubicBezTo>
                    <a:pt x="15011" y="10202"/>
                    <a:pt x="30243" y="27615"/>
                    <a:pt x="39079" y="35527"/>
                  </a:cubicBezTo>
                  <a:cubicBezTo>
                    <a:pt x="39596" y="31719"/>
                    <a:pt x="39744" y="27504"/>
                    <a:pt x="39301" y="22957"/>
                  </a:cubicBezTo>
                  <a:cubicBezTo>
                    <a:pt x="37600" y="5987"/>
                    <a:pt x="32794" y="2438"/>
                    <a:pt x="26324" y="552"/>
                  </a:cubicBezTo>
                  <a:cubicBezTo>
                    <a:pt x="24958" y="157"/>
                    <a:pt x="23502" y="0"/>
                    <a:pt x="22052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0" name="Google Shape;3107;p53"/>
            <p:cNvSpPr/>
            <p:nvPr/>
          </p:nvSpPr>
          <p:spPr>
            <a:xfrm>
              <a:off x="5946840" y="2622240"/>
              <a:ext cx="678960" cy="622440"/>
            </a:xfrm>
            <a:custGeom>
              <a:avLst/>
              <a:gdLst>
                <a:gd name="textAreaLeft" fmla="*/ 0 w 678960"/>
                <a:gd name="textAreaRight" fmla="*/ 679320 w 678960"/>
                <a:gd name="textAreaTop" fmla="*/ 0 h 622440"/>
                <a:gd name="textAreaBottom" fmla="*/ 622800 h 622440"/>
              </a:gdLst>
              <a:ahLst/>
              <a:rect l="textAreaLeft" t="textAreaTop" r="textAreaRight" b="textAreaBottom"/>
              <a:pathLst>
                <a:path w="39412" h="36144">
                  <a:moveTo>
                    <a:pt x="21628" y="630"/>
                  </a:moveTo>
                  <a:cubicBezTo>
                    <a:pt x="23033" y="630"/>
                    <a:pt x="24475" y="777"/>
                    <a:pt x="25769" y="1147"/>
                  </a:cubicBezTo>
                  <a:cubicBezTo>
                    <a:pt x="28986" y="2108"/>
                    <a:pt x="31721" y="3402"/>
                    <a:pt x="33903" y="6582"/>
                  </a:cubicBezTo>
                  <a:cubicBezTo>
                    <a:pt x="36084" y="9761"/>
                    <a:pt x="37711" y="14826"/>
                    <a:pt x="38524" y="23293"/>
                  </a:cubicBezTo>
                  <a:cubicBezTo>
                    <a:pt x="38709" y="25141"/>
                    <a:pt x="38820" y="26990"/>
                    <a:pt x="38820" y="28727"/>
                  </a:cubicBezTo>
                  <a:cubicBezTo>
                    <a:pt x="38820" y="30999"/>
                    <a:pt x="38664" y="33177"/>
                    <a:pt x="38410" y="35233"/>
                  </a:cubicBezTo>
                  <a:lnTo>
                    <a:pt x="38410" y="35233"/>
                  </a:lnTo>
                  <a:cubicBezTo>
                    <a:pt x="34054" y="31261"/>
                    <a:pt x="28280" y="25161"/>
                    <a:pt x="23514" y="19965"/>
                  </a:cubicBezTo>
                  <a:cubicBezTo>
                    <a:pt x="21074" y="17303"/>
                    <a:pt x="18893" y="14863"/>
                    <a:pt x="17303" y="13126"/>
                  </a:cubicBezTo>
                  <a:cubicBezTo>
                    <a:pt x="16526" y="12238"/>
                    <a:pt x="15898" y="11536"/>
                    <a:pt x="15454" y="11055"/>
                  </a:cubicBezTo>
                  <a:cubicBezTo>
                    <a:pt x="15048" y="10538"/>
                    <a:pt x="14789" y="10279"/>
                    <a:pt x="14789" y="10279"/>
                  </a:cubicBezTo>
                  <a:cubicBezTo>
                    <a:pt x="14735" y="10225"/>
                    <a:pt x="14661" y="10190"/>
                    <a:pt x="14581" y="10190"/>
                  </a:cubicBezTo>
                  <a:cubicBezTo>
                    <a:pt x="14552" y="10190"/>
                    <a:pt x="14523" y="10195"/>
                    <a:pt x="14493" y="10205"/>
                  </a:cubicBezTo>
                  <a:cubicBezTo>
                    <a:pt x="14345" y="10242"/>
                    <a:pt x="14271" y="10316"/>
                    <a:pt x="14271" y="10464"/>
                  </a:cubicBezTo>
                  <a:cubicBezTo>
                    <a:pt x="13754" y="14863"/>
                    <a:pt x="11535" y="19559"/>
                    <a:pt x="9058" y="23551"/>
                  </a:cubicBezTo>
                  <a:cubicBezTo>
                    <a:pt x="6813" y="27225"/>
                    <a:pt x="4349" y="30273"/>
                    <a:pt x="2875" y="32004"/>
                  </a:cubicBezTo>
                  <a:lnTo>
                    <a:pt x="2875" y="32004"/>
                  </a:lnTo>
                  <a:cubicBezTo>
                    <a:pt x="1507" y="28443"/>
                    <a:pt x="629" y="24596"/>
                    <a:pt x="629" y="20816"/>
                  </a:cubicBezTo>
                  <a:cubicBezTo>
                    <a:pt x="629" y="19041"/>
                    <a:pt x="814" y="17303"/>
                    <a:pt x="1258" y="15566"/>
                  </a:cubicBezTo>
                  <a:cubicBezTo>
                    <a:pt x="2625" y="10316"/>
                    <a:pt x="5029" y="7136"/>
                    <a:pt x="7099" y="5251"/>
                  </a:cubicBezTo>
                  <a:cubicBezTo>
                    <a:pt x="8134" y="4327"/>
                    <a:pt x="9095" y="3698"/>
                    <a:pt x="9798" y="3328"/>
                  </a:cubicBezTo>
                  <a:cubicBezTo>
                    <a:pt x="10131" y="3144"/>
                    <a:pt x="10426" y="3033"/>
                    <a:pt x="10611" y="2922"/>
                  </a:cubicBezTo>
                  <a:cubicBezTo>
                    <a:pt x="10722" y="2885"/>
                    <a:pt x="10796" y="2885"/>
                    <a:pt x="10833" y="2848"/>
                  </a:cubicBezTo>
                  <a:lnTo>
                    <a:pt x="10870" y="2811"/>
                  </a:lnTo>
                  <a:lnTo>
                    <a:pt x="10907" y="2811"/>
                  </a:lnTo>
                  <a:cubicBezTo>
                    <a:pt x="10907" y="2811"/>
                    <a:pt x="10981" y="2774"/>
                    <a:pt x="11166" y="2737"/>
                  </a:cubicBezTo>
                  <a:cubicBezTo>
                    <a:pt x="12238" y="2293"/>
                    <a:pt x="16933" y="630"/>
                    <a:pt x="21628" y="630"/>
                  </a:cubicBezTo>
                  <a:close/>
                  <a:moveTo>
                    <a:pt x="21628" y="1"/>
                  </a:moveTo>
                  <a:cubicBezTo>
                    <a:pt x="16367" y="1"/>
                    <a:pt x="11239" y="2031"/>
                    <a:pt x="10727" y="2239"/>
                  </a:cubicBezTo>
                  <a:lnTo>
                    <a:pt x="10727" y="2239"/>
                  </a:lnTo>
                  <a:lnTo>
                    <a:pt x="10722" y="2219"/>
                  </a:lnTo>
                  <a:cubicBezTo>
                    <a:pt x="10685" y="2256"/>
                    <a:pt x="8874" y="2848"/>
                    <a:pt x="6692" y="4770"/>
                  </a:cubicBezTo>
                  <a:cubicBezTo>
                    <a:pt x="4548" y="6730"/>
                    <a:pt x="2034" y="10020"/>
                    <a:pt x="666" y="15418"/>
                  </a:cubicBezTo>
                  <a:cubicBezTo>
                    <a:pt x="222" y="17192"/>
                    <a:pt x="1" y="19004"/>
                    <a:pt x="1" y="20816"/>
                  </a:cubicBezTo>
                  <a:cubicBezTo>
                    <a:pt x="1" y="24882"/>
                    <a:pt x="999" y="28986"/>
                    <a:pt x="2478" y="32757"/>
                  </a:cubicBezTo>
                  <a:cubicBezTo>
                    <a:pt x="2515" y="32831"/>
                    <a:pt x="2625" y="32905"/>
                    <a:pt x="2699" y="32942"/>
                  </a:cubicBezTo>
                  <a:cubicBezTo>
                    <a:pt x="2810" y="32942"/>
                    <a:pt x="2921" y="32905"/>
                    <a:pt x="2995" y="32831"/>
                  </a:cubicBezTo>
                  <a:cubicBezTo>
                    <a:pt x="4400" y="31204"/>
                    <a:pt x="7099" y="27877"/>
                    <a:pt x="9576" y="23847"/>
                  </a:cubicBezTo>
                  <a:cubicBezTo>
                    <a:pt x="11972" y="20006"/>
                    <a:pt x="14133" y="15528"/>
                    <a:pt x="14779" y="11179"/>
                  </a:cubicBezTo>
                  <a:lnTo>
                    <a:pt x="14779" y="11179"/>
                  </a:lnTo>
                  <a:cubicBezTo>
                    <a:pt x="17321" y="14066"/>
                    <a:pt x="30459" y="28892"/>
                    <a:pt x="38413" y="36047"/>
                  </a:cubicBezTo>
                  <a:cubicBezTo>
                    <a:pt x="38483" y="36118"/>
                    <a:pt x="38554" y="36144"/>
                    <a:pt x="38624" y="36144"/>
                  </a:cubicBezTo>
                  <a:cubicBezTo>
                    <a:pt x="38665" y="36144"/>
                    <a:pt x="38705" y="36135"/>
                    <a:pt x="38746" y="36121"/>
                  </a:cubicBezTo>
                  <a:cubicBezTo>
                    <a:pt x="38857" y="36084"/>
                    <a:pt x="38931" y="35974"/>
                    <a:pt x="38931" y="35863"/>
                  </a:cubicBezTo>
                  <a:cubicBezTo>
                    <a:pt x="39263" y="33644"/>
                    <a:pt x="39411" y="31241"/>
                    <a:pt x="39411" y="28727"/>
                  </a:cubicBezTo>
                  <a:cubicBezTo>
                    <a:pt x="39411" y="26953"/>
                    <a:pt x="39337" y="25104"/>
                    <a:pt x="39152" y="23219"/>
                  </a:cubicBezTo>
                  <a:cubicBezTo>
                    <a:pt x="38302" y="14715"/>
                    <a:pt x="36675" y="9539"/>
                    <a:pt x="34420" y="6212"/>
                  </a:cubicBezTo>
                  <a:cubicBezTo>
                    <a:pt x="32165" y="2922"/>
                    <a:pt x="29244" y="1517"/>
                    <a:pt x="25954" y="556"/>
                  </a:cubicBezTo>
                  <a:cubicBezTo>
                    <a:pt x="24549" y="149"/>
                    <a:pt x="23070" y="1"/>
                    <a:pt x="21628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1" name="Google Shape;3108;p53"/>
            <p:cNvSpPr/>
            <p:nvPr/>
          </p:nvSpPr>
          <p:spPr>
            <a:xfrm>
              <a:off x="6199200" y="2750400"/>
              <a:ext cx="496080" cy="474480"/>
            </a:xfrm>
            <a:custGeom>
              <a:avLst/>
              <a:gdLst>
                <a:gd name="textAreaLeft" fmla="*/ 0 w 496080"/>
                <a:gd name="textAreaRight" fmla="*/ 496440 w 496080"/>
                <a:gd name="textAreaTop" fmla="*/ 0 h 474480"/>
                <a:gd name="textAreaBottom" fmla="*/ 474840 h 474480"/>
              </a:gdLst>
              <a:ahLst/>
              <a:rect l="textAreaLeft" t="textAreaTop" r="textAreaRight" b="textAreaBottom"/>
              <a:pathLst>
                <a:path w="28802" h="27554">
                  <a:moveTo>
                    <a:pt x="358" y="0"/>
                  </a:moveTo>
                  <a:cubicBezTo>
                    <a:pt x="243" y="0"/>
                    <a:pt x="129" y="69"/>
                    <a:pt x="75" y="177"/>
                  </a:cubicBezTo>
                  <a:cubicBezTo>
                    <a:pt x="1" y="325"/>
                    <a:pt x="38" y="510"/>
                    <a:pt x="186" y="584"/>
                  </a:cubicBezTo>
                  <a:cubicBezTo>
                    <a:pt x="186" y="584"/>
                    <a:pt x="260" y="621"/>
                    <a:pt x="371" y="695"/>
                  </a:cubicBezTo>
                  <a:cubicBezTo>
                    <a:pt x="2256" y="1730"/>
                    <a:pt x="17858" y="10751"/>
                    <a:pt x="28173" y="27424"/>
                  </a:cubicBezTo>
                  <a:cubicBezTo>
                    <a:pt x="28245" y="27497"/>
                    <a:pt x="28348" y="27553"/>
                    <a:pt x="28453" y="27553"/>
                  </a:cubicBezTo>
                  <a:cubicBezTo>
                    <a:pt x="28509" y="27553"/>
                    <a:pt x="28565" y="27537"/>
                    <a:pt x="28616" y="27498"/>
                  </a:cubicBezTo>
                  <a:cubicBezTo>
                    <a:pt x="28727" y="27424"/>
                    <a:pt x="28801" y="27240"/>
                    <a:pt x="28690" y="27092"/>
                  </a:cubicBezTo>
                  <a:cubicBezTo>
                    <a:pt x="17562" y="9161"/>
                    <a:pt x="519" y="66"/>
                    <a:pt x="482" y="29"/>
                  </a:cubicBezTo>
                  <a:cubicBezTo>
                    <a:pt x="442" y="9"/>
                    <a:pt x="400" y="0"/>
                    <a:pt x="358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2" name="Google Shape;3109;p53"/>
            <p:cNvSpPr/>
            <p:nvPr/>
          </p:nvSpPr>
          <p:spPr>
            <a:xfrm>
              <a:off x="6617520" y="3245760"/>
              <a:ext cx="171000" cy="167040"/>
            </a:xfrm>
            <a:custGeom>
              <a:avLst/>
              <a:gdLst>
                <a:gd name="textAreaLeft" fmla="*/ 0 w 171000"/>
                <a:gd name="textAreaRight" fmla="*/ 171360 w 171000"/>
                <a:gd name="textAreaTop" fmla="*/ 0 h 167040"/>
                <a:gd name="textAreaBottom" fmla="*/ 167400 h 167040"/>
              </a:gdLst>
              <a:ahLst/>
              <a:rect l="textAreaLeft" t="textAreaTop" r="textAreaRight" b="textAreaBottom"/>
              <a:pathLst>
                <a:path w="9946" h="9705">
                  <a:moveTo>
                    <a:pt x="347" y="0"/>
                  </a:moveTo>
                  <a:cubicBezTo>
                    <a:pt x="269" y="0"/>
                    <a:pt x="185" y="28"/>
                    <a:pt x="112" y="83"/>
                  </a:cubicBezTo>
                  <a:cubicBezTo>
                    <a:pt x="1" y="231"/>
                    <a:pt x="1" y="416"/>
                    <a:pt x="148" y="527"/>
                  </a:cubicBezTo>
                  <a:lnTo>
                    <a:pt x="9391" y="9622"/>
                  </a:lnTo>
                  <a:cubicBezTo>
                    <a:pt x="9447" y="9677"/>
                    <a:pt x="9521" y="9705"/>
                    <a:pt x="9599" y="9705"/>
                  </a:cubicBezTo>
                  <a:cubicBezTo>
                    <a:pt x="9678" y="9705"/>
                    <a:pt x="9761" y="9677"/>
                    <a:pt x="9835" y="9622"/>
                  </a:cubicBezTo>
                  <a:cubicBezTo>
                    <a:pt x="9946" y="9511"/>
                    <a:pt x="9946" y="9289"/>
                    <a:pt x="9835" y="9178"/>
                  </a:cubicBezTo>
                  <a:lnTo>
                    <a:pt x="555" y="83"/>
                  </a:lnTo>
                  <a:cubicBezTo>
                    <a:pt x="500" y="28"/>
                    <a:pt x="426" y="0"/>
                    <a:pt x="34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3520" bIns="835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3" name="Google Shape;3110;p53"/>
            <p:cNvSpPr/>
            <p:nvPr/>
          </p:nvSpPr>
          <p:spPr>
            <a:xfrm>
              <a:off x="5931360" y="2747520"/>
              <a:ext cx="236160" cy="357840"/>
            </a:xfrm>
            <a:custGeom>
              <a:avLst/>
              <a:gdLst>
                <a:gd name="textAreaLeft" fmla="*/ 0 w 236160"/>
                <a:gd name="textAreaRight" fmla="*/ 236520 w 236160"/>
                <a:gd name="textAreaTop" fmla="*/ 0 h 357840"/>
                <a:gd name="textAreaBottom" fmla="*/ 358200 h 357840"/>
              </a:gdLst>
              <a:ahLst/>
              <a:rect l="textAreaLeft" t="textAreaTop" r="textAreaRight" b="textAreaBottom"/>
              <a:pathLst>
                <a:path w="13717" h="20777">
                  <a:moveTo>
                    <a:pt x="13364" y="0"/>
                  </a:moveTo>
                  <a:cubicBezTo>
                    <a:pt x="13236" y="0"/>
                    <a:pt x="13120" y="105"/>
                    <a:pt x="13088" y="266"/>
                  </a:cubicBezTo>
                  <a:cubicBezTo>
                    <a:pt x="13088" y="266"/>
                    <a:pt x="13088" y="303"/>
                    <a:pt x="13051" y="451"/>
                  </a:cubicBezTo>
                  <a:cubicBezTo>
                    <a:pt x="12903" y="1301"/>
                    <a:pt x="12127" y="5294"/>
                    <a:pt x="10167" y="9546"/>
                  </a:cubicBezTo>
                  <a:cubicBezTo>
                    <a:pt x="8208" y="13834"/>
                    <a:pt x="5065" y="18308"/>
                    <a:pt x="222" y="20193"/>
                  </a:cubicBezTo>
                  <a:cubicBezTo>
                    <a:pt x="74" y="20230"/>
                    <a:pt x="0" y="20415"/>
                    <a:pt x="37" y="20563"/>
                  </a:cubicBezTo>
                  <a:cubicBezTo>
                    <a:pt x="92" y="20700"/>
                    <a:pt x="208" y="20776"/>
                    <a:pt x="324" y="20776"/>
                  </a:cubicBezTo>
                  <a:cubicBezTo>
                    <a:pt x="365" y="20776"/>
                    <a:pt x="406" y="20767"/>
                    <a:pt x="444" y="20748"/>
                  </a:cubicBezTo>
                  <a:cubicBezTo>
                    <a:pt x="5842" y="18640"/>
                    <a:pt x="9169" y="13502"/>
                    <a:pt x="11128" y="8954"/>
                  </a:cubicBezTo>
                  <a:cubicBezTo>
                    <a:pt x="13088" y="4407"/>
                    <a:pt x="13679" y="377"/>
                    <a:pt x="13679" y="340"/>
                  </a:cubicBezTo>
                  <a:cubicBezTo>
                    <a:pt x="13716" y="192"/>
                    <a:pt x="13605" y="44"/>
                    <a:pt x="13421" y="7"/>
                  </a:cubicBezTo>
                  <a:cubicBezTo>
                    <a:pt x="13402" y="2"/>
                    <a:pt x="13382" y="0"/>
                    <a:pt x="1336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4" name="Google Shape;3111;p53"/>
            <p:cNvSpPr/>
            <p:nvPr/>
          </p:nvSpPr>
          <p:spPr>
            <a:xfrm>
              <a:off x="6210720" y="2714040"/>
              <a:ext cx="415800" cy="169200"/>
            </a:xfrm>
            <a:custGeom>
              <a:avLst/>
              <a:gdLst>
                <a:gd name="textAreaLeft" fmla="*/ 0 w 415800"/>
                <a:gd name="textAreaRight" fmla="*/ 416160 w 415800"/>
                <a:gd name="textAreaTop" fmla="*/ 0 h 169200"/>
                <a:gd name="textAreaBottom" fmla="*/ 169560 h 169200"/>
              </a:gdLst>
              <a:ahLst/>
              <a:rect l="textAreaLeft" t="textAreaTop" r="textAreaRight" b="textAreaBottom"/>
              <a:pathLst>
                <a:path w="24143" h="9841">
                  <a:moveTo>
                    <a:pt x="2810" y="1"/>
                  </a:moveTo>
                  <a:cubicBezTo>
                    <a:pt x="1257" y="1"/>
                    <a:pt x="296" y="149"/>
                    <a:pt x="296" y="149"/>
                  </a:cubicBezTo>
                  <a:cubicBezTo>
                    <a:pt x="148" y="149"/>
                    <a:pt x="0" y="297"/>
                    <a:pt x="37" y="481"/>
                  </a:cubicBezTo>
                  <a:cubicBezTo>
                    <a:pt x="37" y="614"/>
                    <a:pt x="185" y="746"/>
                    <a:pt x="322" y="746"/>
                  </a:cubicBezTo>
                  <a:cubicBezTo>
                    <a:pt x="338" y="746"/>
                    <a:pt x="354" y="744"/>
                    <a:pt x="370" y="740"/>
                  </a:cubicBezTo>
                  <a:lnTo>
                    <a:pt x="555" y="740"/>
                  </a:lnTo>
                  <a:cubicBezTo>
                    <a:pt x="851" y="703"/>
                    <a:pt x="1664" y="629"/>
                    <a:pt x="2810" y="629"/>
                  </a:cubicBezTo>
                  <a:cubicBezTo>
                    <a:pt x="5102" y="629"/>
                    <a:pt x="8762" y="888"/>
                    <a:pt x="12570" y="2145"/>
                  </a:cubicBezTo>
                  <a:cubicBezTo>
                    <a:pt x="16415" y="3402"/>
                    <a:pt x="20445" y="5694"/>
                    <a:pt x="23551" y="9724"/>
                  </a:cubicBezTo>
                  <a:cubicBezTo>
                    <a:pt x="23610" y="9803"/>
                    <a:pt x="23691" y="9840"/>
                    <a:pt x="23776" y="9840"/>
                  </a:cubicBezTo>
                  <a:cubicBezTo>
                    <a:pt x="23849" y="9840"/>
                    <a:pt x="23926" y="9813"/>
                    <a:pt x="23994" y="9761"/>
                  </a:cubicBezTo>
                  <a:cubicBezTo>
                    <a:pt x="24142" y="9687"/>
                    <a:pt x="24142" y="9465"/>
                    <a:pt x="24031" y="9354"/>
                  </a:cubicBezTo>
                  <a:cubicBezTo>
                    <a:pt x="20852" y="5177"/>
                    <a:pt x="16674" y="2848"/>
                    <a:pt x="12755" y="1554"/>
                  </a:cubicBezTo>
                  <a:cubicBezTo>
                    <a:pt x="8836" y="260"/>
                    <a:pt x="5139" y="38"/>
                    <a:pt x="2810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4600" bIns="846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5" name="Google Shape;3112;p53"/>
            <p:cNvSpPr/>
            <p:nvPr/>
          </p:nvSpPr>
          <p:spPr>
            <a:xfrm>
              <a:off x="7194960" y="1658880"/>
              <a:ext cx="720360" cy="1145520"/>
            </a:xfrm>
            <a:custGeom>
              <a:avLst/>
              <a:gdLst>
                <a:gd name="textAreaLeft" fmla="*/ 0 w 720360"/>
                <a:gd name="textAreaRight" fmla="*/ 720720 w 720360"/>
                <a:gd name="textAreaTop" fmla="*/ 0 h 1145520"/>
                <a:gd name="textAreaBottom" fmla="*/ 1145880 h 1145520"/>
              </a:gdLst>
              <a:ahLst/>
              <a:rect l="textAreaLeft" t="textAreaTop" r="textAreaRight" b="textAreaBottom"/>
              <a:pathLst>
                <a:path w="41815" h="66488">
                  <a:moveTo>
                    <a:pt x="20208" y="0"/>
                  </a:moveTo>
                  <a:cubicBezTo>
                    <a:pt x="17407" y="0"/>
                    <a:pt x="14564" y="635"/>
                    <a:pt x="11795" y="2122"/>
                  </a:cubicBezTo>
                  <a:cubicBezTo>
                    <a:pt x="3735" y="6484"/>
                    <a:pt x="2071" y="17464"/>
                    <a:pt x="2071" y="17464"/>
                  </a:cubicBezTo>
                  <a:lnTo>
                    <a:pt x="1" y="66081"/>
                  </a:lnTo>
                  <a:lnTo>
                    <a:pt x="32091" y="66488"/>
                  </a:lnTo>
                  <a:cubicBezTo>
                    <a:pt x="32091" y="66488"/>
                    <a:pt x="39301" y="32955"/>
                    <a:pt x="40558" y="26744"/>
                  </a:cubicBezTo>
                  <a:cubicBezTo>
                    <a:pt x="41815" y="20533"/>
                    <a:pt x="41371" y="10218"/>
                    <a:pt x="34975" y="5449"/>
                  </a:cubicBezTo>
                  <a:cubicBezTo>
                    <a:pt x="30753" y="2318"/>
                    <a:pt x="25558" y="0"/>
                    <a:pt x="2020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6" name="Google Shape;3113;p53"/>
            <p:cNvSpPr/>
            <p:nvPr/>
          </p:nvSpPr>
          <p:spPr>
            <a:xfrm>
              <a:off x="7189920" y="1653120"/>
              <a:ext cx="718200" cy="1155960"/>
            </a:xfrm>
            <a:custGeom>
              <a:avLst/>
              <a:gdLst>
                <a:gd name="textAreaLeft" fmla="*/ 0 w 718200"/>
                <a:gd name="textAreaRight" fmla="*/ 718560 w 718200"/>
                <a:gd name="textAreaTop" fmla="*/ 0 h 1155960"/>
                <a:gd name="textAreaBottom" fmla="*/ 1156320 h 1155960"/>
              </a:gdLst>
              <a:ahLst/>
              <a:rect l="textAreaLeft" t="textAreaTop" r="textAreaRight" b="textAreaBottom"/>
              <a:pathLst>
                <a:path w="41703" h="67103">
                  <a:moveTo>
                    <a:pt x="20519" y="629"/>
                  </a:moveTo>
                  <a:cubicBezTo>
                    <a:pt x="25769" y="629"/>
                    <a:pt x="30908" y="2921"/>
                    <a:pt x="35085" y="6027"/>
                  </a:cubicBezTo>
                  <a:cubicBezTo>
                    <a:pt x="37340" y="7690"/>
                    <a:pt x="38856" y="10094"/>
                    <a:pt x="39781" y="12792"/>
                  </a:cubicBezTo>
                  <a:cubicBezTo>
                    <a:pt x="40742" y="15454"/>
                    <a:pt x="41111" y="18412"/>
                    <a:pt x="41111" y="21222"/>
                  </a:cubicBezTo>
                  <a:cubicBezTo>
                    <a:pt x="41111" y="23329"/>
                    <a:pt x="40890" y="25325"/>
                    <a:pt x="40557" y="27026"/>
                  </a:cubicBezTo>
                  <a:cubicBezTo>
                    <a:pt x="39928" y="30095"/>
                    <a:pt x="37821" y="40040"/>
                    <a:pt x="35825" y="49209"/>
                  </a:cubicBezTo>
                  <a:cubicBezTo>
                    <a:pt x="34863" y="53793"/>
                    <a:pt x="33902" y="58155"/>
                    <a:pt x="33200" y="61409"/>
                  </a:cubicBezTo>
                  <a:cubicBezTo>
                    <a:pt x="32867" y="63036"/>
                    <a:pt x="32571" y="64367"/>
                    <a:pt x="32386" y="65291"/>
                  </a:cubicBezTo>
                  <a:cubicBezTo>
                    <a:pt x="32257" y="65829"/>
                    <a:pt x="32166" y="66230"/>
                    <a:pt x="32112" y="66470"/>
                  </a:cubicBezTo>
                  <a:lnTo>
                    <a:pt x="32112" y="66470"/>
                  </a:lnTo>
                  <a:lnTo>
                    <a:pt x="629" y="66067"/>
                  </a:lnTo>
                  <a:lnTo>
                    <a:pt x="2661" y="17820"/>
                  </a:lnTo>
                  <a:lnTo>
                    <a:pt x="2661" y="17820"/>
                  </a:lnTo>
                  <a:lnTo>
                    <a:pt x="2662" y="17820"/>
                  </a:lnTo>
                  <a:cubicBezTo>
                    <a:pt x="2662" y="17820"/>
                    <a:pt x="2662" y="17783"/>
                    <a:pt x="2699" y="17710"/>
                  </a:cubicBezTo>
                  <a:cubicBezTo>
                    <a:pt x="2810" y="17118"/>
                    <a:pt x="3328" y="14345"/>
                    <a:pt x="4769" y="11240"/>
                  </a:cubicBezTo>
                  <a:cubicBezTo>
                    <a:pt x="6211" y="8134"/>
                    <a:pt x="8540" y="4733"/>
                    <a:pt x="12237" y="2736"/>
                  </a:cubicBezTo>
                  <a:cubicBezTo>
                    <a:pt x="14973" y="1258"/>
                    <a:pt x="17746" y="629"/>
                    <a:pt x="20519" y="629"/>
                  </a:cubicBezTo>
                  <a:close/>
                  <a:moveTo>
                    <a:pt x="20519" y="1"/>
                  </a:moveTo>
                  <a:cubicBezTo>
                    <a:pt x="17672" y="1"/>
                    <a:pt x="14751" y="666"/>
                    <a:pt x="11942" y="2182"/>
                  </a:cubicBezTo>
                  <a:cubicBezTo>
                    <a:pt x="7838" y="4400"/>
                    <a:pt x="5361" y="8282"/>
                    <a:pt x="3919" y="11609"/>
                  </a:cubicBezTo>
                  <a:cubicBezTo>
                    <a:pt x="2477" y="14937"/>
                    <a:pt x="2071" y="17710"/>
                    <a:pt x="2071" y="17710"/>
                  </a:cubicBezTo>
                  <a:lnTo>
                    <a:pt x="2071" y="17746"/>
                  </a:lnTo>
                  <a:lnTo>
                    <a:pt x="0" y="66363"/>
                  </a:lnTo>
                  <a:cubicBezTo>
                    <a:pt x="0" y="66474"/>
                    <a:pt x="0" y="66548"/>
                    <a:pt x="74" y="66585"/>
                  </a:cubicBezTo>
                  <a:cubicBezTo>
                    <a:pt x="148" y="66659"/>
                    <a:pt x="222" y="66696"/>
                    <a:pt x="296" y="66696"/>
                  </a:cubicBezTo>
                  <a:lnTo>
                    <a:pt x="32349" y="67102"/>
                  </a:lnTo>
                  <a:cubicBezTo>
                    <a:pt x="32497" y="67102"/>
                    <a:pt x="32645" y="66991"/>
                    <a:pt x="32682" y="66881"/>
                  </a:cubicBezTo>
                  <a:cubicBezTo>
                    <a:pt x="32682" y="66881"/>
                    <a:pt x="39891" y="33348"/>
                    <a:pt x="41148" y="27137"/>
                  </a:cubicBezTo>
                  <a:cubicBezTo>
                    <a:pt x="41481" y="25399"/>
                    <a:pt x="41703" y="23366"/>
                    <a:pt x="41703" y="21222"/>
                  </a:cubicBezTo>
                  <a:cubicBezTo>
                    <a:pt x="41703" y="18375"/>
                    <a:pt x="41333" y="15343"/>
                    <a:pt x="40372" y="12571"/>
                  </a:cubicBezTo>
                  <a:cubicBezTo>
                    <a:pt x="39411" y="9798"/>
                    <a:pt x="37821" y="7284"/>
                    <a:pt x="35455" y="5509"/>
                  </a:cubicBezTo>
                  <a:cubicBezTo>
                    <a:pt x="31203" y="2367"/>
                    <a:pt x="25954" y="1"/>
                    <a:pt x="2051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7" name="Google Shape;3114;p53"/>
            <p:cNvSpPr/>
            <p:nvPr/>
          </p:nvSpPr>
          <p:spPr>
            <a:xfrm>
              <a:off x="7373880" y="1724760"/>
              <a:ext cx="125640" cy="181440"/>
            </a:xfrm>
            <a:custGeom>
              <a:avLst/>
              <a:gdLst>
                <a:gd name="textAreaLeft" fmla="*/ 0 w 125640"/>
                <a:gd name="textAreaRight" fmla="*/ 126000 w 125640"/>
                <a:gd name="textAreaTop" fmla="*/ 0 h 181440"/>
                <a:gd name="textAreaBottom" fmla="*/ 181800 h 181440"/>
              </a:gdLst>
              <a:ahLst/>
              <a:rect l="textAreaLeft" t="textAreaTop" r="textAreaRight" b="textAreaBottom"/>
              <a:pathLst>
                <a:path w="7321" h="10544">
                  <a:moveTo>
                    <a:pt x="6959" y="0"/>
                  </a:moveTo>
                  <a:cubicBezTo>
                    <a:pt x="6906" y="0"/>
                    <a:pt x="6853" y="13"/>
                    <a:pt x="6803" y="37"/>
                  </a:cubicBezTo>
                  <a:cubicBezTo>
                    <a:pt x="6803" y="37"/>
                    <a:pt x="5472" y="777"/>
                    <a:pt x="3994" y="2403"/>
                  </a:cubicBezTo>
                  <a:cubicBezTo>
                    <a:pt x="2478" y="4030"/>
                    <a:pt x="814" y="6544"/>
                    <a:pt x="38" y="10167"/>
                  </a:cubicBezTo>
                  <a:cubicBezTo>
                    <a:pt x="1" y="10315"/>
                    <a:pt x="112" y="10500"/>
                    <a:pt x="296" y="10537"/>
                  </a:cubicBezTo>
                  <a:cubicBezTo>
                    <a:pt x="316" y="10542"/>
                    <a:pt x="335" y="10544"/>
                    <a:pt x="355" y="10544"/>
                  </a:cubicBezTo>
                  <a:cubicBezTo>
                    <a:pt x="490" y="10544"/>
                    <a:pt x="634" y="10439"/>
                    <a:pt x="666" y="10278"/>
                  </a:cubicBezTo>
                  <a:cubicBezTo>
                    <a:pt x="1369" y="6803"/>
                    <a:pt x="2995" y="4363"/>
                    <a:pt x="4437" y="2810"/>
                  </a:cubicBezTo>
                  <a:cubicBezTo>
                    <a:pt x="5140" y="2034"/>
                    <a:pt x="5842" y="1479"/>
                    <a:pt x="6323" y="1109"/>
                  </a:cubicBezTo>
                  <a:cubicBezTo>
                    <a:pt x="6581" y="925"/>
                    <a:pt x="6766" y="777"/>
                    <a:pt x="6914" y="703"/>
                  </a:cubicBezTo>
                  <a:cubicBezTo>
                    <a:pt x="6988" y="666"/>
                    <a:pt x="7025" y="629"/>
                    <a:pt x="7062" y="629"/>
                  </a:cubicBezTo>
                  <a:lnTo>
                    <a:pt x="7099" y="592"/>
                  </a:lnTo>
                  <a:cubicBezTo>
                    <a:pt x="7247" y="518"/>
                    <a:pt x="7321" y="296"/>
                    <a:pt x="7247" y="148"/>
                  </a:cubicBezTo>
                  <a:cubicBezTo>
                    <a:pt x="7173" y="50"/>
                    <a:pt x="7066" y="0"/>
                    <a:pt x="695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0720" bIns="90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8" name="Google Shape;3115;p53"/>
            <p:cNvSpPr/>
            <p:nvPr/>
          </p:nvSpPr>
          <p:spPr>
            <a:xfrm>
              <a:off x="7485480" y="1943280"/>
              <a:ext cx="13680" cy="48240"/>
            </a:xfrm>
            <a:custGeom>
              <a:avLst/>
              <a:gdLst>
                <a:gd name="textAreaLeft" fmla="*/ 0 w 13680"/>
                <a:gd name="textAreaRight" fmla="*/ 14040 w 13680"/>
                <a:gd name="textAreaTop" fmla="*/ 0 h 48240"/>
                <a:gd name="textAreaBottom" fmla="*/ 48600 h 48240"/>
              </a:gdLst>
              <a:ahLst/>
              <a:rect l="textAreaLeft" t="textAreaTop" r="textAreaRight" b="textAreaBottom"/>
              <a:pathLst>
                <a:path w="814" h="2810">
                  <a:moveTo>
                    <a:pt x="555" y="0"/>
                  </a:moveTo>
                  <a:cubicBezTo>
                    <a:pt x="370" y="0"/>
                    <a:pt x="222" y="111"/>
                    <a:pt x="185" y="259"/>
                  </a:cubicBezTo>
                  <a:cubicBezTo>
                    <a:pt x="74" y="1072"/>
                    <a:pt x="1" y="1812"/>
                    <a:pt x="1" y="2514"/>
                  </a:cubicBezTo>
                  <a:cubicBezTo>
                    <a:pt x="1" y="2662"/>
                    <a:pt x="148" y="2810"/>
                    <a:pt x="333" y="2810"/>
                  </a:cubicBezTo>
                  <a:cubicBezTo>
                    <a:pt x="481" y="2810"/>
                    <a:pt x="629" y="2662"/>
                    <a:pt x="629" y="2514"/>
                  </a:cubicBezTo>
                  <a:cubicBezTo>
                    <a:pt x="629" y="1849"/>
                    <a:pt x="703" y="1109"/>
                    <a:pt x="814" y="370"/>
                  </a:cubicBezTo>
                  <a:cubicBezTo>
                    <a:pt x="814" y="185"/>
                    <a:pt x="703" y="37"/>
                    <a:pt x="555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4120" bIns="241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89" name="Google Shape;3116;p53"/>
            <p:cNvSpPr/>
            <p:nvPr/>
          </p:nvSpPr>
          <p:spPr>
            <a:xfrm>
              <a:off x="7495560" y="1733040"/>
              <a:ext cx="72360" cy="183600"/>
            </a:xfrm>
            <a:custGeom>
              <a:avLst/>
              <a:gdLst>
                <a:gd name="textAreaLeft" fmla="*/ 0 w 72360"/>
                <a:gd name="textAreaRight" fmla="*/ 72720 w 72360"/>
                <a:gd name="textAreaTop" fmla="*/ 0 h 183600"/>
                <a:gd name="textAreaBottom" fmla="*/ 183960 h 183600"/>
              </a:gdLst>
              <a:ahLst/>
              <a:rect l="textAreaLeft" t="textAreaTop" r="textAreaRight" b="textAreaBottom"/>
              <a:pathLst>
                <a:path w="4215" h="10685">
                  <a:moveTo>
                    <a:pt x="3869" y="1"/>
                  </a:moveTo>
                  <a:cubicBezTo>
                    <a:pt x="3754" y="1"/>
                    <a:pt x="3640" y="69"/>
                    <a:pt x="3586" y="178"/>
                  </a:cubicBezTo>
                  <a:cubicBezTo>
                    <a:pt x="3586" y="215"/>
                    <a:pt x="1183" y="5391"/>
                    <a:pt x="37" y="10308"/>
                  </a:cubicBezTo>
                  <a:cubicBezTo>
                    <a:pt x="0" y="10493"/>
                    <a:pt x="74" y="10640"/>
                    <a:pt x="259" y="10677"/>
                  </a:cubicBezTo>
                  <a:cubicBezTo>
                    <a:pt x="278" y="10682"/>
                    <a:pt x="298" y="10685"/>
                    <a:pt x="319" y="10685"/>
                  </a:cubicBezTo>
                  <a:cubicBezTo>
                    <a:pt x="453" y="10685"/>
                    <a:pt x="596" y="10584"/>
                    <a:pt x="629" y="10456"/>
                  </a:cubicBezTo>
                  <a:cubicBezTo>
                    <a:pt x="1183" y="8052"/>
                    <a:pt x="2070" y="5538"/>
                    <a:pt x="2810" y="3616"/>
                  </a:cubicBezTo>
                  <a:cubicBezTo>
                    <a:pt x="3180" y="2692"/>
                    <a:pt x="3512" y="1878"/>
                    <a:pt x="3771" y="1324"/>
                  </a:cubicBezTo>
                  <a:cubicBezTo>
                    <a:pt x="3882" y="1065"/>
                    <a:pt x="3956" y="843"/>
                    <a:pt x="4030" y="695"/>
                  </a:cubicBezTo>
                  <a:cubicBezTo>
                    <a:pt x="4104" y="510"/>
                    <a:pt x="4141" y="437"/>
                    <a:pt x="4141" y="437"/>
                  </a:cubicBezTo>
                  <a:cubicBezTo>
                    <a:pt x="4215" y="289"/>
                    <a:pt x="4141" y="104"/>
                    <a:pt x="3993" y="30"/>
                  </a:cubicBezTo>
                  <a:cubicBezTo>
                    <a:pt x="3953" y="10"/>
                    <a:pt x="3911" y="1"/>
                    <a:pt x="386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0" name="Google Shape;3117;p53"/>
            <p:cNvSpPr/>
            <p:nvPr/>
          </p:nvSpPr>
          <p:spPr>
            <a:xfrm>
              <a:off x="7642080" y="1733400"/>
              <a:ext cx="24480" cy="29736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297360"/>
                <a:gd name="textAreaBottom" fmla="*/ 297720 h 297360"/>
              </a:gdLst>
              <a:ahLst/>
              <a:rect l="textAreaLeft" t="textAreaTop" r="textAreaRight" b="textAreaBottom"/>
              <a:pathLst>
                <a:path w="1443" h="17281">
                  <a:moveTo>
                    <a:pt x="1019" y="0"/>
                  </a:moveTo>
                  <a:cubicBezTo>
                    <a:pt x="1000" y="0"/>
                    <a:pt x="981" y="2"/>
                    <a:pt x="962" y="6"/>
                  </a:cubicBezTo>
                  <a:cubicBezTo>
                    <a:pt x="777" y="6"/>
                    <a:pt x="666" y="154"/>
                    <a:pt x="666" y="302"/>
                  </a:cubicBezTo>
                  <a:cubicBezTo>
                    <a:pt x="666" y="302"/>
                    <a:pt x="666" y="486"/>
                    <a:pt x="703" y="782"/>
                  </a:cubicBezTo>
                  <a:cubicBezTo>
                    <a:pt x="740" y="1670"/>
                    <a:pt x="851" y="3814"/>
                    <a:pt x="851" y="6365"/>
                  </a:cubicBezTo>
                  <a:cubicBezTo>
                    <a:pt x="851" y="9766"/>
                    <a:pt x="666" y="13907"/>
                    <a:pt x="37" y="16938"/>
                  </a:cubicBezTo>
                  <a:cubicBezTo>
                    <a:pt x="0" y="17086"/>
                    <a:pt x="74" y="17271"/>
                    <a:pt x="259" y="17271"/>
                  </a:cubicBezTo>
                  <a:cubicBezTo>
                    <a:pt x="284" y="17277"/>
                    <a:pt x="309" y="17280"/>
                    <a:pt x="335" y="17280"/>
                  </a:cubicBezTo>
                  <a:cubicBezTo>
                    <a:pt x="464" y="17280"/>
                    <a:pt x="598" y="17203"/>
                    <a:pt x="629" y="17049"/>
                  </a:cubicBezTo>
                  <a:cubicBezTo>
                    <a:pt x="1294" y="13944"/>
                    <a:pt x="1442" y="9766"/>
                    <a:pt x="1442" y="6365"/>
                  </a:cubicBezTo>
                  <a:cubicBezTo>
                    <a:pt x="1442" y="2927"/>
                    <a:pt x="1294" y="265"/>
                    <a:pt x="1294" y="265"/>
                  </a:cubicBezTo>
                  <a:cubicBezTo>
                    <a:pt x="1294" y="132"/>
                    <a:pt x="1176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1" name="Google Shape;3118;p53"/>
            <p:cNvSpPr/>
            <p:nvPr/>
          </p:nvSpPr>
          <p:spPr>
            <a:xfrm>
              <a:off x="7764480" y="1988280"/>
              <a:ext cx="18000" cy="4572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45720"/>
                <a:gd name="textAreaBottom" fmla="*/ 46080 h 45720"/>
              </a:gdLst>
              <a:ahLst/>
              <a:rect l="textAreaLeft" t="textAreaTop" r="textAreaRight" b="textAreaBottom"/>
              <a:pathLst>
                <a:path w="1073" h="2670">
                  <a:moveTo>
                    <a:pt x="777" y="0"/>
                  </a:moveTo>
                  <a:cubicBezTo>
                    <a:pt x="629" y="0"/>
                    <a:pt x="444" y="111"/>
                    <a:pt x="444" y="259"/>
                  </a:cubicBezTo>
                  <a:cubicBezTo>
                    <a:pt x="333" y="924"/>
                    <a:pt x="222" y="1590"/>
                    <a:pt x="38" y="2292"/>
                  </a:cubicBezTo>
                  <a:cubicBezTo>
                    <a:pt x="1" y="2440"/>
                    <a:pt x="75" y="2625"/>
                    <a:pt x="259" y="2662"/>
                  </a:cubicBezTo>
                  <a:cubicBezTo>
                    <a:pt x="279" y="2667"/>
                    <a:pt x="299" y="2669"/>
                    <a:pt x="319" y="2669"/>
                  </a:cubicBezTo>
                  <a:cubicBezTo>
                    <a:pt x="453" y="2669"/>
                    <a:pt x="597" y="2569"/>
                    <a:pt x="629" y="2440"/>
                  </a:cubicBezTo>
                  <a:cubicBezTo>
                    <a:pt x="814" y="1738"/>
                    <a:pt x="962" y="1035"/>
                    <a:pt x="1036" y="370"/>
                  </a:cubicBezTo>
                  <a:cubicBezTo>
                    <a:pt x="1073" y="185"/>
                    <a:pt x="962" y="37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040" bIns="23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2" name="Google Shape;3119;p53"/>
            <p:cNvSpPr/>
            <p:nvPr/>
          </p:nvSpPr>
          <p:spPr>
            <a:xfrm>
              <a:off x="7732440" y="1747440"/>
              <a:ext cx="53280" cy="204120"/>
            </a:xfrm>
            <a:custGeom>
              <a:avLst/>
              <a:gdLst>
                <a:gd name="textAreaLeft" fmla="*/ 0 w 53280"/>
                <a:gd name="textAreaRight" fmla="*/ 53640 w 53280"/>
                <a:gd name="textAreaTop" fmla="*/ 0 h 204120"/>
                <a:gd name="textAreaBottom" fmla="*/ 204480 h 204120"/>
              </a:gdLst>
              <a:ahLst/>
              <a:rect l="textAreaLeft" t="textAreaTop" r="textAreaRight" b="textAreaBottom"/>
              <a:pathLst>
                <a:path w="3106" h="11868">
                  <a:moveTo>
                    <a:pt x="377" y="0"/>
                  </a:moveTo>
                  <a:cubicBezTo>
                    <a:pt x="325" y="0"/>
                    <a:pt x="271" y="13"/>
                    <a:pt x="222" y="37"/>
                  </a:cubicBezTo>
                  <a:cubicBezTo>
                    <a:pt x="74" y="111"/>
                    <a:pt x="0" y="296"/>
                    <a:pt x="74" y="444"/>
                  </a:cubicBezTo>
                  <a:lnTo>
                    <a:pt x="111" y="481"/>
                  </a:lnTo>
                  <a:cubicBezTo>
                    <a:pt x="370" y="1035"/>
                    <a:pt x="2514" y="5583"/>
                    <a:pt x="2514" y="11202"/>
                  </a:cubicBezTo>
                  <a:cubicBezTo>
                    <a:pt x="2514" y="11313"/>
                    <a:pt x="2514" y="11424"/>
                    <a:pt x="2514" y="11535"/>
                  </a:cubicBezTo>
                  <a:cubicBezTo>
                    <a:pt x="2514" y="11720"/>
                    <a:pt x="2625" y="11868"/>
                    <a:pt x="2810" y="11868"/>
                  </a:cubicBezTo>
                  <a:cubicBezTo>
                    <a:pt x="2995" y="11868"/>
                    <a:pt x="3106" y="11720"/>
                    <a:pt x="3106" y="11535"/>
                  </a:cubicBezTo>
                  <a:cubicBezTo>
                    <a:pt x="3106" y="11424"/>
                    <a:pt x="3106" y="11313"/>
                    <a:pt x="3106" y="11202"/>
                  </a:cubicBezTo>
                  <a:cubicBezTo>
                    <a:pt x="3106" y="5028"/>
                    <a:pt x="629" y="185"/>
                    <a:pt x="629" y="148"/>
                  </a:cubicBezTo>
                  <a:cubicBezTo>
                    <a:pt x="579" y="50"/>
                    <a:pt x="481" y="0"/>
                    <a:pt x="37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3" name="Google Shape;3120;p53"/>
            <p:cNvSpPr/>
            <p:nvPr/>
          </p:nvSpPr>
          <p:spPr>
            <a:xfrm>
              <a:off x="6949080" y="2581200"/>
              <a:ext cx="1062360" cy="810360"/>
            </a:xfrm>
            <a:custGeom>
              <a:avLst/>
              <a:gdLst>
                <a:gd name="textAreaLeft" fmla="*/ 0 w 1062360"/>
                <a:gd name="textAreaRight" fmla="*/ 1062720 w 1062360"/>
                <a:gd name="textAreaTop" fmla="*/ 0 h 810360"/>
                <a:gd name="textAreaBottom" fmla="*/ 810720 h 810360"/>
              </a:gdLst>
              <a:ahLst/>
              <a:rect l="textAreaLeft" t="textAreaTop" r="textAreaRight" b="textAreaBottom"/>
              <a:pathLst>
                <a:path w="61668" h="47053">
                  <a:moveTo>
                    <a:pt x="29743" y="0"/>
                  </a:moveTo>
                  <a:cubicBezTo>
                    <a:pt x="28951" y="0"/>
                    <a:pt x="28542" y="137"/>
                    <a:pt x="28542" y="137"/>
                  </a:cubicBezTo>
                  <a:cubicBezTo>
                    <a:pt x="28542" y="137"/>
                    <a:pt x="5990" y="9010"/>
                    <a:pt x="4326" y="11524"/>
                  </a:cubicBezTo>
                  <a:cubicBezTo>
                    <a:pt x="2699" y="14001"/>
                    <a:pt x="0" y="23243"/>
                    <a:pt x="0" y="23243"/>
                  </a:cubicBezTo>
                  <a:lnTo>
                    <a:pt x="58451" y="47053"/>
                  </a:lnTo>
                  <a:lnTo>
                    <a:pt x="61667" y="37292"/>
                  </a:lnTo>
                  <a:cubicBezTo>
                    <a:pt x="61667" y="37292"/>
                    <a:pt x="58340" y="18142"/>
                    <a:pt x="56270" y="14814"/>
                  </a:cubicBezTo>
                  <a:cubicBezTo>
                    <a:pt x="54199" y="11524"/>
                    <a:pt x="37452" y="2392"/>
                    <a:pt x="33939" y="950"/>
                  </a:cubicBezTo>
                  <a:cubicBezTo>
                    <a:pt x="32063" y="180"/>
                    <a:pt x="30651" y="0"/>
                    <a:pt x="29743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4" name="Google Shape;3121;p53"/>
            <p:cNvSpPr/>
            <p:nvPr/>
          </p:nvSpPr>
          <p:spPr>
            <a:xfrm>
              <a:off x="6942600" y="2575800"/>
              <a:ext cx="1073880" cy="821520"/>
            </a:xfrm>
            <a:custGeom>
              <a:avLst/>
              <a:gdLst>
                <a:gd name="textAreaLeft" fmla="*/ 0 w 1073880"/>
                <a:gd name="textAreaRight" fmla="*/ 1074240 w 1073880"/>
                <a:gd name="textAreaTop" fmla="*/ 0 h 821520"/>
                <a:gd name="textAreaBottom" fmla="*/ 821880 h 821520"/>
              </a:gdLst>
              <a:ahLst/>
              <a:rect l="textAreaLeft" t="textAreaTop" r="textAreaRight" b="textAreaBottom"/>
              <a:pathLst>
                <a:path w="62333" h="47684">
                  <a:moveTo>
                    <a:pt x="30095" y="629"/>
                  </a:moveTo>
                  <a:cubicBezTo>
                    <a:pt x="30945" y="629"/>
                    <a:pt x="32313" y="777"/>
                    <a:pt x="34198" y="1553"/>
                  </a:cubicBezTo>
                  <a:cubicBezTo>
                    <a:pt x="35049" y="1886"/>
                    <a:pt x="36749" y="2736"/>
                    <a:pt x="38857" y="3845"/>
                  </a:cubicBezTo>
                  <a:cubicBezTo>
                    <a:pt x="41962" y="5509"/>
                    <a:pt x="45992" y="7764"/>
                    <a:pt x="49430" y="9945"/>
                  </a:cubicBezTo>
                  <a:cubicBezTo>
                    <a:pt x="51131" y="11017"/>
                    <a:pt x="52721" y="12053"/>
                    <a:pt x="53941" y="12977"/>
                  </a:cubicBezTo>
                  <a:cubicBezTo>
                    <a:pt x="55161" y="13901"/>
                    <a:pt x="56048" y="14751"/>
                    <a:pt x="56381" y="15306"/>
                  </a:cubicBezTo>
                  <a:cubicBezTo>
                    <a:pt x="56603" y="15676"/>
                    <a:pt x="56898" y="16304"/>
                    <a:pt x="57194" y="17155"/>
                  </a:cubicBezTo>
                  <a:cubicBezTo>
                    <a:pt x="58192" y="20038"/>
                    <a:pt x="59301" y="25177"/>
                    <a:pt x="60189" y="29577"/>
                  </a:cubicBezTo>
                  <a:cubicBezTo>
                    <a:pt x="60632" y="31795"/>
                    <a:pt x="61039" y="33791"/>
                    <a:pt x="61298" y="35270"/>
                  </a:cubicBezTo>
                  <a:cubicBezTo>
                    <a:pt x="61532" y="36610"/>
                    <a:pt x="61676" y="37464"/>
                    <a:pt x="61701" y="37613"/>
                  </a:cubicBezTo>
                  <a:lnTo>
                    <a:pt x="61701" y="37613"/>
                  </a:lnTo>
                  <a:lnTo>
                    <a:pt x="58636" y="46953"/>
                  </a:lnTo>
                  <a:lnTo>
                    <a:pt x="740" y="23360"/>
                  </a:lnTo>
                  <a:lnTo>
                    <a:pt x="740" y="23360"/>
                  </a:lnTo>
                  <a:cubicBezTo>
                    <a:pt x="811" y="23110"/>
                    <a:pt x="935" y="22693"/>
                    <a:pt x="1110" y="22146"/>
                  </a:cubicBezTo>
                  <a:cubicBezTo>
                    <a:pt x="1516" y="20815"/>
                    <a:pt x="2182" y="18707"/>
                    <a:pt x="2884" y="16711"/>
                  </a:cubicBezTo>
                  <a:cubicBezTo>
                    <a:pt x="3624" y="14751"/>
                    <a:pt x="4400" y="12866"/>
                    <a:pt x="4955" y="11979"/>
                  </a:cubicBezTo>
                  <a:cubicBezTo>
                    <a:pt x="5029" y="11868"/>
                    <a:pt x="5213" y="11720"/>
                    <a:pt x="5435" y="11535"/>
                  </a:cubicBezTo>
                  <a:cubicBezTo>
                    <a:pt x="6360" y="10796"/>
                    <a:pt x="8319" y="9723"/>
                    <a:pt x="10722" y="8577"/>
                  </a:cubicBezTo>
                  <a:cubicBezTo>
                    <a:pt x="14308" y="6840"/>
                    <a:pt x="18893" y="4880"/>
                    <a:pt x="22553" y="3364"/>
                  </a:cubicBezTo>
                  <a:cubicBezTo>
                    <a:pt x="24401" y="2588"/>
                    <a:pt x="26028" y="1923"/>
                    <a:pt x="27174" y="1479"/>
                  </a:cubicBezTo>
                  <a:cubicBezTo>
                    <a:pt x="28320" y="998"/>
                    <a:pt x="29023" y="740"/>
                    <a:pt x="29023" y="740"/>
                  </a:cubicBezTo>
                  <a:cubicBezTo>
                    <a:pt x="29023" y="740"/>
                    <a:pt x="29392" y="629"/>
                    <a:pt x="30095" y="629"/>
                  </a:cubicBezTo>
                  <a:close/>
                  <a:moveTo>
                    <a:pt x="30095" y="0"/>
                  </a:moveTo>
                  <a:cubicBezTo>
                    <a:pt x="29281" y="0"/>
                    <a:pt x="28838" y="148"/>
                    <a:pt x="28838" y="148"/>
                  </a:cubicBezTo>
                  <a:lnTo>
                    <a:pt x="28801" y="148"/>
                  </a:lnTo>
                  <a:cubicBezTo>
                    <a:pt x="28801" y="148"/>
                    <a:pt x="23181" y="2366"/>
                    <a:pt x="17303" y="4917"/>
                  </a:cubicBezTo>
                  <a:cubicBezTo>
                    <a:pt x="14382" y="6174"/>
                    <a:pt x="11425" y="7542"/>
                    <a:pt x="9058" y="8725"/>
                  </a:cubicBezTo>
                  <a:cubicBezTo>
                    <a:pt x="7875" y="9317"/>
                    <a:pt x="6840" y="9871"/>
                    <a:pt x="6064" y="10352"/>
                  </a:cubicBezTo>
                  <a:cubicBezTo>
                    <a:pt x="5657" y="10611"/>
                    <a:pt x="5324" y="10833"/>
                    <a:pt x="5066" y="11054"/>
                  </a:cubicBezTo>
                  <a:cubicBezTo>
                    <a:pt x="4807" y="11239"/>
                    <a:pt x="4585" y="11461"/>
                    <a:pt x="4474" y="11646"/>
                  </a:cubicBezTo>
                  <a:cubicBezTo>
                    <a:pt x="4030" y="12311"/>
                    <a:pt x="3550" y="13347"/>
                    <a:pt x="3032" y="14567"/>
                  </a:cubicBezTo>
                  <a:cubicBezTo>
                    <a:pt x="1590" y="18264"/>
                    <a:pt x="75" y="23477"/>
                    <a:pt x="75" y="23477"/>
                  </a:cubicBezTo>
                  <a:cubicBezTo>
                    <a:pt x="1" y="23624"/>
                    <a:pt x="75" y="23772"/>
                    <a:pt x="222" y="23846"/>
                  </a:cubicBezTo>
                  <a:lnTo>
                    <a:pt x="58673" y="47655"/>
                  </a:lnTo>
                  <a:cubicBezTo>
                    <a:pt x="58728" y="47674"/>
                    <a:pt x="58775" y="47683"/>
                    <a:pt x="58816" y="47683"/>
                  </a:cubicBezTo>
                  <a:cubicBezTo>
                    <a:pt x="58858" y="47683"/>
                    <a:pt x="58895" y="47674"/>
                    <a:pt x="58932" y="47655"/>
                  </a:cubicBezTo>
                  <a:cubicBezTo>
                    <a:pt x="59006" y="47618"/>
                    <a:pt x="59080" y="47544"/>
                    <a:pt x="59117" y="47471"/>
                  </a:cubicBezTo>
                  <a:lnTo>
                    <a:pt x="62333" y="37710"/>
                  </a:lnTo>
                  <a:lnTo>
                    <a:pt x="62333" y="37562"/>
                  </a:lnTo>
                  <a:cubicBezTo>
                    <a:pt x="62333" y="37562"/>
                    <a:pt x="61483" y="32756"/>
                    <a:pt x="60411" y="27543"/>
                  </a:cubicBezTo>
                  <a:cubicBezTo>
                    <a:pt x="59856" y="24918"/>
                    <a:pt x="59264" y="22220"/>
                    <a:pt x="58673" y="19964"/>
                  </a:cubicBezTo>
                  <a:cubicBezTo>
                    <a:pt x="58340" y="18818"/>
                    <a:pt x="58044" y="17783"/>
                    <a:pt x="57749" y="16933"/>
                  </a:cubicBezTo>
                  <a:cubicBezTo>
                    <a:pt x="57453" y="16082"/>
                    <a:pt x="57194" y="15417"/>
                    <a:pt x="56898" y="14973"/>
                  </a:cubicBezTo>
                  <a:cubicBezTo>
                    <a:pt x="56603" y="14493"/>
                    <a:pt x="56122" y="13975"/>
                    <a:pt x="55420" y="13421"/>
                  </a:cubicBezTo>
                  <a:cubicBezTo>
                    <a:pt x="53090" y="11387"/>
                    <a:pt x="48617" y="8614"/>
                    <a:pt x="44328" y="6174"/>
                  </a:cubicBezTo>
                  <a:cubicBezTo>
                    <a:pt x="40040" y="3734"/>
                    <a:pt x="35973" y="1627"/>
                    <a:pt x="34420" y="998"/>
                  </a:cubicBezTo>
                  <a:cubicBezTo>
                    <a:pt x="32498" y="185"/>
                    <a:pt x="31019" y="0"/>
                    <a:pt x="30095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5" name="Google Shape;3122;p53"/>
            <p:cNvSpPr/>
            <p:nvPr/>
          </p:nvSpPr>
          <p:spPr>
            <a:xfrm>
              <a:off x="7723080" y="2963520"/>
              <a:ext cx="67680" cy="337680"/>
            </a:xfrm>
            <a:custGeom>
              <a:avLst/>
              <a:gdLst>
                <a:gd name="textAreaLeft" fmla="*/ 0 w 67680"/>
                <a:gd name="textAreaRight" fmla="*/ 68040 w 67680"/>
                <a:gd name="textAreaTop" fmla="*/ 0 h 337680"/>
                <a:gd name="textAreaBottom" fmla="*/ 338040 h 337680"/>
              </a:gdLst>
              <a:ahLst/>
              <a:rect l="textAreaLeft" t="textAreaTop" r="textAreaRight" b="textAreaBottom"/>
              <a:pathLst>
                <a:path w="3957" h="19609">
                  <a:moveTo>
                    <a:pt x="3628" y="0"/>
                  </a:moveTo>
                  <a:cubicBezTo>
                    <a:pt x="3476" y="0"/>
                    <a:pt x="3360" y="105"/>
                    <a:pt x="3328" y="266"/>
                  </a:cubicBezTo>
                  <a:lnTo>
                    <a:pt x="38" y="19269"/>
                  </a:lnTo>
                  <a:cubicBezTo>
                    <a:pt x="1" y="19417"/>
                    <a:pt x="111" y="19565"/>
                    <a:pt x="259" y="19602"/>
                  </a:cubicBezTo>
                  <a:cubicBezTo>
                    <a:pt x="283" y="19607"/>
                    <a:pt x="307" y="19609"/>
                    <a:pt x="329" y="19609"/>
                  </a:cubicBezTo>
                  <a:cubicBezTo>
                    <a:pt x="481" y="19609"/>
                    <a:pt x="597" y="19504"/>
                    <a:pt x="629" y="19343"/>
                  </a:cubicBezTo>
                  <a:lnTo>
                    <a:pt x="3919" y="377"/>
                  </a:lnTo>
                  <a:cubicBezTo>
                    <a:pt x="3956" y="192"/>
                    <a:pt x="3846" y="44"/>
                    <a:pt x="3698" y="7"/>
                  </a:cubicBezTo>
                  <a:cubicBezTo>
                    <a:pt x="3674" y="3"/>
                    <a:pt x="3650" y="0"/>
                    <a:pt x="362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6" name="Google Shape;3123;p53"/>
            <p:cNvSpPr/>
            <p:nvPr/>
          </p:nvSpPr>
          <p:spPr>
            <a:xfrm>
              <a:off x="7048440" y="2581200"/>
              <a:ext cx="700560" cy="720000"/>
            </a:xfrm>
            <a:custGeom>
              <a:avLst/>
              <a:gdLst>
                <a:gd name="textAreaLeft" fmla="*/ 0 w 700560"/>
                <a:gd name="textAreaRight" fmla="*/ 700920 w 700560"/>
                <a:gd name="textAreaTop" fmla="*/ 0 h 720000"/>
                <a:gd name="textAreaBottom" fmla="*/ 720360 h 720000"/>
              </a:gdLst>
              <a:ahLst/>
              <a:rect l="textAreaLeft" t="textAreaTop" r="textAreaRight" b="textAreaBottom"/>
              <a:pathLst>
                <a:path w="40669" h="41803">
                  <a:moveTo>
                    <a:pt x="23976" y="0"/>
                  </a:moveTo>
                  <a:cubicBezTo>
                    <a:pt x="23184" y="0"/>
                    <a:pt x="22775" y="137"/>
                    <a:pt x="22775" y="137"/>
                  </a:cubicBezTo>
                  <a:cubicBezTo>
                    <a:pt x="22775" y="137"/>
                    <a:pt x="15307" y="3094"/>
                    <a:pt x="8652" y="6052"/>
                  </a:cubicBezTo>
                  <a:cubicBezTo>
                    <a:pt x="7617" y="9638"/>
                    <a:pt x="5435" y="16219"/>
                    <a:pt x="1886" y="22060"/>
                  </a:cubicBezTo>
                  <a:cubicBezTo>
                    <a:pt x="1147" y="23243"/>
                    <a:pt x="518" y="24427"/>
                    <a:pt x="1" y="25610"/>
                  </a:cubicBezTo>
                  <a:lnTo>
                    <a:pt x="39707" y="41803"/>
                  </a:lnTo>
                  <a:cubicBezTo>
                    <a:pt x="39929" y="36442"/>
                    <a:pt x="40188" y="26978"/>
                    <a:pt x="39744" y="20212"/>
                  </a:cubicBezTo>
                  <a:cubicBezTo>
                    <a:pt x="39411" y="14592"/>
                    <a:pt x="40040" y="10341"/>
                    <a:pt x="40668" y="7642"/>
                  </a:cubicBezTo>
                  <a:cubicBezTo>
                    <a:pt x="35529" y="4610"/>
                    <a:pt x="30021" y="1727"/>
                    <a:pt x="28172" y="950"/>
                  </a:cubicBezTo>
                  <a:cubicBezTo>
                    <a:pt x="26296" y="180"/>
                    <a:pt x="24884" y="0"/>
                    <a:pt x="2397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7" name="Google Shape;3124;p53"/>
            <p:cNvSpPr/>
            <p:nvPr/>
          </p:nvSpPr>
          <p:spPr>
            <a:xfrm>
              <a:off x="7041960" y="2575800"/>
              <a:ext cx="712440" cy="730440"/>
            </a:xfrm>
            <a:custGeom>
              <a:avLst/>
              <a:gdLst>
                <a:gd name="textAreaLeft" fmla="*/ 0 w 712440"/>
                <a:gd name="textAreaRight" fmla="*/ 712800 w 712440"/>
                <a:gd name="textAreaTop" fmla="*/ 0 h 730440"/>
                <a:gd name="textAreaBottom" fmla="*/ 730800 h 730440"/>
              </a:gdLst>
              <a:ahLst/>
              <a:rect l="textAreaLeft" t="textAreaTop" r="textAreaRight" b="textAreaBottom"/>
              <a:pathLst>
                <a:path w="41371" h="42406">
                  <a:moveTo>
                    <a:pt x="24327" y="0"/>
                  </a:moveTo>
                  <a:cubicBezTo>
                    <a:pt x="23513" y="0"/>
                    <a:pt x="23070" y="148"/>
                    <a:pt x="23070" y="148"/>
                  </a:cubicBezTo>
                  <a:lnTo>
                    <a:pt x="23033" y="148"/>
                  </a:lnTo>
                  <a:cubicBezTo>
                    <a:pt x="23033" y="148"/>
                    <a:pt x="15565" y="3106"/>
                    <a:pt x="8873" y="6100"/>
                  </a:cubicBezTo>
                  <a:cubicBezTo>
                    <a:pt x="8799" y="6137"/>
                    <a:pt x="8762" y="6174"/>
                    <a:pt x="8725" y="6285"/>
                  </a:cubicBezTo>
                  <a:cubicBezTo>
                    <a:pt x="7690" y="9834"/>
                    <a:pt x="5509" y="16415"/>
                    <a:pt x="1996" y="22220"/>
                  </a:cubicBezTo>
                  <a:cubicBezTo>
                    <a:pt x="1257" y="23403"/>
                    <a:pt x="629" y="24586"/>
                    <a:pt x="74" y="25769"/>
                  </a:cubicBezTo>
                  <a:cubicBezTo>
                    <a:pt x="0" y="25917"/>
                    <a:pt x="74" y="26101"/>
                    <a:pt x="222" y="26175"/>
                  </a:cubicBezTo>
                  <a:cubicBezTo>
                    <a:pt x="261" y="26195"/>
                    <a:pt x="304" y="26204"/>
                    <a:pt x="346" y="26204"/>
                  </a:cubicBezTo>
                  <a:cubicBezTo>
                    <a:pt x="461" y="26204"/>
                    <a:pt x="574" y="26136"/>
                    <a:pt x="629" y="26028"/>
                  </a:cubicBezTo>
                  <a:cubicBezTo>
                    <a:pt x="1183" y="24881"/>
                    <a:pt x="1812" y="23698"/>
                    <a:pt x="2514" y="22515"/>
                  </a:cubicBezTo>
                  <a:cubicBezTo>
                    <a:pt x="6047" y="16760"/>
                    <a:pt x="8217" y="10215"/>
                    <a:pt x="9270" y="6593"/>
                  </a:cubicBezTo>
                  <a:lnTo>
                    <a:pt x="9270" y="6593"/>
                  </a:lnTo>
                  <a:cubicBezTo>
                    <a:pt x="12557" y="5134"/>
                    <a:pt x="16046" y="3645"/>
                    <a:pt x="18707" y="2588"/>
                  </a:cubicBezTo>
                  <a:cubicBezTo>
                    <a:pt x="20038" y="2034"/>
                    <a:pt x="21184" y="1553"/>
                    <a:pt x="21998" y="1220"/>
                  </a:cubicBezTo>
                  <a:cubicBezTo>
                    <a:pt x="22811" y="924"/>
                    <a:pt x="23255" y="740"/>
                    <a:pt x="23255" y="740"/>
                  </a:cubicBezTo>
                  <a:cubicBezTo>
                    <a:pt x="23255" y="740"/>
                    <a:pt x="23624" y="629"/>
                    <a:pt x="24327" y="629"/>
                  </a:cubicBezTo>
                  <a:cubicBezTo>
                    <a:pt x="25177" y="629"/>
                    <a:pt x="26545" y="777"/>
                    <a:pt x="28430" y="1553"/>
                  </a:cubicBezTo>
                  <a:cubicBezTo>
                    <a:pt x="29318" y="1923"/>
                    <a:pt x="31166" y="2847"/>
                    <a:pt x="33421" y="4030"/>
                  </a:cubicBezTo>
                  <a:cubicBezTo>
                    <a:pt x="35592" y="5187"/>
                    <a:pt x="38187" y="6628"/>
                    <a:pt x="40687" y="8109"/>
                  </a:cubicBezTo>
                  <a:lnTo>
                    <a:pt x="40687" y="8109"/>
                  </a:lnTo>
                  <a:cubicBezTo>
                    <a:pt x="40188" y="10284"/>
                    <a:pt x="39706" y="13416"/>
                    <a:pt x="39706" y="17339"/>
                  </a:cubicBezTo>
                  <a:cubicBezTo>
                    <a:pt x="39706" y="18375"/>
                    <a:pt x="39743" y="19410"/>
                    <a:pt x="39817" y="20519"/>
                  </a:cubicBezTo>
                  <a:cubicBezTo>
                    <a:pt x="39965" y="23218"/>
                    <a:pt x="40039" y="26360"/>
                    <a:pt x="40039" y="29503"/>
                  </a:cubicBezTo>
                  <a:cubicBezTo>
                    <a:pt x="40039" y="34198"/>
                    <a:pt x="39891" y="38893"/>
                    <a:pt x="39780" y="42073"/>
                  </a:cubicBezTo>
                  <a:cubicBezTo>
                    <a:pt x="39780" y="42258"/>
                    <a:pt x="39891" y="42406"/>
                    <a:pt x="40076" y="42406"/>
                  </a:cubicBezTo>
                  <a:cubicBezTo>
                    <a:pt x="40261" y="42406"/>
                    <a:pt x="40372" y="42258"/>
                    <a:pt x="40409" y="42110"/>
                  </a:cubicBezTo>
                  <a:cubicBezTo>
                    <a:pt x="40520" y="38893"/>
                    <a:pt x="40668" y="34198"/>
                    <a:pt x="40668" y="29503"/>
                  </a:cubicBezTo>
                  <a:cubicBezTo>
                    <a:pt x="40668" y="26360"/>
                    <a:pt x="40594" y="23218"/>
                    <a:pt x="40409" y="20482"/>
                  </a:cubicBezTo>
                  <a:cubicBezTo>
                    <a:pt x="40372" y="19373"/>
                    <a:pt x="40335" y="18338"/>
                    <a:pt x="40335" y="17339"/>
                  </a:cubicBezTo>
                  <a:cubicBezTo>
                    <a:pt x="40335" y="13310"/>
                    <a:pt x="40816" y="10167"/>
                    <a:pt x="41333" y="8023"/>
                  </a:cubicBezTo>
                  <a:cubicBezTo>
                    <a:pt x="41370" y="7912"/>
                    <a:pt x="41296" y="7764"/>
                    <a:pt x="41185" y="7690"/>
                  </a:cubicBezTo>
                  <a:cubicBezTo>
                    <a:pt x="38634" y="6174"/>
                    <a:pt x="35972" y="4695"/>
                    <a:pt x="33680" y="3475"/>
                  </a:cubicBezTo>
                  <a:cubicBezTo>
                    <a:pt x="31425" y="2292"/>
                    <a:pt x="29613" y="1368"/>
                    <a:pt x="28652" y="998"/>
                  </a:cubicBezTo>
                  <a:cubicBezTo>
                    <a:pt x="26730" y="185"/>
                    <a:pt x="25251" y="0"/>
                    <a:pt x="2432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8" name="Google Shape;3125;p53"/>
            <p:cNvSpPr/>
            <p:nvPr/>
          </p:nvSpPr>
          <p:spPr>
            <a:xfrm>
              <a:off x="7277760" y="2581200"/>
              <a:ext cx="397800" cy="554760"/>
            </a:xfrm>
            <a:custGeom>
              <a:avLst/>
              <a:gdLst>
                <a:gd name="textAreaLeft" fmla="*/ 0 w 397800"/>
                <a:gd name="textAreaRight" fmla="*/ 398160 w 397800"/>
                <a:gd name="textAreaTop" fmla="*/ 0 h 554760"/>
                <a:gd name="textAreaBottom" fmla="*/ 555120 h 554760"/>
              </a:gdLst>
              <a:ahLst/>
              <a:rect l="textAreaLeft" t="textAreaTop" r="textAreaRight" b="textAreaBottom"/>
              <a:pathLst>
                <a:path w="23107" h="32208">
                  <a:moveTo>
                    <a:pt x="10666" y="0"/>
                  </a:moveTo>
                  <a:cubicBezTo>
                    <a:pt x="9874" y="0"/>
                    <a:pt x="9465" y="137"/>
                    <a:pt x="9465" y="137"/>
                  </a:cubicBezTo>
                  <a:cubicBezTo>
                    <a:pt x="9465" y="137"/>
                    <a:pt x="5435" y="1727"/>
                    <a:pt x="629" y="3760"/>
                  </a:cubicBezTo>
                  <a:cubicBezTo>
                    <a:pt x="259" y="7494"/>
                    <a:pt x="0" y="13040"/>
                    <a:pt x="998" y="17735"/>
                  </a:cubicBezTo>
                  <a:cubicBezTo>
                    <a:pt x="2616" y="25355"/>
                    <a:pt x="4793" y="32207"/>
                    <a:pt x="6815" y="32207"/>
                  </a:cubicBezTo>
                  <a:cubicBezTo>
                    <a:pt x="6873" y="32207"/>
                    <a:pt x="6930" y="32202"/>
                    <a:pt x="6988" y="32190"/>
                  </a:cubicBezTo>
                  <a:cubicBezTo>
                    <a:pt x="9021" y="31784"/>
                    <a:pt x="19742" y="13003"/>
                    <a:pt x="23107" y="5202"/>
                  </a:cubicBezTo>
                  <a:cubicBezTo>
                    <a:pt x="19447" y="3168"/>
                    <a:pt x="16193" y="1505"/>
                    <a:pt x="14862" y="950"/>
                  </a:cubicBezTo>
                  <a:cubicBezTo>
                    <a:pt x="12986" y="180"/>
                    <a:pt x="11574" y="0"/>
                    <a:pt x="1066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799" name="Google Shape;3126;p53"/>
            <p:cNvSpPr/>
            <p:nvPr/>
          </p:nvSpPr>
          <p:spPr>
            <a:xfrm>
              <a:off x="7277760" y="2575800"/>
              <a:ext cx="403560" cy="565560"/>
            </a:xfrm>
            <a:custGeom>
              <a:avLst/>
              <a:gdLst>
                <a:gd name="textAreaLeft" fmla="*/ 0 w 403560"/>
                <a:gd name="textAreaRight" fmla="*/ 403920 w 403560"/>
                <a:gd name="textAreaTop" fmla="*/ 0 h 565560"/>
                <a:gd name="textAreaBottom" fmla="*/ 565920 h 565560"/>
              </a:gdLst>
              <a:ahLst/>
              <a:rect l="textAreaLeft" t="textAreaTop" r="textAreaRight" b="textAreaBottom"/>
              <a:pathLst>
                <a:path w="23440" h="32831">
                  <a:moveTo>
                    <a:pt x="10648" y="629"/>
                  </a:moveTo>
                  <a:cubicBezTo>
                    <a:pt x="11498" y="629"/>
                    <a:pt x="12866" y="777"/>
                    <a:pt x="14751" y="1553"/>
                  </a:cubicBezTo>
                  <a:cubicBezTo>
                    <a:pt x="16014" y="2094"/>
                    <a:pt x="19179" y="3692"/>
                    <a:pt x="22698" y="5659"/>
                  </a:cubicBezTo>
                  <a:lnTo>
                    <a:pt x="22698" y="5659"/>
                  </a:lnTo>
                  <a:cubicBezTo>
                    <a:pt x="20993" y="9573"/>
                    <a:pt x="17561" y="16060"/>
                    <a:pt x="14271" y="21628"/>
                  </a:cubicBezTo>
                  <a:cubicBezTo>
                    <a:pt x="12607" y="24475"/>
                    <a:pt x="10980" y="27100"/>
                    <a:pt x="9649" y="29059"/>
                  </a:cubicBezTo>
                  <a:cubicBezTo>
                    <a:pt x="8984" y="30020"/>
                    <a:pt x="8355" y="30797"/>
                    <a:pt x="7875" y="31351"/>
                  </a:cubicBezTo>
                  <a:cubicBezTo>
                    <a:pt x="7653" y="31610"/>
                    <a:pt x="7431" y="31832"/>
                    <a:pt x="7283" y="31980"/>
                  </a:cubicBezTo>
                  <a:cubicBezTo>
                    <a:pt x="7098" y="32128"/>
                    <a:pt x="6951" y="32202"/>
                    <a:pt x="6914" y="32202"/>
                  </a:cubicBezTo>
                  <a:lnTo>
                    <a:pt x="6803" y="32202"/>
                  </a:lnTo>
                  <a:cubicBezTo>
                    <a:pt x="6655" y="32202"/>
                    <a:pt x="6470" y="32165"/>
                    <a:pt x="6248" y="31980"/>
                  </a:cubicBezTo>
                  <a:cubicBezTo>
                    <a:pt x="5841" y="31684"/>
                    <a:pt x="5398" y="31056"/>
                    <a:pt x="4991" y="30205"/>
                  </a:cubicBezTo>
                  <a:cubicBezTo>
                    <a:pt x="3660" y="27617"/>
                    <a:pt x="2329" y="22959"/>
                    <a:pt x="1294" y="17968"/>
                  </a:cubicBezTo>
                  <a:cubicBezTo>
                    <a:pt x="777" y="15565"/>
                    <a:pt x="629" y="12940"/>
                    <a:pt x="629" y="10426"/>
                  </a:cubicBezTo>
                  <a:cubicBezTo>
                    <a:pt x="629" y="8178"/>
                    <a:pt x="766" y="6033"/>
                    <a:pt x="942" y="4290"/>
                  </a:cubicBezTo>
                  <a:lnTo>
                    <a:pt x="942" y="4290"/>
                  </a:lnTo>
                  <a:cubicBezTo>
                    <a:pt x="3246" y="3286"/>
                    <a:pt x="5398" y="2425"/>
                    <a:pt x="6951" y="1775"/>
                  </a:cubicBezTo>
                  <a:cubicBezTo>
                    <a:pt x="7764" y="1442"/>
                    <a:pt x="8429" y="1183"/>
                    <a:pt x="8873" y="998"/>
                  </a:cubicBezTo>
                  <a:cubicBezTo>
                    <a:pt x="9317" y="813"/>
                    <a:pt x="9576" y="740"/>
                    <a:pt x="9576" y="740"/>
                  </a:cubicBezTo>
                  <a:cubicBezTo>
                    <a:pt x="9576" y="740"/>
                    <a:pt x="9945" y="629"/>
                    <a:pt x="10648" y="629"/>
                  </a:cubicBezTo>
                  <a:close/>
                  <a:moveTo>
                    <a:pt x="10648" y="0"/>
                  </a:moveTo>
                  <a:cubicBezTo>
                    <a:pt x="9834" y="0"/>
                    <a:pt x="9391" y="148"/>
                    <a:pt x="9391" y="148"/>
                  </a:cubicBezTo>
                  <a:lnTo>
                    <a:pt x="9354" y="148"/>
                  </a:lnTo>
                  <a:cubicBezTo>
                    <a:pt x="9354" y="148"/>
                    <a:pt x="5324" y="1738"/>
                    <a:pt x="518" y="3771"/>
                  </a:cubicBezTo>
                  <a:cubicBezTo>
                    <a:pt x="407" y="3808"/>
                    <a:pt x="333" y="3919"/>
                    <a:pt x="333" y="4030"/>
                  </a:cubicBezTo>
                  <a:cubicBezTo>
                    <a:pt x="148" y="5842"/>
                    <a:pt x="0" y="8060"/>
                    <a:pt x="0" y="10426"/>
                  </a:cubicBezTo>
                  <a:cubicBezTo>
                    <a:pt x="0" y="12977"/>
                    <a:pt x="185" y="15639"/>
                    <a:pt x="703" y="18079"/>
                  </a:cubicBezTo>
                  <a:cubicBezTo>
                    <a:pt x="1479" y="21924"/>
                    <a:pt x="2440" y="25547"/>
                    <a:pt x="3475" y="28246"/>
                  </a:cubicBezTo>
                  <a:cubicBezTo>
                    <a:pt x="3956" y="29614"/>
                    <a:pt x="4474" y="30723"/>
                    <a:pt x="5028" y="31499"/>
                  </a:cubicBezTo>
                  <a:cubicBezTo>
                    <a:pt x="5287" y="31906"/>
                    <a:pt x="5583" y="32239"/>
                    <a:pt x="5841" y="32460"/>
                  </a:cubicBezTo>
                  <a:cubicBezTo>
                    <a:pt x="6137" y="32682"/>
                    <a:pt x="6470" y="32830"/>
                    <a:pt x="6803" y="32830"/>
                  </a:cubicBezTo>
                  <a:cubicBezTo>
                    <a:pt x="6877" y="32830"/>
                    <a:pt x="6988" y="32830"/>
                    <a:pt x="7062" y="32793"/>
                  </a:cubicBezTo>
                  <a:cubicBezTo>
                    <a:pt x="7283" y="32756"/>
                    <a:pt x="7468" y="32645"/>
                    <a:pt x="7653" y="32460"/>
                  </a:cubicBezTo>
                  <a:cubicBezTo>
                    <a:pt x="8060" y="32128"/>
                    <a:pt x="8540" y="31573"/>
                    <a:pt x="9058" y="30871"/>
                  </a:cubicBezTo>
                  <a:cubicBezTo>
                    <a:pt x="12903" y="25843"/>
                    <a:pt x="20593" y="12090"/>
                    <a:pt x="23403" y="5657"/>
                  </a:cubicBezTo>
                  <a:cubicBezTo>
                    <a:pt x="23439" y="5509"/>
                    <a:pt x="23403" y="5324"/>
                    <a:pt x="23255" y="5250"/>
                  </a:cubicBezTo>
                  <a:cubicBezTo>
                    <a:pt x="19595" y="3217"/>
                    <a:pt x="16341" y="1553"/>
                    <a:pt x="14973" y="998"/>
                  </a:cubicBezTo>
                  <a:cubicBezTo>
                    <a:pt x="13051" y="185"/>
                    <a:pt x="11572" y="0"/>
                    <a:pt x="10648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0" name="Google Shape;3127;p53"/>
            <p:cNvSpPr/>
            <p:nvPr/>
          </p:nvSpPr>
          <p:spPr>
            <a:xfrm>
              <a:off x="7295040" y="2838240"/>
              <a:ext cx="63360" cy="44640"/>
            </a:xfrm>
            <a:custGeom>
              <a:avLst/>
              <a:gdLst>
                <a:gd name="textAreaLeft" fmla="*/ 0 w 63360"/>
                <a:gd name="textAreaRight" fmla="*/ 63720 w 63360"/>
                <a:gd name="textAreaTop" fmla="*/ 0 h 44640"/>
                <a:gd name="textAreaBottom" fmla="*/ 45000 h 44640"/>
              </a:gdLst>
              <a:ahLst/>
              <a:rect l="textAreaLeft" t="textAreaTop" r="textAreaRight" b="textAreaBottom"/>
              <a:pathLst>
                <a:path w="3698" h="2607">
                  <a:moveTo>
                    <a:pt x="335" y="1"/>
                  </a:moveTo>
                  <a:cubicBezTo>
                    <a:pt x="241" y="1"/>
                    <a:pt x="156" y="49"/>
                    <a:pt x="111" y="139"/>
                  </a:cubicBezTo>
                  <a:cubicBezTo>
                    <a:pt x="0" y="287"/>
                    <a:pt x="37" y="472"/>
                    <a:pt x="185" y="546"/>
                  </a:cubicBezTo>
                  <a:lnTo>
                    <a:pt x="3180" y="2542"/>
                  </a:lnTo>
                  <a:cubicBezTo>
                    <a:pt x="3224" y="2586"/>
                    <a:pt x="3285" y="2607"/>
                    <a:pt x="3347" y="2607"/>
                  </a:cubicBezTo>
                  <a:cubicBezTo>
                    <a:pt x="3443" y="2607"/>
                    <a:pt x="3542" y="2558"/>
                    <a:pt x="3586" y="2468"/>
                  </a:cubicBezTo>
                  <a:cubicBezTo>
                    <a:pt x="3697" y="2320"/>
                    <a:pt x="3660" y="2135"/>
                    <a:pt x="3513" y="2024"/>
                  </a:cubicBezTo>
                  <a:lnTo>
                    <a:pt x="518" y="65"/>
                  </a:lnTo>
                  <a:cubicBezTo>
                    <a:pt x="460" y="21"/>
                    <a:pt x="396" y="1"/>
                    <a:pt x="33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2320" bIns="22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1" name="Google Shape;3128;p53"/>
            <p:cNvSpPr/>
            <p:nvPr/>
          </p:nvSpPr>
          <p:spPr>
            <a:xfrm>
              <a:off x="7449120" y="2895480"/>
              <a:ext cx="96480" cy="216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21600"/>
                <a:gd name="textAreaBottom" fmla="*/ 21960 h 21600"/>
              </a:gdLst>
              <a:ahLst/>
              <a:rect l="textAreaLeft" t="textAreaTop" r="textAreaRight" b="textAreaBottom"/>
              <a:pathLst>
                <a:path w="5620" h="1272">
                  <a:moveTo>
                    <a:pt x="313" y="0"/>
                  </a:moveTo>
                  <a:cubicBezTo>
                    <a:pt x="186" y="0"/>
                    <a:pt x="69" y="105"/>
                    <a:pt x="37" y="266"/>
                  </a:cubicBezTo>
                  <a:cubicBezTo>
                    <a:pt x="0" y="414"/>
                    <a:pt x="148" y="599"/>
                    <a:pt x="296" y="599"/>
                  </a:cubicBezTo>
                  <a:lnTo>
                    <a:pt x="5250" y="1264"/>
                  </a:lnTo>
                  <a:cubicBezTo>
                    <a:pt x="5274" y="1269"/>
                    <a:pt x="5297" y="1272"/>
                    <a:pt x="5320" y="1272"/>
                  </a:cubicBezTo>
                  <a:cubicBezTo>
                    <a:pt x="5471" y="1272"/>
                    <a:pt x="5588" y="1167"/>
                    <a:pt x="5620" y="1006"/>
                  </a:cubicBezTo>
                  <a:cubicBezTo>
                    <a:pt x="5620" y="821"/>
                    <a:pt x="5509" y="673"/>
                    <a:pt x="5361" y="673"/>
                  </a:cubicBezTo>
                  <a:lnTo>
                    <a:pt x="370" y="7"/>
                  </a:lnTo>
                  <a:cubicBezTo>
                    <a:pt x="351" y="3"/>
                    <a:pt x="332" y="0"/>
                    <a:pt x="31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800" bIns="108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2" name="Google Shape;3129;p53"/>
            <p:cNvSpPr/>
            <p:nvPr/>
          </p:nvSpPr>
          <p:spPr>
            <a:xfrm>
              <a:off x="7324920" y="2451600"/>
              <a:ext cx="280080" cy="288360"/>
            </a:xfrm>
            <a:custGeom>
              <a:avLst/>
              <a:gdLst>
                <a:gd name="textAreaLeft" fmla="*/ 0 w 280080"/>
                <a:gd name="textAreaRight" fmla="*/ 280440 w 280080"/>
                <a:gd name="textAreaTop" fmla="*/ 0 h 288360"/>
                <a:gd name="textAreaBottom" fmla="*/ 288720 h 288360"/>
              </a:gdLst>
              <a:ahLst/>
              <a:rect l="textAreaLeft" t="textAreaTop" r="textAreaRight" b="textAreaBottom"/>
              <a:pathLst>
                <a:path w="16268" h="16749">
                  <a:moveTo>
                    <a:pt x="519" y="1"/>
                  </a:moveTo>
                  <a:lnTo>
                    <a:pt x="519" y="1"/>
                  </a:lnTo>
                  <a:cubicBezTo>
                    <a:pt x="519" y="1"/>
                    <a:pt x="556" y="7062"/>
                    <a:pt x="334" y="9502"/>
                  </a:cubicBezTo>
                  <a:cubicBezTo>
                    <a:pt x="112" y="11573"/>
                    <a:pt x="1" y="16749"/>
                    <a:pt x="1" y="16749"/>
                  </a:cubicBezTo>
                  <a:lnTo>
                    <a:pt x="14789" y="15492"/>
                  </a:lnTo>
                  <a:lnTo>
                    <a:pt x="16268" y="1849"/>
                  </a:lnTo>
                  <a:lnTo>
                    <a:pt x="519" y="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3" name="Google Shape;3130;p53"/>
            <p:cNvSpPr/>
            <p:nvPr/>
          </p:nvSpPr>
          <p:spPr>
            <a:xfrm>
              <a:off x="7329960" y="2451600"/>
              <a:ext cx="275040" cy="248040"/>
            </a:xfrm>
            <a:custGeom>
              <a:avLst/>
              <a:gdLst>
                <a:gd name="textAreaLeft" fmla="*/ 0 w 275040"/>
                <a:gd name="textAreaRight" fmla="*/ 275400 w 275040"/>
                <a:gd name="textAreaTop" fmla="*/ 0 h 248040"/>
                <a:gd name="textAreaBottom" fmla="*/ 248400 h 248040"/>
              </a:gdLst>
              <a:ahLst/>
              <a:rect l="textAreaLeft" t="textAreaTop" r="textAreaRight" b="textAreaBottom"/>
              <a:pathLst>
                <a:path w="15972" h="14420">
                  <a:moveTo>
                    <a:pt x="223" y="1"/>
                  </a:moveTo>
                  <a:lnTo>
                    <a:pt x="223" y="1"/>
                  </a:lnTo>
                  <a:cubicBezTo>
                    <a:pt x="223" y="1"/>
                    <a:pt x="260" y="7062"/>
                    <a:pt x="38" y="9502"/>
                  </a:cubicBezTo>
                  <a:cubicBezTo>
                    <a:pt x="38" y="9576"/>
                    <a:pt x="1" y="9650"/>
                    <a:pt x="1" y="9761"/>
                  </a:cubicBezTo>
                  <a:cubicBezTo>
                    <a:pt x="1590" y="11905"/>
                    <a:pt x="3920" y="14419"/>
                    <a:pt x="5990" y="14419"/>
                  </a:cubicBezTo>
                  <a:cubicBezTo>
                    <a:pt x="8023" y="14419"/>
                    <a:pt x="11868" y="12497"/>
                    <a:pt x="15011" y="10685"/>
                  </a:cubicBezTo>
                  <a:lnTo>
                    <a:pt x="15972" y="1849"/>
                  </a:lnTo>
                  <a:lnTo>
                    <a:pt x="22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4" name="Google Shape;3131;p53"/>
            <p:cNvSpPr/>
            <p:nvPr/>
          </p:nvSpPr>
          <p:spPr>
            <a:xfrm>
              <a:off x="7329960" y="2504880"/>
              <a:ext cx="266040" cy="194760"/>
            </a:xfrm>
            <a:custGeom>
              <a:avLst/>
              <a:gdLst>
                <a:gd name="textAreaLeft" fmla="*/ 0 w 266040"/>
                <a:gd name="textAreaRight" fmla="*/ 266400 w 266040"/>
                <a:gd name="textAreaTop" fmla="*/ 0 h 194760"/>
                <a:gd name="textAreaBottom" fmla="*/ 195120 h 194760"/>
              </a:gdLst>
              <a:ahLst/>
              <a:rect l="textAreaLeft" t="textAreaTop" r="textAreaRight" b="textAreaBottom"/>
              <a:pathLst>
                <a:path w="15455" h="11314">
                  <a:moveTo>
                    <a:pt x="223" y="0"/>
                  </a:moveTo>
                  <a:cubicBezTo>
                    <a:pt x="223" y="2219"/>
                    <a:pt x="149" y="5028"/>
                    <a:pt x="38" y="6396"/>
                  </a:cubicBezTo>
                  <a:cubicBezTo>
                    <a:pt x="38" y="6433"/>
                    <a:pt x="38" y="6433"/>
                    <a:pt x="38" y="6470"/>
                  </a:cubicBezTo>
                  <a:cubicBezTo>
                    <a:pt x="1" y="6507"/>
                    <a:pt x="1" y="6581"/>
                    <a:pt x="1" y="6655"/>
                  </a:cubicBezTo>
                  <a:cubicBezTo>
                    <a:pt x="1590" y="8799"/>
                    <a:pt x="3920" y="11313"/>
                    <a:pt x="5990" y="11313"/>
                  </a:cubicBezTo>
                  <a:cubicBezTo>
                    <a:pt x="8023" y="11313"/>
                    <a:pt x="11868" y="9391"/>
                    <a:pt x="15011" y="7579"/>
                  </a:cubicBezTo>
                  <a:lnTo>
                    <a:pt x="15454" y="3402"/>
                  </a:lnTo>
                  <a:lnTo>
                    <a:pt x="15454" y="3402"/>
                  </a:lnTo>
                  <a:cubicBezTo>
                    <a:pt x="12164" y="5805"/>
                    <a:pt x="8282" y="7986"/>
                    <a:pt x="6286" y="7986"/>
                  </a:cubicBezTo>
                  <a:cubicBezTo>
                    <a:pt x="6027" y="7986"/>
                    <a:pt x="5805" y="7949"/>
                    <a:pt x="5620" y="7838"/>
                  </a:cubicBezTo>
                  <a:cubicBezTo>
                    <a:pt x="4215" y="7284"/>
                    <a:pt x="2071" y="3808"/>
                    <a:pt x="223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5" name="Google Shape;3132;p53"/>
            <p:cNvSpPr/>
            <p:nvPr/>
          </p:nvSpPr>
          <p:spPr>
            <a:xfrm>
              <a:off x="7319880" y="2446200"/>
              <a:ext cx="290160" cy="298800"/>
            </a:xfrm>
            <a:custGeom>
              <a:avLst/>
              <a:gdLst>
                <a:gd name="textAreaLeft" fmla="*/ 0 w 290160"/>
                <a:gd name="textAreaRight" fmla="*/ 290520 w 290160"/>
                <a:gd name="textAreaTop" fmla="*/ 0 h 298800"/>
                <a:gd name="textAreaBottom" fmla="*/ 299160 h 298800"/>
              </a:gdLst>
              <a:ahLst/>
              <a:rect l="textAreaLeft" t="textAreaTop" r="textAreaRight" b="textAreaBottom"/>
              <a:pathLst>
                <a:path w="16859" h="17355">
                  <a:moveTo>
                    <a:pt x="791" y="1"/>
                  </a:moveTo>
                  <a:cubicBezTo>
                    <a:pt x="737" y="1"/>
                    <a:pt x="683" y="35"/>
                    <a:pt x="629" y="89"/>
                  </a:cubicBezTo>
                  <a:cubicBezTo>
                    <a:pt x="555" y="126"/>
                    <a:pt x="518" y="200"/>
                    <a:pt x="518" y="311"/>
                  </a:cubicBezTo>
                  <a:cubicBezTo>
                    <a:pt x="518" y="311"/>
                    <a:pt x="518" y="496"/>
                    <a:pt x="518" y="865"/>
                  </a:cubicBezTo>
                  <a:cubicBezTo>
                    <a:pt x="518" y="2603"/>
                    <a:pt x="518" y="7816"/>
                    <a:pt x="296" y="9775"/>
                  </a:cubicBezTo>
                  <a:cubicBezTo>
                    <a:pt x="111" y="11883"/>
                    <a:pt x="0" y="17059"/>
                    <a:pt x="0" y="17059"/>
                  </a:cubicBezTo>
                  <a:cubicBezTo>
                    <a:pt x="0" y="17206"/>
                    <a:pt x="148" y="17354"/>
                    <a:pt x="296" y="17354"/>
                  </a:cubicBezTo>
                  <a:cubicBezTo>
                    <a:pt x="481" y="17354"/>
                    <a:pt x="629" y="17243"/>
                    <a:pt x="629" y="17059"/>
                  </a:cubicBezTo>
                  <a:cubicBezTo>
                    <a:pt x="629" y="17059"/>
                    <a:pt x="666" y="15765"/>
                    <a:pt x="703" y="14212"/>
                  </a:cubicBezTo>
                  <a:cubicBezTo>
                    <a:pt x="740" y="12659"/>
                    <a:pt x="814" y="10884"/>
                    <a:pt x="924" y="9849"/>
                  </a:cubicBezTo>
                  <a:cubicBezTo>
                    <a:pt x="1109" y="7816"/>
                    <a:pt x="1146" y="2603"/>
                    <a:pt x="1146" y="865"/>
                  </a:cubicBezTo>
                  <a:lnTo>
                    <a:pt x="1146" y="650"/>
                  </a:lnTo>
                  <a:lnTo>
                    <a:pt x="1146" y="650"/>
                  </a:lnTo>
                  <a:lnTo>
                    <a:pt x="16193" y="2418"/>
                  </a:lnTo>
                  <a:lnTo>
                    <a:pt x="14788" y="15802"/>
                  </a:lnTo>
                  <a:cubicBezTo>
                    <a:pt x="14788" y="15949"/>
                    <a:pt x="14899" y="16097"/>
                    <a:pt x="15084" y="16134"/>
                  </a:cubicBezTo>
                  <a:cubicBezTo>
                    <a:pt x="15232" y="16134"/>
                    <a:pt x="15380" y="16023"/>
                    <a:pt x="15417" y="15839"/>
                  </a:cubicBezTo>
                  <a:lnTo>
                    <a:pt x="16859" y="2196"/>
                  </a:lnTo>
                  <a:cubicBezTo>
                    <a:pt x="16859" y="2048"/>
                    <a:pt x="16748" y="1864"/>
                    <a:pt x="16600" y="1864"/>
                  </a:cubicBezTo>
                  <a:lnTo>
                    <a:pt x="851" y="15"/>
                  </a:lnTo>
                  <a:cubicBezTo>
                    <a:pt x="831" y="5"/>
                    <a:pt x="811" y="1"/>
                    <a:pt x="79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6" name="Google Shape;3133;p53"/>
            <p:cNvSpPr/>
            <p:nvPr/>
          </p:nvSpPr>
          <p:spPr>
            <a:xfrm>
              <a:off x="7262280" y="2012400"/>
              <a:ext cx="520200" cy="629280"/>
            </a:xfrm>
            <a:custGeom>
              <a:avLst/>
              <a:gdLst>
                <a:gd name="textAreaLeft" fmla="*/ 0 w 520200"/>
                <a:gd name="textAreaRight" fmla="*/ 520560 w 520200"/>
                <a:gd name="textAreaTop" fmla="*/ 0 h 629280"/>
                <a:gd name="textAreaBottom" fmla="*/ 629640 h 629280"/>
              </a:gdLst>
              <a:ahLst/>
              <a:rect l="textAreaLeft" t="textAreaTop" r="textAreaRight" b="textAreaBottom"/>
              <a:pathLst>
                <a:path w="30206" h="36535">
                  <a:moveTo>
                    <a:pt x="2293" y="0"/>
                  </a:moveTo>
                  <a:cubicBezTo>
                    <a:pt x="2293" y="0"/>
                    <a:pt x="2034" y="1553"/>
                    <a:pt x="1701" y="3845"/>
                  </a:cubicBezTo>
                  <a:cubicBezTo>
                    <a:pt x="962" y="8651"/>
                    <a:pt x="1" y="16711"/>
                    <a:pt x="851" y="20075"/>
                  </a:cubicBezTo>
                  <a:cubicBezTo>
                    <a:pt x="2071" y="25066"/>
                    <a:pt x="7062" y="35381"/>
                    <a:pt x="9539" y="36416"/>
                  </a:cubicBezTo>
                  <a:cubicBezTo>
                    <a:pt x="9732" y="36497"/>
                    <a:pt x="9963" y="36535"/>
                    <a:pt x="10228" y="36535"/>
                  </a:cubicBezTo>
                  <a:cubicBezTo>
                    <a:pt x="13367" y="36535"/>
                    <a:pt x="21168" y="31189"/>
                    <a:pt x="24032" y="27950"/>
                  </a:cubicBezTo>
                  <a:cubicBezTo>
                    <a:pt x="27137" y="24438"/>
                    <a:pt x="30206" y="7875"/>
                    <a:pt x="30206" y="7875"/>
                  </a:cubicBezTo>
                  <a:lnTo>
                    <a:pt x="30206" y="7875"/>
                  </a:lnTo>
                  <a:lnTo>
                    <a:pt x="23810" y="8097"/>
                  </a:lnTo>
                  <a:lnTo>
                    <a:pt x="24032" y="4363"/>
                  </a:lnTo>
                  <a:lnTo>
                    <a:pt x="22775" y="7875"/>
                  </a:lnTo>
                  <a:lnTo>
                    <a:pt x="12645" y="6211"/>
                  </a:lnTo>
                  <a:lnTo>
                    <a:pt x="13051" y="2292"/>
                  </a:lnTo>
                  <a:lnTo>
                    <a:pt x="10759" y="6026"/>
                  </a:lnTo>
                  <a:lnTo>
                    <a:pt x="3957" y="4141"/>
                  </a:lnTo>
                  <a:lnTo>
                    <a:pt x="3957" y="850"/>
                  </a:lnTo>
                  <a:lnTo>
                    <a:pt x="2515" y="4141"/>
                  </a:lnTo>
                  <a:lnTo>
                    <a:pt x="229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7" name="Google Shape;3134;p53"/>
            <p:cNvSpPr/>
            <p:nvPr/>
          </p:nvSpPr>
          <p:spPr>
            <a:xfrm>
              <a:off x="7287120" y="2012400"/>
              <a:ext cx="495360" cy="191880"/>
            </a:xfrm>
            <a:custGeom>
              <a:avLst/>
              <a:gdLst>
                <a:gd name="textAreaLeft" fmla="*/ 0 w 495360"/>
                <a:gd name="textAreaRight" fmla="*/ 495720 w 495360"/>
                <a:gd name="textAreaTop" fmla="*/ 0 h 191880"/>
                <a:gd name="textAreaBottom" fmla="*/ 192240 h 191880"/>
              </a:gdLst>
              <a:ahLst/>
              <a:rect l="textAreaLeft" t="textAreaTop" r="textAreaRight" b="textAreaBottom"/>
              <a:pathLst>
                <a:path w="28764" h="11146">
                  <a:moveTo>
                    <a:pt x="851" y="0"/>
                  </a:moveTo>
                  <a:cubicBezTo>
                    <a:pt x="851" y="0"/>
                    <a:pt x="592" y="1553"/>
                    <a:pt x="259" y="3845"/>
                  </a:cubicBezTo>
                  <a:cubicBezTo>
                    <a:pt x="149" y="4400"/>
                    <a:pt x="75" y="4991"/>
                    <a:pt x="1" y="5620"/>
                  </a:cubicBezTo>
                  <a:cubicBezTo>
                    <a:pt x="2289" y="6883"/>
                    <a:pt x="11236" y="11145"/>
                    <a:pt x="24713" y="11145"/>
                  </a:cubicBezTo>
                  <a:cubicBezTo>
                    <a:pt x="25824" y="11145"/>
                    <a:pt x="26965" y="11116"/>
                    <a:pt x="28135" y="11054"/>
                  </a:cubicBezTo>
                  <a:cubicBezTo>
                    <a:pt x="28542" y="9132"/>
                    <a:pt x="28764" y="7875"/>
                    <a:pt x="28764" y="7875"/>
                  </a:cubicBezTo>
                  <a:lnTo>
                    <a:pt x="28764" y="7875"/>
                  </a:lnTo>
                  <a:lnTo>
                    <a:pt x="22368" y="8097"/>
                  </a:lnTo>
                  <a:lnTo>
                    <a:pt x="22590" y="4363"/>
                  </a:lnTo>
                  <a:lnTo>
                    <a:pt x="21333" y="7875"/>
                  </a:lnTo>
                  <a:lnTo>
                    <a:pt x="11203" y="6211"/>
                  </a:lnTo>
                  <a:lnTo>
                    <a:pt x="11609" y="2292"/>
                  </a:lnTo>
                  <a:lnTo>
                    <a:pt x="9317" y="6026"/>
                  </a:lnTo>
                  <a:lnTo>
                    <a:pt x="2515" y="4141"/>
                  </a:lnTo>
                  <a:lnTo>
                    <a:pt x="2515" y="850"/>
                  </a:lnTo>
                  <a:lnTo>
                    <a:pt x="1073" y="4141"/>
                  </a:lnTo>
                  <a:lnTo>
                    <a:pt x="85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8" name="Google Shape;3135;p53"/>
            <p:cNvSpPr/>
            <p:nvPr/>
          </p:nvSpPr>
          <p:spPr>
            <a:xfrm>
              <a:off x="7294320" y="2027160"/>
              <a:ext cx="485640" cy="176760"/>
            </a:xfrm>
            <a:custGeom>
              <a:avLst/>
              <a:gdLst>
                <a:gd name="textAreaLeft" fmla="*/ 0 w 485640"/>
                <a:gd name="textAreaRight" fmla="*/ 486000 w 485640"/>
                <a:gd name="textAreaTop" fmla="*/ 0 h 176760"/>
                <a:gd name="textAreaBottom" fmla="*/ 177120 h 176760"/>
              </a:gdLst>
              <a:ahLst/>
              <a:rect l="textAreaLeft" t="textAreaTop" r="textAreaRight" b="textAreaBottom"/>
              <a:pathLst>
                <a:path w="28209" h="10279">
                  <a:moveTo>
                    <a:pt x="2108" y="0"/>
                  </a:moveTo>
                  <a:lnTo>
                    <a:pt x="666" y="3291"/>
                  </a:lnTo>
                  <a:lnTo>
                    <a:pt x="518" y="851"/>
                  </a:lnTo>
                  <a:cubicBezTo>
                    <a:pt x="370" y="2219"/>
                    <a:pt x="185" y="3623"/>
                    <a:pt x="0" y="4991"/>
                  </a:cubicBezTo>
                  <a:cubicBezTo>
                    <a:pt x="2847" y="6470"/>
                    <a:pt x="11535" y="10278"/>
                    <a:pt x="24253" y="10278"/>
                  </a:cubicBezTo>
                  <a:cubicBezTo>
                    <a:pt x="25214" y="10278"/>
                    <a:pt x="26213" y="10278"/>
                    <a:pt x="27211" y="10204"/>
                  </a:cubicBezTo>
                  <a:cubicBezTo>
                    <a:pt x="27580" y="9021"/>
                    <a:pt x="27913" y="7949"/>
                    <a:pt x="28209" y="7025"/>
                  </a:cubicBezTo>
                  <a:lnTo>
                    <a:pt x="28209" y="7025"/>
                  </a:lnTo>
                  <a:lnTo>
                    <a:pt x="21961" y="7247"/>
                  </a:lnTo>
                  <a:lnTo>
                    <a:pt x="22183" y="3513"/>
                  </a:lnTo>
                  <a:lnTo>
                    <a:pt x="20926" y="7025"/>
                  </a:lnTo>
                  <a:lnTo>
                    <a:pt x="10796" y="5361"/>
                  </a:lnTo>
                  <a:lnTo>
                    <a:pt x="11202" y="1442"/>
                  </a:lnTo>
                  <a:lnTo>
                    <a:pt x="8910" y="5176"/>
                  </a:lnTo>
                  <a:lnTo>
                    <a:pt x="2108" y="3291"/>
                  </a:lnTo>
                  <a:lnTo>
                    <a:pt x="2108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8560" bIns="88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09" name="Google Shape;3136;p53"/>
            <p:cNvSpPr/>
            <p:nvPr/>
          </p:nvSpPr>
          <p:spPr>
            <a:xfrm>
              <a:off x="7266240" y="2007360"/>
              <a:ext cx="522000" cy="640080"/>
            </a:xfrm>
            <a:custGeom>
              <a:avLst/>
              <a:gdLst>
                <a:gd name="textAreaLeft" fmla="*/ 0 w 522000"/>
                <a:gd name="textAreaRight" fmla="*/ 522360 w 522000"/>
                <a:gd name="textAreaTop" fmla="*/ 0 h 640080"/>
                <a:gd name="textAreaBottom" fmla="*/ 640440 h 640080"/>
              </a:gdLst>
              <a:ahLst/>
              <a:rect l="textAreaLeft" t="textAreaTop" r="textAreaRight" b="textAreaBottom"/>
              <a:pathLst>
                <a:path w="30317" h="37156">
                  <a:moveTo>
                    <a:pt x="3402" y="2625"/>
                  </a:moveTo>
                  <a:lnTo>
                    <a:pt x="3402" y="4437"/>
                  </a:lnTo>
                  <a:cubicBezTo>
                    <a:pt x="3402" y="4585"/>
                    <a:pt x="3513" y="4696"/>
                    <a:pt x="3661" y="4733"/>
                  </a:cubicBezTo>
                  <a:lnTo>
                    <a:pt x="10463" y="6618"/>
                  </a:lnTo>
                  <a:cubicBezTo>
                    <a:pt x="10490" y="6625"/>
                    <a:pt x="10516" y="6628"/>
                    <a:pt x="10542" y="6628"/>
                  </a:cubicBezTo>
                  <a:cubicBezTo>
                    <a:pt x="10661" y="6628"/>
                    <a:pt x="10772" y="6561"/>
                    <a:pt x="10833" y="6470"/>
                  </a:cubicBezTo>
                  <a:lnTo>
                    <a:pt x="12386" y="3919"/>
                  </a:lnTo>
                  <a:lnTo>
                    <a:pt x="12090" y="6470"/>
                  </a:lnTo>
                  <a:cubicBezTo>
                    <a:pt x="12090" y="6655"/>
                    <a:pt x="12201" y="6803"/>
                    <a:pt x="12349" y="6840"/>
                  </a:cubicBezTo>
                  <a:lnTo>
                    <a:pt x="22516" y="8467"/>
                  </a:lnTo>
                  <a:cubicBezTo>
                    <a:pt x="22541" y="8473"/>
                    <a:pt x="22566" y="8476"/>
                    <a:pt x="22591" y="8476"/>
                  </a:cubicBezTo>
                  <a:cubicBezTo>
                    <a:pt x="22711" y="8476"/>
                    <a:pt x="22818" y="8404"/>
                    <a:pt x="22848" y="8282"/>
                  </a:cubicBezTo>
                  <a:lnTo>
                    <a:pt x="23366" y="6803"/>
                  </a:lnTo>
                  <a:lnTo>
                    <a:pt x="23292" y="8356"/>
                  </a:lnTo>
                  <a:cubicBezTo>
                    <a:pt x="23292" y="8467"/>
                    <a:pt x="23292" y="8540"/>
                    <a:pt x="23366" y="8614"/>
                  </a:cubicBezTo>
                  <a:cubicBezTo>
                    <a:pt x="23440" y="8651"/>
                    <a:pt x="23514" y="8688"/>
                    <a:pt x="23588" y="8688"/>
                  </a:cubicBezTo>
                  <a:lnTo>
                    <a:pt x="29635" y="8480"/>
                  </a:lnTo>
                  <a:lnTo>
                    <a:pt x="29635" y="8480"/>
                  </a:lnTo>
                  <a:cubicBezTo>
                    <a:pt x="29619" y="8580"/>
                    <a:pt x="29600" y="8699"/>
                    <a:pt x="29577" y="8836"/>
                  </a:cubicBezTo>
                  <a:cubicBezTo>
                    <a:pt x="29244" y="10426"/>
                    <a:pt x="28394" y="14493"/>
                    <a:pt x="27322" y="18523"/>
                  </a:cubicBezTo>
                  <a:cubicBezTo>
                    <a:pt x="26767" y="20556"/>
                    <a:pt x="26139" y="22589"/>
                    <a:pt x="25510" y="24253"/>
                  </a:cubicBezTo>
                  <a:cubicBezTo>
                    <a:pt x="24882" y="25954"/>
                    <a:pt x="24179" y="27322"/>
                    <a:pt x="23551" y="28024"/>
                  </a:cubicBezTo>
                  <a:cubicBezTo>
                    <a:pt x="22183" y="29614"/>
                    <a:pt x="19521" y="31758"/>
                    <a:pt x="16822" y="33496"/>
                  </a:cubicBezTo>
                  <a:cubicBezTo>
                    <a:pt x="15491" y="34383"/>
                    <a:pt x="14160" y="35122"/>
                    <a:pt x="12940" y="35677"/>
                  </a:cubicBezTo>
                  <a:cubicBezTo>
                    <a:pt x="11757" y="36232"/>
                    <a:pt x="10685" y="36527"/>
                    <a:pt x="9983" y="36527"/>
                  </a:cubicBezTo>
                  <a:cubicBezTo>
                    <a:pt x="9761" y="36527"/>
                    <a:pt x="9576" y="36490"/>
                    <a:pt x="9428" y="36453"/>
                  </a:cubicBezTo>
                  <a:cubicBezTo>
                    <a:pt x="9169" y="36342"/>
                    <a:pt x="8874" y="36084"/>
                    <a:pt x="8504" y="35714"/>
                  </a:cubicBezTo>
                  <a:cubicBezTo>
                    <a:pt x="7247" y="34383"/>
                    <a:pt x="5583" y="31610"/>
                    <a:pt x="4141" y="28616"/>
                  </a:cubicBezTo>
                  <a:cubicBezTo>
                    <a:pt x="2700" y="25621"/>
                    <a:pt x="1443" y="22441"/>
                    <a:pt x="925" y="20297"/>
                  </a:cubicBezTo>
                  <a:cubicBezTo>
                    <a:pt x="703" y="19410"/>
                    <a:pt x="592" y="18153"/>
                    <a:pt x="592" y="16674"/>
                  </a:cubicBezTo>
                  <a:cubicBezTo>
                    <a:pt x="592" y="12829"/>
                    <a:pt x="1258" y="7653"/>
                    <a:pt x="1775" y="4178"/>
                  </a:cubicBezTo>
                  <a:cubicBezTo>
                    <a:pt x="1819" y="3842"/>
                    <a:pt x="1862" y="3523"/>
                    <a:pt x="1904" y="3222"/>
                  </a:cubicBezTo>
                  <a:lnTo>
                    <a:pt x="1904" y="3222"/>
                  </a:lnTo>
                  <a:lnTo>
                    <a:pt x="1960" y="4474"/>
                  </a:lnTo>
                  <a:cubicBezTo>
                    <a:pt x="1960" y="4622"/>
                    <a:pt x="2071" y="4733"/>
                    <a:pt x="2219" y="4769"/>
                  </a:cubicBezTo>
                  <a:cubicBezTo>
                    <a:pt x="2367" y="4769"/>
                    <a:pt x="2515" y="4696"/>
                    <a:pt x="2552" y="4585"/>
                  </a:cubicBezTo>
                  <a:lnTo>
                    <a:pt x="3402" y="2625"/>
                  </a:lnTo>
                  <a:close/>
                  <a:moveTo>
                    <a:pt x="2071" y="0"/>
                  </a:moveTo>
                  <a:cubicBezTo>
                    <a:pt x="1923" y="0"/>
                    <a:pt x="1812" y="111"/>
                    <a:pt x="1775" y="259"/>
                  </a:cubicBezTo>
                  <a:cubicBezTo>
                    <a:pt x="1775" y="259"/>
                    <a:pt x="1479" y="1812"/>
                    <a:pt x="1147" y="4067"/>
                  </a:cubicBezTo>
                  <a:cubicBezTo>
                    <a:pt x="629" y="7579"/>
                    <a:pt x="1" y="12755"/>
                    <a:pt x="1" y="16674"/>
                  </a:cubicBezTo>
                  <a:cubicBezTo>
                    <a:pt x="1" y="18190"/>
                    <a:pt x="75" y="19484"/>
                    <a:pt x="333" y="20445"/>
                  </a:cubicBezTo>
                  <a:cubicBezTo>
                    <a:pt x="962" y="22996"/>
                    <a:pt x="2515" y="26804"/>
                    <a:pt x="4215" y="30168"/>
                  </a:cubicBezTo>
                  <a:cubicBezTo>
                    <a:pt x="5103" y="31832"/>
                    <a:pt x="5990" y="33385"/>
                    <a:pt x="6840" y="34605"/>
                  </a:cubicBezTo>
                  <a:cubicBezTo>
                    <a:pt x="7247" y="35233"/>
                    <a:pt x="7654" y="35751"/>
                    <a:pt x="8060" y="36158"/>
                  </a:cubicBezTo>
                  <a:cubicBezTo>
                    <a:pt x="8430" y="36564"/>
                    <a:pt x="8800" y="36860"/>
                    <a:pt x="9206" y="37008"/>
                  </a:cubicBezTo>
                  <a:cubicBezTo>
                    <a:pt x="9428" y="37119"/>
                    <a:pt x="9724" y="37156"/>
                    <a:pt x="9983" y="37156"/>
                  </a:cubicBezTo>
                  <a:cubicBezTo>
                    <a:pt x="10870" y="37156"/>
                    <a:pt x="11979" y="36786"/>
                    <a:pt x="13199" y="36232"/>
                  </a:cubicBezTo>
                  <a:cubicBezTo>
                    <a:pt x="16896" y="34531"/>
                    <a:pt x="21813" y="30945"/>
                    <a:pt x="24032" y="28431"/>
                  </a:cubicBezTo>
                  <a:cubicBezTo>
                    <a:pt x="24845" y="27506"/>
                    <a:pt x="25621" y="25806"/>
                    <a:pt x="26361" y="23735"/>
                  </a:cubicBezTo>
                  <a:cubicBezTo>
                    <a:pt x="28542" y="17561"/>
                    <a:pt x="30317" y="8245"/>
                    <a:pt x="30317" y="8245"/>
                  </a:cubicBezTo>
                  <a:cubicBezTo>
                    <a:pt x="30317" y="8134"/>
                    <a:pt x="30280" y="8060"/>
                    <a:pt x="30243" y="7986"/>
                  </a:cubicBezTo>
                  <a:cubicBezTo>
                    <a:pt x="30169" y="7912"/>
                    <a:pt x="30095" y="7875"/>
                    <a:pt x="29984" y="7875"/>
                  </a:cubicBezTo>
                  <a:lnTo>
                    <a:pt x="23921" y="8060"/>
                  </a:lnTo>
                  <a:lnTo>
                    <a:pt x="24105" y="4659"/>
                  </a:lnTo>
                  <a:cubicBezTo>
                    <a:pt x="24105" y="4511"/>
                    <a:pt x="23995" y="4400"/>
                    <a:pt x="23847" y="4363"/>
                  </a:cubicBezTo>
                  <a:cubicBezTo>
                    <a:pt x="23821" y="4356"/>
                    <a:pt x="23796" y="4353"/>
                    <a:pt x="23771" y="4353"/>
                  </a:cubicBezTo>
                  <a:cubicBezTo>
                    <a:pt x="23651" y="4353"/>
                    <a:pt x="23545" y="4425"/>
                    <a:pt x="23514" y="4548"/>
                  </a:cubicBezTo>
                  <a:lnTo>
                    <a:pt x="22331" y="7838"/>
                  </a:lnTo>
                  <a:lnTo>
                    <a:pt x="12756" y="6248"/>
                  </a:lnTo>
                  <a:lnTo>
                    <a:pt x="13125" y="2625"/>
                  </a:lnTo>
                  <a:cubicBezTo>
                    <a:pt x="13162" y="2477"/>
                    <a:pt x="13051" y="2329"/>
                    <a:pt x="12940" y="2292"/>
                  </a:cubicBezTo>
                  <a:cubicBezTo>
                    <a:pt x="12905" y="2284"/>
                    <a:pt x="12871" y="2279"/>
                    <a:pt x="12837" y="2279"/>
                  </a:cubicBezTo>
                  <a:cubicBezTo>
                    <a:pt x="12727" y="2279"/>
                    <a:pt x="12627" y="2327"/>
                    <a:pt x="12571" y="2440"/>
                  </a:cubicBezTo>
                  <a:lnTo>
                    <a:pt x="10426" y="5953"/>
                  </a:lnTo>
                  <a:lnTo>
                    <a:pt x="4030" y="4215"/>
                  </a:lnTo>
                  <a:lnTo>
                    <a:pt x="4030" y="1146"/>
                  </a:lnTo>
                  <a:cubicBezTo>
                    <a:pt x="4030" y="998"/>
                    <a:pt x="3920" y="851"/>
                    <a:pt x="3772" y="851"/>
                  </a:cubicBezTo>
                  <a:cubicBezTo>
                    <a:pt x="3752" y="844"/>
                    <a:pt x="3731" y="841"/>
                    <a:pt x="3710" y="841"/>
                  </a:cubicBezTo>
                  <a:cubicBezTo>
                    <a:pt x="3611" y="841"/>
                    <a:pt x="3500" y="907"/>
                    <a:pt x="3439" y="998"/>
                  </a:cubicBezTo>
                  <a:lnTo>
                    <a:pt x="2515" y="3143"/>
                  </a:lnTo>
                  <a:lnTo>
                    <a:pt x="2367" y="296"/>
                  </a:lnTo>
                  <a:cubicBezTo>
                    <a:pt x="2367" y="148"/>
                    <a:pt x="2256" y="0"/>
                    <a:pt x="207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0" name="Google Shape;3137;p53"/>
            <p:cNvSpPr/>
            <p:nvPr/>
          </p:nvSpPr>
          <p:spPr>
            <a:xfrm>
              <a:off x="7381440" y="2172240"/>
              <a:ext cx="39960" cy="6804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68040"/>
                <a:gd name="textAreaBottom" fmla="*/ 68400 h 68040"/>
              </a:gdLst>
              <a:ahLst/>
              <a:rect l="textAreaLeft" t="textAreaTop" r="textAreaRight" b="textAreaBottom"/>
              <a:pathLst>
                <a:path w="2330" h="3966">
                  <a:moveTo>
                    <a:pt x="1335" y="0"/>
                  </a:moveTo>
                  <a:cubicBezTo>
                    <a:pt x="801" y="0"/>
                    <a:pt x="253" y="791"/>
                    <a:pt x="111" y="1853"/>
                  </a:cubicBezTo>
                  <a:cubicBezTo>
                    <a:pt x="0" y="2962"/>
                    <a:pt x="333" y="3887"/>
                    <a:pt x="888" y="3961"/>
                  </a:cubicBezTo>
                  <a:cubicBezTo>
                    <a:pt x="913" y="3964"/>
                    <a:pt x="938" y="3965"/>
                    <a:pt x="962" y="3965"/>
                  </a:cubicBezTo>
                  <a:cubicBezTo>
                    <a:pt x="1525" y="3965"/>
                    <a:pt x="2040" y="3174"/>
                    <a:pt x="2182" y="2112"/>
                  </a:cubicBezTo>
                  <a:cubicBezTo>
                    <a:pt x="2329" y="1040"/>
                    <a:pt x="1960" y="79"/>
                    <a:pt x="1405" y="5"/>
                  </a:cubicBezTo>
                  <a:cubicBezTo>
                    <a:pt x="1382" y="2"/>
                    <a:pt x="1358" y="0"/>
                    <a:pt x="1335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1" name="Google Shape;3138;p53"/>
            <p:cNvSpPr/>
            <p:nvPr/>
          </p:nvSpPr>
          <p:spPr>
            <a:xfrm>
              <a:off x="7583040" y="2223360"/>
              <a:ext cx="39960" cy="6804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68040"/>
                <a:gd name="textAreaBottom" fmla="*/ 68400 h 68040"/>
              </a:gdLst>
              <a:ahLst/>
              <a:rect l="textAreaLeft" t="textAreaTop" r="textAreaRight" b="textAreaBottom"/>
              <a:pathLst>
                <a:path w="2330" h="3966">
                  <a:moveTo>
                    <a:pt x="1337" y="1"/>
                  </a:moveTo>
                  <a:cubicBezTo>
                    <a:pt x="803" y="1"/>
                    <a:pt x="253" y="825"/>
                    <a:pt x="111" y="1854"/>
                  </a:cubicBezTo>
                  <a:cubicBezTo>
                    <a:pt x="0" y="2963"/>
                    <a:pt x="333" y="3887"/>
                    <a:pt x="887" y="3961"/>
                  </a:cubicBezTo>
                  <a:cubicBezTo>
                    <a:pt x="912" y="3964"/>
                    <a:pt x="937" y="3966"/>
                    <a:pt x="962" y="3966"/>
                  </a:cubicBezTo>
                  <a:cubicBezTo>
                    <a:pt x="1525" y="3966"/>
                    <a:pt x="2040" y="3175"/>
                    <a:pt x="2181" y="2113"/>
                  </a:cubicBezTo>
                  <a:cubicBezTo>
                    <a:pt x="2329" y="1041"/>
                    <a:pt x="1959" y="79"/>
                    <a:pt x="1405" y="5"/>
                  </a:cubicBezTo>
                  <a:cubicBezTo>
                    <a:pt x="1382" y="2"/>
                    <a:pt x="1360" y="1"/>
                    <a:pt x="133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2" name="Google Shape;3139;p53"/>
            <p:cNvSpPr/>
            <p:nvPr/>
          </p:nvSpPr>
          <p:spPr>
            <a:xfrm>
              <a:off x="7426800" y="2187000"/>
              <a:ext cx="79200" cy="155880"/>
            </a:xfrm>
            <a:custGeom>
              <a:avLst/>
              <a:gdLst>
                <a:gd name="textAreaLeft" fmla="*/ 0 w 79200"/>
                <a:gd name="textAreaRight" fmla="*/ 79560 w 79200"/>
                <a:gd name="textAreaTop" fmla="*/ 0 h 155880"/>
                <a:gd name="textAreaBottom" fmla="*/ 156240 h 155880"/>
              </a:gdLst>
              <a:ahLst/>
              <a:rect l="textAreaLeft" t="textAreaTop" r="textAreaRight" b="textAreaBottom"/>
              <a:pathLst>
                <a:path w="4622" h="9058">
                  <a:moveTo>
                    <a:pt x="4326" y="0"/>
                  </a:moveTo>
                  <a:cubicBezTo>
                    <a:pt x="4141" y="0"/>
                    <a:pt x="3993" y="111"/>
                    <a:pt x="3993" y="296"/>
                  </a:cubicBezTo>
                  <a:cubicBezTo>
                    <a:pt x="3993" y="296"/>
                    <a:pt x="3993" y="333"/>
                    <a:pt x="3993" y="444"/>
                  </a:cubicBezTo>
                  <a:cubicBezTo>
                    <a:pt x="3956" y="739"/>
                    <a:pt x="3845" y="1516"/>
                    <a:pt x="3660" y="2292"/>
                  </a:cubicBezTo>
                  <a:cubicBezTo>
                    <a:pt x="3586" y="2699"/>
                    <a:pt x="3475" y="3106"/>
                    <a:pt x="3328" y="3401"/>
                  </a:cubicBezTo>
                  <a:cubicBezTo>
                    <a:pt x="3217" y="3734"/>
                    <a:pt x="3032" y="3956"/>
                    <a:pt x="2921" y="4067"/>
                  </a:cubicBezTo>
                  <a:cubicBezTo>
                    <a:pt x="2477" y="4436"/>
                    <a:pt x="1775" y="4917"/>
                    <a:pt x="1183" y="5398"/>
                  </a:cubicBezTo>
                  <a:cubicBezTo>
                    <a:pt x="888" y="5657"/>
                    <a:pt x="592" y="5915"/>
                    <a:pt x="370" y="6137"/>
                  </a:cubicBezTo>
                  <a:cubicBezTo>
                    <a:pt x="185" y="6396"/>
                    <a:pt x="0" y="6655"/>
                    <a:pt x="0" y="6987"/>
                  </a:cubicBezTo>
                  <a:cubicBezTo>
                    <a:pt x="0" y="7468"/>
                    <a:pt x="296" y="7949"/>
                    <a:pt x="814" y="8355"/>
                  </a:cubicBezTo>
                  <a:cubicBezTo>
                    <a:pt x="1331" y="8762"/>
                    <a:pt x="2071" y="9058"/>
                    <a:pt x="3069" y="9058"/>
                  </a:cubicBezTo>
                  <a:lnTo>
                    <a:pt x="3439" y="9058"/>
                  </a:lnTo>
                  <a:cubicBezTo>
                    <a:pt x="3586" y="9058"/>
                    <a:pt x="3734" y="8910"/>
                    <a:pt x="3734" y="8725"/>
                  </a:cubicBezTo>
                  <a:cubicBezTo>
                    <a:pt x="3697" y="8540"/>
                    <a:pt x="3549" y="8429"/>
                    <a:pt x="3402" y="8429"/>
                  </a:cubicBezTo>
                  <a:cubicBezTo>
                    <a:pt x="3291" y="8466"/>
                    <a:pt x="3180" y="8466"/>
                    <a:pt x="3069" y="8466"/>
                  </a:cubicBezTo>
                  <a:cubicBezTo>
                    <a:pt x="2218" y="8466"/>
                    <a:pt x="1590" y="8208"/>
                    <a:pt x="1183" y="7875"/>
                  </a:cubicBezTo>
                  <a:cubicBezTo>
                    <a:pt x="777" y="7579"/>
                    <a:pt x="592" y="7172"/>
                    <a:pt x="629" y="6987"/>
                  </a:cubicBezTo>
                  <a:cubicBezTo>
                    <a:pt x="592" y="6914"/>
                    <a:pt x="666" y="6766"/>
                    <a:pt x="851" y="6544"/>
                  </a:cubicBezTo>
                  <a:cubicBezTo>
                    <a:pt x="1109" y="6248"/>
                    <a:pt x="1553" y="5878"/>
                    <a:pt x="2034" y="5546"/>
                  </a:cubicBezTo>
                  <a:cubicBezTo>
                    <a:pt x="2477" y="5176"/>
                    <a:pt x="2958" y="4843"/>
                    <a:pt x="3328" y="4547"/>
                  </a:cubicBezTo>
                  <a:cubicBezTo>
                    <a:pt x="3623" y="4289"/>
                    <a:pt x="3808" y="3919"/>
                    <a:pt x="3956" y="3475"/>
                  </a:cubicBezTo>
                  <a:cubicBezTo>
                    <a:pt x="4437" y="2181"/>
                    <a:pt x="4585" y="370"/>
                    <a:pt x="4622" y="333"/>
                  </a:cubicBezTo>
                  <a:cubicBezTo>
                    <a:pt x="4622" y="185"/>
                    <a:pt x="4511" y="37"/>
                    <a:pt x="432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8120" bIns="781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3" name="Google Shape;3140;p53"/>
            <p:cNvSpPr/>
            <p:nvPr/>
          </p:nvSpPr>
          <p:spPr>
            <a:xfrm>
              <a:off x="7405920" y="2388600"/>
              <a:ext cx="128880" cy="3636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36360"/>
                <a:gd name="textAreaBottom" fmla="*/ 36720 h 36360"/>
              </a:gdLst>
              <a:ahLst/>
              <a:rect l="textAreaLeft" t="textAreaTop" r="textAreaRight" b="textAreaBottom"/>
              <a:pathLst>
                <a:path w="7506" h="2132">
                  <a:moveTo>
                    <a:pt x="330" y="0"/>
                  </a:moveTo>
                  <a:cubicBezTo>
                    <a:pt x="257" y="0"/>
                    <a:pt x="180" y="29"/>
                    <a:pt x="111" y="98"/>
                  </a:cubicBezTo>
                  <a:cubicBezTo>
                    <a:pt x="0" y="209"/>
                    <a:pt x="0" y="393"/>
                    <a:pt x="111" y="504"/>
                  </a:cubicBezTo>
                  <a:cubicBezTo>
                    <a:pt x="148" y="541"/>
                    <a:pt x="518" y="911"/>
                    <a:pt x="1183" y="1318"/>
                  </a:cubicBezTo>
                  <a:cubicBezTo>
                    <a:pt x="1886" y="1724"/>
                    <a:pt x="2884" y="2131"/>
                    <a:pt x="4141" y="2131"/>
                  </a:cubicBezTo>
                  <a:cubicBezTo>
                    <a:pt x="5065" y="2131"/>
                    <a:pt x="6137" y="1909"/>
                    <a:pt x="7283" y="1318"/>
                  </a:cubicBezTo>
                  <a:cubicBezTo>
                    <a:pt x="7431" y="1244"/>
                    <a:pt x="7505" y="1059"/>
                    <a:pt x="7431" y="911"/>
                  </a:cubicBezTo>
                  <a:cubicBezTo>
                    <a:pt x="7377" y="803"/>
                    <a:pt x="7264" y="734"/>
                    <a:pt x="7149" y="734"/>
                  </a:cubicBezTo>
                  <a:cubicBezTo>
                    <a:pt x="7107" y="734"/>
                    <a:pt x="7064" y="743"/>
                    <a:pt x="7025" y="763"/>
                  </a:cubicBezTo>
                  <a:cubicBezTo>
                    <a:pt x="5916" y="1318"/>
                    <a:pt x="4954" y="1503"/>
                    <a:pt x="4141" y="1503"/>
                  </a:cubicBezTo>
                  <a:cubicBezTo>
                    <a:pt x="3032" y="1503"/>
                    <a:pt x="2108" y="1133"/>
                    <a:pt x="1516" y="800"/>
                  </a:cubicBezTo>
                  <a:cubicBezTo>
                    <a:pt x="1183" y="615"/>
                    <a:pt x="961" y="430"/>
                    <a:pt x="814" y="319"/>
                  </a:cubicBezTo>
                  <a:cubicBezTo>
                    <a:pt x="703" y="246"/>
                    <a:pt x="666" y="172"/>
                    <a:pt x="629" y="135"/>
                  </a:cubicBezTo>
                  <a:lnTo>
                    <a:pt x="592" y="98"/>
                  </a:lnTo>
                  <a:lnTo>
                    <a:pt x="555" y="98"/>
                  </a:lnTo>
                  <a:cubicBezTo>
                    <a:pt x="495" y="38"/>
                    <a:pt x="415" y="0"/>
                    <a:pt x="33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360" bIns="183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4" name="Google Shape;3141;p53"/>
            <p:cNvSpPr/>
            <p:nvPr/>
          </p:nvSpPr>
          <p:spPr>
            <a:xfrm>
              <a:off x="7349760" y="2099880"/>
              <a:ext cx="126360" cy="32760"/>
            </a:xfrm>
            <a:custGeom>
              <a:avLst/>
              <a:gdLst>
                <a:gd name="textAreaLeft" fmla="*/ 0 w 126360"/>
                <a:gd name="textAreaRight" fmla="*/ 126720 w 126360"/>
                <a:gd name="textAreaTop" fmla="*/ 0 h 32760"/>
                <a:gd name="textAreaBottom" fmla="*/ 33120 h 32760"/>
              </a:gdLst>
              <a:ahLst/>
              <a:rect l="textAreaLeft" t="textAreaTop" r="textAreaRight" b="textAreaBottom"/>
              <a:pathLst>
                <a:path w="7358" h="1914">
                  <a:moveTo>
                    <a:pt x="3180" y="0"/>
                  </a:moveTo>
                  <a:cubicBezTo>
                    <a:pt x="1369" y="0"/>
                    <a:pt x="186" y="850"/>
                    <a:pt x="149" y="850"/>
                  </a:cubicBezTo>
                  <a:cubicBezTo>
                    <a:pt x="38" y="961"/>
                    <a:pt x="1" y="1146"/>
                    <a:pt x="75" y="1294"/>
                  </a:cubicBezTo>
                  <a:cubicBezTo>
                    <a:pt x="140" y="1381"/>
                    <a:pt x="230" y="1416"/>
                    <a:pt x="323" y="1416"/>
                  </a:cubicBezTo>
                  <a:cubicBezTo>
                    <a:pt x="390" y="1416"/>
                    <a:pt x="457" y="1399"/>
                    <a:pt x="518" y="1368"/>
                  </a:cubicBezTo>
                  <a:cubicBezTo>
                    <a:pt x="629" y="1294"/>
                    <a:pt x="1664" y="592"/>
                    <a:pt x="3180" y="592"/>
                  </a:cubicBezTo>
                  <a:cubicBezTo>
                    <a:pt x="4215" y="592"/>
                    <a:pt x="5435" y="887"/>
                    <a:pt x="6803" y="1849"/>
                  </a:cubicBezTo>
                  <a:cubicBezTo>
                    <a:pt x="6862" y="1892"/>
                    <a:pt x="6926" y="1913"/>
                    <a:pt x="6989" y="1913"/>
                  </a:cubicBezTo>
                  <a:cubicBezTo>
                    <a:pt x="7086" y="1913"/>
                    <a:pt x="7180" y="1864"/>
                    <a:pt x="7247" y="1775"/>
                  </a:cubicBezTo>
                  <a:cubicBezTo>
                    <a:pt x="7358" y="1627"/>
                    <a:pt x="7321" y="1442"/>
                    <a:pt x="7173" y="1331"/>
                  </a:cubicBezTo>
                  <a:cubicBezTo>
                    <a:pt x="5694" y="333"/>
                    <a:pt x="4326" y="0"/>
                    <a:pt x="318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560" bIns="16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5" name="Google Shape;3142;p53"/>
            <p:cNvSpPr/>
            <p:nvPr/>
          </p:nvSpPr>
          <p:spPr>
            <a:xfrm>
              <a:off x="7561080" y="2144520"/>
              <a:ext cx="146160" cy="48240"/>
            </a:xfrm>
            <a:custGeom>
              <a:avLst/>
              <a:gdLst>
                <a:gd name="textAreaLeft" fmla="*/ 0 w 146160"/>
                <a:gd name="textAreaRight" fmla="*/ 146520 w 146160"/>
                <a:gd name="textAreaTop" fmla="*/ 0 h 48240"/>
                <a:gd name="textAreaBottom" fmla="*/ 48600 h 48240"/>
              </a:gdLst>
              <a:ahLst/>
              <a:rect l="textAreaLeft" t="textAreaTop" r="textAreaRight" b="textAreaBottom"/>
              <a:pathLst>
                <a:path w="8504" h="2811">
                  <a:moveTo>
                    <a:pt x="3290" y="1"/>
                  </a:moveTo>
                  <a:cubicBezTo>
                    <a:pt x="1479" y="1"/>
                    <a:pt x="222" y="740"/>
                    <a:pt x="185" y="740"/>
                  </a:cubicBezTo>
                  <a:cubicBezTo>
                    <a:pt x="37" y="851"/>
                    <a:pt x="0" y="1036"/>
                    <a:pt x="74" y="1184"/>
                  </a:cubicBezTo>
                  <a:cubicBezTo>
                    <a:pt x="123" y="1283"/>
                    <a:pt x="238" y="1332"/>
                    <a:pt x="342" y="1332"/>
                  </a:cubicBezTo>
                  <a:cubicBezTo>
                    <a:pt x="394" y="1332"/>
                    <a:pt x="444" y="1320"/>
                    <a:pt x="481" y="1295"/>
                  </a:cubicBezTo>
                  <a:lnTo>
                    <a:pt x="518" y="1295"/>
                  </a:lnTo>
                  <a:cubicBezTo>
                    <a:pt x="629" y="1221"/>
                    <a:pt x="1738" y="592"/>
                    <a:pt x="3290" y="592"/>
                  </a:cubicBezTo>
                  <a:cubicBezTo>
                    <a:pt x="4621" y="629"/>
                    <a:pt x="6285" y="1036"/>
                    <a:pt x="7949" y="2700"/>
                  </a:cubicBezTo>
                  <a:cubicBezTo>
                    <a:pt x="8023" y="2774"/>
                    <a:pt x="8106" y="2811"/>
                    <a:pt x="8184" y="2811"/>
                  </a:cubicBezTo>
                  <a:cubicBezTo>
                    <a:pt x="8263" y="2811"/>
                    <a:pt x="8337" y="2774"/>
                    <a:pt x="8392" y="2700"/>
                  </a:cubicBezTo>
                  <a:cubicBezTo>
                    <a:pt x="8503" y="2589"/>
                    <a:pt x="8503" y="2404"/>
                    <a:pt x="8392" y="2293"/>
                  </a:cubicBezTo>
                  <a:cubicBezTo>
                    <a:pt x="6618" y="519"/>
                    <a:pt x="4769" y="1"/>
                    <a:pt x="329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4120" bIns="241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6" name="Google Shape;3143;p53"/>
            <p:cNvSpPr/>
            <p:nvPr/>
          </p:nvSpPr>
          <p:spPr>
            <a:xfrm>
              <a:off x="7544160" y="2052000"/>
              <a:ext cx="356400" cy="1196640"/>
            </a:xfrm>
            <a:custGeom>
              <a:avLst/>
              <a:gdLst>
                <a:gd name="textAreaLeft" fmla="*/ 0 w 356400"/>
                <a:gd name="textAreaRight" fmla="*/ 356760 w 356400"/>
                <a:gd name="textAreaTop" fmla="*/ 0 h 1196640"/>
                <a:gd name="textAreaBottom" fmla="*/ 1197000 h 1196640"/>
              </a:gdLst>
              <a:ahLst/>
              <a:rect l="textAreaLeft" t="textAreaTop" r="textAreaRight" b="textAreaBottom"/>
              <a:pathLst>
                <a:path w="20705" h="69469">
                  <a:moveTo>
                    <a:pt x="20704" y="0"/>
                  </a:moveTo>
                  <a:lnTo>
                    <a:pt x="14900" y="1849"/>
                  </a:lnTo>
                  <a:cubicBezTo>
                    <a:pt x="14900" y="1849"/>
                    <a:pt x="7247" y="25251"/>
                    <a:pt x="4363" y="37858"/>
                  </a:cubicBezTo>
                  <a:cubicBezTo>
                    <a:pt x="1480" y="50465"/>
                    <a:pt x="1" y="64181"/>
                    <a:pt x="223" y="68100"/>
                  </a:cubicBezTo>
                  <a:lnTo>
                    <a:pt x="3587" y="69468"/>
                  </a:lnTo>
                  <a:cubicBezTo>
                    <a:pt x="6508" y="64144"/>
                    <a:pt x="14345" y="44550"/>
                    <a:pt x="16157" y="33718"/>
                  </a:cubicBezTo>
                  <a:cubicBezTo>
                    <a:pt x="18006" y="22552"/>
                    <a:pt x="20704" y="4363"/>
                    <a:pt x="2070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7" name="Google Shape;3144;p53"/>
            <p:cNvSpPr/>
            <p:nvPr/>
          </p:nvSpPr>
          <p:spPr>
            <a:xfrm>
              <a:off x="7605720" y="3000600"/>
              <a:ext cx="106560" cy="248040"/>
            </a:xfrm>
            <a:custGeom>
              <a:avLst/>
              <a:gdLst>
                <a:gd name="textAreaLeft" fmla="*/ 0 w 106560"/>
                <a:gd name="textAreaRight" fmla="*/ 106920 w 106560"/>
                <a:gd name="textAreaTop" fmla="*/ 0 h 248040"/>
                <a:gd name="textAreaBottom" fmla="*/ 248400 h 248040"/>
              </a:gdLst>
              <a:ahLst/>
              <a:rect l="textAreaLeft" t="textAreaTop" r="textAreaRight" b="textAreaBottom"/>
              <a:pathLst>
                <a:path w="6213" h="14420">
                  <a:moveTo>
                    <a:pt x="1" y="14419"/>
                  </a:moveTo>
                  <a:lnTo>
                    <a:pt x="1" y="14419"/>
                  </a:lnTo>
                  <a:cubicBezTo>
                    <a:pt x="1369" y="11942"/>
                    <a:pt x="3809" y="6360"/>
                    <a:pt x="6212" y="1"/>
                  </a:cubicBezTo>
                  <a:lnTo>
                    <a:pt x="6212" y="1"/>
                  </a:lnTo>
                  <a:cubicBezTo>
                    <a:pt x="3809" y="6360"/>
                    <a:pt x="1369" y="11942"/>
                    <a:pt x="1" y="14419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8" name="Google Shape;3145;p53"/>
            <p:cNvSpPr/>
            <p:nvPr/>
          </p:nvSpPr>
          <p:spPr>
            <a:xfrm>
              <a:off x="7551720" y="2552760"/>
              <a:ext cx="194040" cy="695880"/>
            </a:xfrm>
            <a:custGeom>
              <a:avLst/>
              <a:gdLst>
                <a:gd name="textAreaLeft" fmla="*/ 0 w 194040"/>
                <a:gd name="textAreaRight" fmla="*/ 194400 w 194040"/>
                <a:gd name="textAreaTop" fmla="*/ 0 h 695880"/>
                <a:gd name="textAreaBottom" fmla="*/ 696240 h 695880"/>
              </a:gdLst>
              <a:ahLst/>
              <a:rect l="textAreaLeft" t="textAreaTop" r="textAreaRight" b="textAreaBottom"/>
              <a:pathLst>
                <a:path w="11277" h="40410">
                  <a:moveTo>
                    <a:pt x="11277" y="0"/>
                  </a:moveTo>
                  <a:lnTo>
                    <a:pt x="2995" y="33422"/>
                  </a:lnTo>
                  <a:lnTo>
                    <a:pt x="7210" y="6840"/>
                  </a:lnTo>
                  <a:lnTo>
                    <a:pt x="185" y="33200"/>
                  </a:lnTo>
                  <a:cubicBezTo>
                    <a:pt x="0" y="35603"/>
                    <a:pt x="37" y="37562"/>
                    <a:pt x="0" y="39152"/>
                  </a:cubicBezTo>
                  <a:lnTo>
                    <a:pt x="3143" y="40409"/>
                  </a:lnTo>
                  <a:cubicBezTo>
                    <a:pt x="4511" y="37932"/>
                    <a:pt x="6951" y="32350"/>
                    <a:pt x="9354" y="25991"/>
                  </a:cubicBezTo>
                  <a:cubicBezTo>
                    <a:pt x="9428" y="25732"/>
                    <a:pt x="9539" y="25473"/>
                    <a:pt x="9613" y="25177"/>
                  </a:cubicBezTo>
                  <a:lnTo>
                    <a:pt x="9613" y="25177"/>
                  </a:lnTo>
                  <a:lnTo>
                    <a:pt x="6951" y="29133"/>
                  </a:lnTo>
                  <a:lnTo>
                    <a:pt x="11277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19" name="Google Shape;3146;p53"/>
            <p:cNvSpPr/>
            <p:nvPr/>
          </p:nvSpPr>
          <p:spPr>
            <a:xfrm>
              <a:off x="7542000" y="2046960"/>
              <a:ext cx="363600" cy="1207440"/>
            </a:xfrm>
            <a:custGeom>
              <a:avLst/>
              <a:gdLst>
                <a:gd name="textAreaLeft" fmla="*/ 0 w 363600"/>
                <a:gd name="textAreaRight" fmla="*/ 363960 w 363600"/>
                <a:gd name="textAreaTop" fmla="*/ 0 h 1207440"/>
                <a:gd name="textAreaBottom" fmla="*/ 1207800 h 1207440"/>
              </a:gdLst>
              <a:ahLst/>
              <a:rect l="textAreaLeft" t="textAreaTop" r="textAreaRight" b="textAreaBottom"/>
              <a:pathLst>
                <a:path w="21112" h="70089">
                  <a:moveTo>
                    <a:pt x="20815" y="0"/>
                  </a:moveTo>
                  <a:cubicBezTo>
                    <a:pt x="20667" y="0"/>
                    <a:pt x="20520" y="111"/>
                    <a:pt x="20520" y="296"/>
                  </a:cubicBezTo>
                  <a:cubicBezTo>
                    <a:pt x="20520" y="2441"/>
                    <a:pt x="19854" y="8060"/>
                    <a:pt x="18930" y="14567"/>
                  </a:cubicBezTo>
                  <a:cubicBezTo>
                    <a:pt x="18043" y="21037"/>
                    <a:pt x="16896" y="28394"/>
                    <a:pt x="15972" y="33977"/>
                  </a:cubicBezTo>
                  <a:cubicBezTo>
                    <a:pt x="15085" y="39337"/>
                    <a:pt x="12645" y="46953"/>
                    <a:pt x="10131" y="53867"/>
                  </a:cubicBezTo>
                  <a:cubicBezTo>
                    <a:pt x="7648" y="60597"/>
                    <a:pt x="5024" y="66662"/>
                    <a:pt x="3557" y="69400"/>
                  </a:cubicBezTo>
                  <a:lnTo>
                    <a:pt x="3557" y="69400"/>
                  </a:lnTo>
                  <a:lnTo>
                    <a:pt x="622" y="68175"/>
                  </a:lnTo>
                  <a:lnTo>
                    <a:pt x="622" y="68175"/>
                  </a:lnTo>
                  <a:cubicBezTo>
                    <a:pt x="611" y="67985"/>
                    <a:pt x="592" y="67784"/>
                    <a:pt x="592" y="67546"/>
                  </a:cubicBezTo>
                  <a:cubicBezTo>
                    <a:pt x="592" y="62814"/>
                    <a:pt x="2071" y="50022"/>
                    <a:pt x="4770" y="38228"/>
                  </a:cubicBezTo>
                  <a:cubicBezTo>
                    <a:pt x="6212" y="31943"/>
                    <a:pt x="8874" y="22922"/>
                    <a:pt x="11129" y="15528"/>
                  </a:cubicBezTo>
                  <a:cubicBezTo>
                    <a:pt x="12275" y="11794"/>
                    <a:pt x="13310" y="8504"/>
                    <a:pt x="14087" y="6101"/>
                  </a:cubicBezTo>
                  <a:cubicBezTo>
                    <a:pt x="14456" y="4918"/>
                    <a:pt x="14789" y="3956"/>
                    <a:pt x="14974" y="3291"/>
                  </a:cubicBezTo>
                  <a:cubicBezTo>
                    <a:pt x="15196" y="2625"/>
                    <a:pt x="15307" y="2256"/>
                    <a:pt x="15307" y="2256"/>
                  </a:cubicBezTo>
                  <a:cubicBezTo>
                    <a:pt x="15381" y="2108"/>
                    <a:pt x="15270" y="1923"/>
                    <a:pt x="15122" y="1849"/>
                  </a:cubicBezTo>
                  <a:cubicBezTo>
                    <a:pt x="15097" y="1843"/>
                    <a:pt x="15072" y="1840"/>
                    <a:pt x="15046" y="1840"/>
                  </a:cubicBezTo>
                  <a:cubicBezTo>
                    <a:pt x="14917" y="1840"/>
                    <a:pt x="14783" y="1917"/>
                    <a:pt x="14752" y="2071"/>
                  </a:cubicBezTo>
                  <a:cubicBezTo>
                    <a:pt x="14715" y="2071"/>
                    <a:pt x="7062" y="25436"/>
                    <a:pt x="4179" y="38080"/>
                  </a:cubicBezTo>
                  <a:cubicBezTo>
                    <a:pt x="1443" y="49948"/>
                    <a:pt x="1" y="62740"/>
                    <a:pt x="1" y="67546"/>
                  </a:cubicBezTo>
                  <a:cubicBezTo>
                    <a:pt x="1" y="67879"/>
                    <a:pt x="1" y="68174"/>
                    <a:pt x="1" y="68433"/>
                  </a:cubicBezTo>
                  <a:cubicBezTo>
                    <a:pt x="1" y="68544"/>
                    <a:pt x="75" y="68655"/>
                    <a:pt x="186" y="68692"/>
                  </a:cubicBezTo>
                  <a:lnTo>
                    <a:pt x="3587" y="70060"/>
                  </a:lnTo>
                  <a:cubicBezTo>
                    <a:pt x="3627" y="70080"/>
                    <a:pt x="3666" y="70089"/>
                    <a:pt x="3705" y="70089"/>
                  </a:cubicBezTo>
                  <a:cubicBezTo>
                    <a:pt x="3809" y="70089"/>
                    <a:pt x="3903" y="70020"/>
                    <a:pt x="3957" y="69912"/>
                  </a:cubicBezTo>
                  <a:cubicBezTo>
                    <a:pt x="5436" y="67250"/>
                    <a:pt x="8134" y="61002"/>
                    <a:pt x="10685" y="54089"/>
                  </a:cubicBezTo>
                  <a:cubicBezTo>
                    <a:pt x="13236" y="47138"/>
                    <a:pt x="15676" y="39522"/>
                    <a:pt x="16564" y="34087"/>
                  </a:cubicBezTo>
                  <a:cubicBezTo>
                    <a:pt x="17488" y="28468"/>
                    <a:pt x="18634" y="21148"/>
                    <a:pt x="19558" y="14641"/>
                  </a:cubicBezTo>
                  <a:cubicBezTo>
                    <a:pt x="20446" y="8134"/>
                    <a:pt x="21111" y="2514"/>
                    <a:pt x="21111" y="296"/>
                  </a:cubicBezTo>
                  <a:cubicBezTo>
                    <a:pt x="21111" y="111"/>
                    <a:pt x="21000" y="0"/>
                    <a:pt x="20815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20" name="Google Shape;3147;p53"/>
            <p:cNvSpPr/>
            <p:nvPr/>
          </p:nvSpPr>
          <p:spPr>
            <a:xfrm>
              <a:off x="7061040" y="1855800"/>
              <a:ext cx="258480" cy="1248480"/>
            </a:xfrm>
            <a:custGeom>
              <a:avLst/>
              <a:gdLst>
                <a:gd name="textAreaLeft" fmla="*/ 0 w 258480"/>
                <a:gd name="textAreaRight" fmla="*/ 258840 w 258480"/>
                <a:gd name="textAreaTop" fmla="*/ 0 h 1248480"/>
                <a:gd name="textAreaBottom" fmla="*/ 1248840 h 1248480"/>
              </a:gdLst>
              <a:ahLst/>
              <a:rect l="textAreaLeft" t="textAreaTop" r="textAreaRight" b="textAreaBottom"/>
              <a:pathLst>
                <a:path w="15011" h="72463">
                  <a:moveTo>
                    <a:pt x="11498" y="0"/>
                  </a:moveTo>
                  <a:cubicBezTo>
                    <a:pt x="11498" y="0"/>
                    <a:pt x="6322" y="17192"/>
                    <a:pt x="2403" y="32276"/>
                  </a:cubicBezTo>
                  <a:cubicBezTo>
                    <a:pt x="0" y="41481"/>
                    <a:pt x="2625" y="58784"/>
                    <a:pt x="5546" y="70208"/>
                  </a:cubicBezTo>
                  <a:lnTo>
                    <a:pt x="11202" y="72463"/>
                  </a:lnTo>
                  <a:cubicBezTo>
                    <a:pt x="11720" y="56935"/>
                    <a:pt x="11202" y="27137"/>
                    <a:pt x="12126" y="23588"/>
                  </a:cubicBezTo>
                  <a:cubicBezTo>
                    <a:pt x="13347" y="18818"/>
                    <a:pt x="15010" y="2071"/>
                    <a:pt x="15010" y="2071"/>
                  </a:cubicBezTo>
                  <a:lnTo>
                    <a:pt x="11498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21" name="Google Shape;3148;p53"/>
            <p:cNvSpPr/>
            <p:nvPr/>
          </p:nvSpPr>
          <p:spPr>
            <a:xfrm>
              <a:off x="7094160" y="2484720"/>
              <a:ext cx="164160" cy="619560"/>
            </a:xfrm>
            <a:custGeom>
              <a:avLst/>
              <a:gdLst>
                <a:gd name="textAreaLeft" fmla="*/ 0 w 164160"/>
                <a:gd name="textAreaRight" fmla="*/ 164520 w 164160"/>
                <a:gd name="textAreaTop" fmla="*/ 0 h 619560"/>
                <a:gd name="textAreaBottom" fmla="*/ 619920 h 619560"/>
              </a:gdLst>
              <a:ahLst/>
              <a:rect l="textAreaLeft" t="textAreaTop" r="textAreaRight" b="textAreaBottom"/>
              <a:pathLst>
                <a:path w="9540" h="35973">
                  <a:moveTo>
                    <a:pt x="8023" y="0"/>
                  </a:moveTo>
                  <a:lnTo>
                    <a:pt x="6692" y="26804"/>
                  </a:lnTo>
                  <a:lnTo>
                    <a:pt x="3735" y="2958"/>
                  </a:lnTo>
                  <a:lnTo>
                    <a:pt x="3735" y="26471"/>
                  </a:lnTo>
                  <a:lnTo>
                    <a:pt x="1" y="13014"/>
                  </a:lnTo>
                  <a:lnTo>
                    <a:pt x="1" y="13014"/>
                  </a:lnTo>
                  <a:cubicBezTo>
                    <a:pt x="666" y="19595"/>
                    <a:pt x="1997" y="26508"/>
                    <a:pt x="3402" y="32830"/>
                  </a:cubicBezTo>
                  <a:cubicBezTo>
                    <a:pt x="3476" y="33126"/>
                    <a:pt x="3513" y="33385"/>
                    <a:pt x="3587" y="33644"/>
                  </a:cubicBezTo>
                  <a:lnTo>
                    <a:pt x="7654" y="35344"/>
                  </a:lnTo>
                  <a:lnTo>
                    <a:pt x="9280" y="35973"/>
                  </a:lnTo>
                  <a:cubicBezTo>
                    <a:pt x="9428" y="31758"/>
                    <a:pt x="9502" y="26434"/>
                    <a:pt x="9539" y="20889"/>
                  </a:cubicBezTo>
                  <a:lnTo>
                    <a:pt x="8023" y="0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22" name="Google Shape;3149;p53"/>
            <p:cNvSpPr/>
            <p:nvPr/>
          </p:nvSpPr>
          <p:spPr>
            <a:xfrm>
              <a:off x="7080840" y="1850760"/>
              <a:ext cx="244440" cy="1259280"/>
            </a:xfrm>
            <a:custGeom>
              <a:avLst/>
              <a:gdLst>
                <a:gd name="textAreaLeft" fmla="*/ 0 w 244440"/>
                <a:gd name="textAreaRight" fmla="*/ 244800 w 244440"/>
                <a:gd name="textAreaTop" fmla="*/ 0 h 1259280"/>
                <a:gd name="textAreaBottom" fmla="*/ 1259640 h 1259280"/>
              </a:gdLst>
              <a:ahLst/>
              <a:rect l="textAreaLeft" t="textAreaTop" r="textAreaRight" b="textAreaBottom"/>
              <a:pathLst>
                <a:path w="14197" h="73088">
                  <a:moveTo>
                    <a:pt x="10350" y="0"/>
                  </a:moveTo>
                  <a:cubicBezTo>
                    <a:pt x="10221" y="0"/>
                    <a:pt x="10087" y="77"/>
                    <a:pt x="10056" y="231"/>
                  </a:cubicBezTo>
                  <a:cubicBezTo>
                    <a:pt x="10056" y="231"/>
                    <a:pt x="4880" y="17386"/>
                    <a:pt x="961" y="32507"/>
                  </a:cubicBezTo>
                  <a:cubicBezTo>
                    <a:pt x="296" y="35058"/>
                    <a:pt x="0" y="38200"/>
                    <a:pt x="0" y="41675"/>
                  </a:cubicBezTo>
                  <a:cubicBezTo>
                    <a:pt x="0" y="50844"/>
                    <a:pt x="1960" y="62268"/>
                    <a:pt x="4104" y="70587"/>
                  </a:cubicBezTo>
                  <a:cubicBezTo>
                    <a:pt x="4104" y="70660"/>
                    <a:pt x="4178" y="70734"/>
                    <a:pt x="4289" y="70771"/>
                  </a:cubicBezTo>
                  <a:lnTo>
                    <a:pt x="9945" y="73064"/>
                  </a:lnTo>
                  <a:cubicBezTo>
                    <a:pt x="9991" y="73079"/>
                    <a:pt x="10037" y="73088"/>
                    <a:pt x="10081" y="73088"/>
                  </a:cubicBezTo>
                  <a:cubicBezTo>
                    <a:pt x="10142" y="73088"/>
                    <a:pt x="10198" y="73070"/>
                    <a:pt x="10241" y="73027"/>
                  </a:cubicBezTo>
                  <a:cubicBezTo>
                    <a:pt x="10315" y="72990"/>
                    <a:pt x="10389" y="72879"/>
                    <a:pt x="10389" y="72805"/>
                  </a:cubicBezTo>
                  <a:cubicBezTo>
                    <a:pt x="10648" y="65004"/>
                    <a:pt x="10611" y="53691"/>
                    <a:pt x="10685" y="43857"/>
                  </a:cubicBezTo>
                  <a:cubicBezTo>
                    <a:pt x="10685" y="38940"/>
                    <a:pt x="10722" y="34392"/>
                    <a:pt x="10833" y="30843"/>
                  </a:cubicBezTo>
                  <a:cubicBezTo>
                    <a:pt x="10870" y="29105"/>
                    <a:pt x="10907" y="27590"/>
                    <a:pt x="10980" y="26407"/>
                  </a:cubicBezTo>
                  <a:cubicBezTo>
                    <a:pt x="11054" y="25223"/>
                    <a:pt x="11165" y="24373"/>
                    <a:pt x="11276" y="23966"/>
                  </a:cubicBezTo>
                  <a:cubicBezTo>
                    <a:pt x="11905" y="21563"/>
                    <a:pt x="12607" y="16203"/>
                    <a:pt x="13199" y="11396"/>
                  </a:cubicBezTo>
                  <a:cubicBezTo>
                    <a:pt x="13753" y="6590"/>
                    <a:pt x="14160" y="2413"/>
                    <a:pt x="14160" y="2413"/>
                  </a:cubicBezTo>
                  <a:cubicBezTo>
                    <a:pt x="14197" y="2228"/>
                    <a:pt x="14049" y="2080"/>
                    <a:pt x="13901" y="2080"/>
                  </a:cubicBezTo>
                  <a:cubicBezTo>
                    <a:pt x="13882" y="2076"/>
                    <a:pt x="13863" y="2074"/>
                    <a:pt x="13844" y="2074"/>
                  </a:cubicBezTo>
                  <a:cubicBezTo>
                    <a:pt x="13687" y="2074"/>
                    <a:pt x="13568" y="2206"/>
                    <a:pt x="13568" y="2339"/>
                  </a:cubicBezTo>
                  <a:cubicBezTo>
                    <a:pt x="13568" y="2339"/>
                    <a:pt x="13458" y="3411"/>
                    <a:pt x="13273" y="5037"/>
                  </a:cubicBezTo>
                  <a:cubicBezTo>
                    <a:pt x="13014" y="7515"/>
                    <a:pt x="12607" y="11323"/>
                    <a:pt x="12127" y="14946"/>
                  </a:cubicBezTo>
                  <a:cubicBezTo>
                    <a:pt x="11646" y="18606"/>
                    <a:pt x="11128" y="22081"/>
                    <a:pt x="10685" y="23819"/>
                  </a:cubicBezTo>
                  <a:cubicBezTo>
                    <a:pt x="10537" y="24299"/>
                    <a:pt x="10463" y="25150"/>
                    <a:pt x="10389" y="26370"/>
                  </a:cubicBezTo>
                  <a:cubicBezTo>
                    <a:pt x="9840" y="34600"/>
                    <a:pt x="10196" y="58686"/>
                    <a:pt x="9774" y="72336"/>
                  </a:cubicBezTo>
                  <a:lnTo>
                    <a:pt x="9774" y="72336"/>
                  </a:lnTo>
                  <a:lnTo>
                    <a:pt x="4654" y="70275"/>
                  </a:lnTo>
                  <a:lnTo>
                    <a:pt x="4654" y="70275"/>
                  </a:lnTo>
                  <a:cubicBezTo>
                    <a:pt x="2562" y="62007"/>
                    <a:pt x="629" y="50710"/>
                    <a:pt x="629" y="41675"/>
                  </a:cubicBezTo>
                  <a:cubicBezTo>
                    <a:pt x="629" y="38237"/>
                    <a:pt x="888" y="35132"/>
                    <a:pt x="1553" y="32655"/>
                  </a:cubicBezTo>
                  <a:cubicBezTo>
                    <a:pt x="3512" y="25113"/>
                    <a:pt x="5768" y="17053"/>
                    <a:pt x="7579" y="10879"/>
                  </a:cubicBezTo>
                  <a:cubicBezTo>
                    <a:pt x="8466" y="7773"/>
                    <a:pt x="9243" y="5148"/>
                    <a:pt x="9760" y="3337"/>
                  </a:cubicBezTo>
                  <a:cubicBezTo>
                    <a:pt x="10056" y="2413"/>
                    <a:pt x="10278" y="1673"/>
                    <a:pt x="10426" y="1156"/>
                  </a:cubicBezTo>
                  <a:cubicBezTo>
                    <a:pt x="10574" y="675"/>
                    <a:pt x="10648" y="416"/>
                    <a:pt x="10648" y="416"/>
                  </a:cubicBezTo>
                  <a:cubicBezTo>
                    <a:pt x="10685" y="231"/>
                    <a:pt x="10611" y="83"/>
                    <a:pt x="10426" y="9"/>
                  </a:cubicBezTo>
                  <a:cubicBezTo>
                    <a:pt x="10401" y="3"/>
                    <a:pt x="10376" y="0"/>
                    <a:pt x="10350" y="0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sp>
        <p:nvSpPr>
          <p:cNvPr id="823" name="PlaceHolder 2"/>
          <p:cNvSpPr>
            <a:spLocks noGrp="1"/>
          </p:cNvSpPr>
          <p:nvPr>
            <p:ph type="subTitle"/>
          </p:nvPr>
        </p:nvSpPr>
        <p:spPr>
          <a:xfrm>
            <a:off x="1408320" y="845640"/>
            <a:ext cx="218376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-RU" sz="1800" strike="noStrike" u="none">
                <a:solidFill>
                  <a:schemeClr val="accent1"/>
                </a:solidFill>
                <a:uFillTx/>
                <a:latin typeface="Segoe UI"/>
                <a:ea typeface="Barlow Semi Condensed Medium"/>
              </a:rPr>
              <a:t>Идея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ubTitle"/>
          </p:nvPr>
        </p:nvSpPr>
        <p:spPr>
          <a:xfrm>
            <a:off x="1329120" y="1189440"/>
            <a:ext cx="2810880" cy="61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“</a:t>
            </a:r>
            <a:r>
              <a:rPr b="0" lang="ru-RU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Игра в стилистике </a:t>
            </a:r>
            <a:r>
              <a:rPr b="0" lang="en-US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Mario</a:t>
            </a:r>
            <a:r>
              <a:rPr b="0" lang="en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”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 type="subTitle"/>
          </p:nvPr>
        </p:nvSpPr>
        <p:spPr>
          <a:xfrm>
            <a:off x="1408320" y="2119680"/>
            <a:ext cx="218376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-RU" sz="1800" strike="noStrike" u="none">
                <a:solidFill>
                  <a:schemeClr val="accent1"/>
                </a:solidFill>
                <a:uFillTx/>
                <a:latin typeface="Segoe UI"/>
                <a:ea typeface="Barlow Semi Condensed Medium"/>
              </a:rPr>
              <a:t>Для кого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 type="subTitle"/>
          </p:nvPr>
        </p:nvSpPr>
        <p:spPr>
          <a:xfrm>
            <a:off x="1260000" y="2420280"/>
            <a:ext cx="3811680" cy="99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“</a:t>
            </a:r>
            <a:r>
              <a:rPr b="0" lang="ru-RU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Людей любого возраста, увлекающихся играми</a:t>
            </a:r>
            <a:r>
              <a:rPr b="0" lang="en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“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 type="subTitle"/>
          </p:nvPr>
        </p:nvSpPr>
        <p:spPr>
          <a:xfrm>
            <a:off x="1408320" y="3451320"/>
            <a:ext cx="218376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-RU" sz="1800" strike="noStrike" u="none">
                <a:solidFill>
                  <a:schemeClr val="accent1"/>
                </a:solidFill>
                <a:uFillTx/>
                <a:latin typeface="Segoe UI"/>
                <a:ea typeface="Barlow Semi Condensed Medium"/>
              </a:rPr>
              <a:t>Основные задачи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 type="subTitle"/>
          </p:nvPr>
        </p:nvSpPr>
        <p:spPr>
          <a:xfrm>
            <a:off x="1346400" y="4069440"/>
            <a:ext cx="2880000" cy="61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“</a:t>
            </a:r>
            <a:r>
              <a:rPr b="0" lang="ru-RU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Пройти все уровни и собрать как можно больше монет</a:t>
            </a:r>
            <a:r>
              <a:rPr b="0" lang="en" sz="1400" strike="noStrike" u="none">
                <a:solidFill>
                  <a:schemeClr val="dk2"/>
                </a:solidFill>
                <a:uFillTx/>
                <a:latin typeface="Segoe UI"/>
                <a:ea typeface="Barlow Semi Condensed"/>
              </a:rPr>
              <a:t>”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9" name="Google Shape;1896;p37"/>
          <p:cNvGrpSpPr/>
          <p:nvPr/>
        </p:nvGrpSpPr>
        <p:grpSpPr>
          <a:xfrm>
            <a:off x="4726440" y="1466640"/>
            <a:ext cx="4430160" cy="3106080"/>
            <a:chOff x="4726440" y="1466640"/>
            <a:chExt cx="4430160" cy="3106080"/>
          </a:xfrm>
        </p:grpSpPr>
        <p:sp>
          <p:nvSpPr>
            <p:cNvPr id="830" name="Google Shape;1897;p37"/>
            <p:cNvSpPr/>
            <p:nvPr/>
          </p:nvSpPr>
          <p:spPr>
            <a:xfrm>
              <a:off x="4768560" y="1466640"/>
              <a:ext cx="4358160" cy="3094920"/>
            </a:xfrm>
            <a:custGeom>
              <a:avLst/>
              <a:gdLst>
                <a:gd name="textAreaLeft" fmla="*/ 0 w 4358160"/>
                <a:gd name="textAreaRight" fmla="*/ 4358520 w 4358160"/>
                <a:gd name="textAreaTop" fmla="*/ 0 h 3094920"/>
                <a:gd name="textAreaBottom" fmla="*/ 3095280 h 3094920"/>
              </a:gdLst>
              <a:ahLst/>
              <a:rect l="textAreaLeft" t="textAreaTop" r="textAreaRight" b="textAreaBottom"/>
              <a:pathLst>
                <a:path w="230697" h="163850">
                  <a:moveTo>
                    <a:pt x="157748" y="1"/>
                  </a:moveTo>
                  <a:cubicBezTo>
                    <a:pt x="156487" y="1"/>
                    <a:pt x="155194" y="95"/>
                    <a:pt x="153872" y="291"/>
                  </a:cubicBezTo>
                  <a:cubicBezTo>
                    <a:pt x="131689" y="3582"/>
                    <a:pt x="136421" y="27649"/>
                    <a:pt x="125589" y="31421"/>
                  </a:cubicBezTo>
                  <a:cubicBezTo>
                    <a:pt x="124301" y="31860"/>
                    <a:pt x="122988" y="32046"/>
                    <a:pt x="121638" y="32046"/>
                  </a:cubicBezTo>
                  <a:cubicBezTo>
                    <a:pt x="117991" y="32046"/>
                    <a:pt x="114070" y="30689"/>
                    <a:pt x="109618" y="29313"/>
                  </a:cubicBezTo>
                  <a:cubicBezTo>
                    <a:pt x="105161" y="27947"/>
                    <a:pt x="100166" y="26580"/>
                    <a:pt x="94401" y="26580"/>
                  </a:cubicBezTo>
                  <a:cubicBezTo>
                    <a:pt x="90029" y="26580"/>
                    <a:pt x="85215" y="27366"/>
                    <a:pt x="79856" y="29535"/>
                  </a:cubicBezTo>
                  <a:cubicBezTo>
                    <a:pt x="57711" y="38482"/>
                    <a:pt x="59116" y="97413"/>
                    <a:pt x="48727" y="108726"/>
                  </a:cubicBezTo>
                  <a:cubicBezTo>
                    <a:pt x="46581" y="111073"/>
                    <a:pt x="44248" y="111937"/>
                    <a:pt x="41789" y="111937"/>
                  </a:cubicBezTo>
                  <a:cubicBezTo>
                    <a:pt x="38362" y="111937"/>
                    <a:pt x="34691" y="110258"/>
                    <a:pt x="30944" y="108578"/>
                  </a:cubicBezTo>
                  <a:cubicBezTo>
                    <a:pt x="27216" y="106926"/>
                    <a:pt x="23402" y="105261"/>
                    <a:pt x="19663" y="105261"/>
                  </a:cubicBezTo>
                  <a:cubicBezTo>
                    <a:pt x="16878" y="105261"/>
                    <a:pt x="14134" y="106185"/>
                    <a:pt x="11498" y="108726"/>
                  </a:cubicBezTo>
                  <a:cubicBezTo>
                    <a:pt x="0" y="119781"/>
                    <a:pt x="555" y="159117"/>
                    <a:pt x="665" y="163850"/>
                  </a:cubicBezTo>
                  <a:lnTo>
                    <a:pt x="230696" y="163850"/>
                  </a:lnTo>
                  <a:lnTo>
                    <a:pt x="230696" y="157269"/>
                  </a:lnTo>
                  <a:cubicBezTo>
                    <a:pt x="230696" y="152093"/>
                    <a:pt x="226445" y="147361"/>
                    <a:pt x="222193" y="142665"/>
                  </a:cubicBezTo>
                  <a:cubicBezTo>
                    <a:pt x="217979" y="137933"/>
                    <a:pt x="225521" y="112941"/>
                    <a:pt x="225964" y="92200"/>
                  </a:cubicBezTo>
                  <a:cubicBezTo>
                    <a:pt x="226328" y="76521"/>
                    <a:pt x="220754" y="69209"/>
                    <a:pt x="214147" y="69209"/>
                  </a:cubicBezTo>
                  <a:cubicBezTo>
                    <a:pt x="212014" y="69209"/>
                    <a:pt x="209773" y="69971"/>
                    <a:pt x="207590" y="71460"/>
                  </a:cubicBezTo>
                  <a:cubicBezTo>
                    <a:pt x="206669" y="72091"/>
                    <a:pt x="205798" y="72383"/>
                    <a:pt x="204974" y="72383"/>
                  </a:cubicBezTo>
                  <a:cubicBezTo>
                    <a:pt x="197788" y="72383"/>
                    <a:pt x="194148" y="50178"/>
                    <a:pt x="192025" y="37077"/>
                  </a:cubicBezTo>
                  <a:cubicBezTo>
                    <a:pt x="189835" y="23311"/>
                    <a:pt x="177610" y="1"/>
                    <a:pt x="15774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1" name="Google Shape;1898;p37"/>
            <p:cNvSpPr/>
            <p:nvPr/>
          </p:nvSpPr>
          <p:spPr>
            <a:xfrm>
              <a:off x="4780440" y="1466640"/>
              <a:ext cx="4346280" cy="3094920"/>
            </a:xfrm>
            <a:custGeom>
              <a:avLst/>
              <a:gdLst>
                <a:gd name="textAreaLeft" fmla="*/ 0 w 4346280"/>
                <a:gd name="textAreaRight" fmla="*/ 4346640 w 4346280"/>
                <a:gd name="textAreaTop" fmla="*/ 0 h 3094920"/>
                <a:gd name="textAreaBottom" fmla="*/ 3095280 h 3094920"/>
              </a:gdLst>
              <a:ahLst/>
              <a:rect l="textAreaLeft" t="textAreaTop" r="textAreaRight" b="textAreaBottom"/>
              <a:pathLst>
                <a:path w="230069" h="163855">
                  <a:moveTo>
                    <a:pt x="157126" y="0"/>
                  </a:moveTo>
                  <a:cubicBezTo>
                    <a:pt x="155832" y="0"/>
                    <a:pt x="154538" y="111"/>
                    <a:pt x="153244" y="296"/>
                  </a:cubicBezTo>
                  <a:cubicBezTo>
                    <a:pt x="131061" y="3587"/>
                    <a:pt x="135793" y="27654"/>
                    <a:pt x="124961" y="31426"/>
                  </a:cubicBezTo>
                  <a:cubicBezTo>
                    <a:pt x="123667" y="31869"/>
                    <a:pt x="122336" y="32054"/>
                    <a:pt x="121005" y="32054"/>
                  </a:cubicBezTo>
                  <a:cubicBezTo>
                    <a:pt x="117345" y="32054"/>
                    <a:pt x="113426" y="30686"/>
                    <a:pt x="108990" y="29318"/>
                  </a:cubicBezTo>
                  <a:cubicBezTo>
                    <a:pt x="108287" y="29096"/>
                    <a:pt x="107585" y="28875"/>
                    <a:pt x="106882" y="28690"/>
                  </a:cubicBezTo>
                  <a:lnTo>
                    <a:pt x="106882" y="34161"/>
                  </a:lnTo>
                  <a:lnTo>
                    <a:pt x="139380" y="34161"/>
                  </a:lnTo>
                  <a:cubicBezTo>
                    <a:pt x="139454" y="34161"/>
                    <a:pt x="139528" y="34198"/>
                    <a:pt x="139601" y="34272"/>
                  </a:cubicBezTo>
                  <a:cubicBezTo>
                    <a:pt x="139638" y="34346"/>
                    <a:pt x="139675" y="34420"/>
                    <a:pt x="139675" y="34494"/>
                  </a:cubicBezTo>
                  <a:lnTo>
                    <a:pt x="139675" y="75236"/>
                  </a:lnTo>
                  <a:cubicBezTo>
                    <a:pt x="140230" y="75236"/>
                    <a:pt x="140785" y="75199"/>
                    <a:pt x="141376" y="75199"/>
                  </a:cubicBezTo>
                  <a:cubicBezTo>
                    <a:pt x="144186" y="75162"/>
                    <a:pt x="147735" y="75088"/>
                    <a:pt x="151247" y="75014"/>
                  </a:cubicBezTo>
                  <a:lnTo>
                    <a:pt x="151321" y="75014"/>
                  </a:lnTo>
                  <a:cubicBezTo>
                    <a:pt x="153133" y="71539"/>
                    <a:pt x="154316" y="68544"/>
                    <a:pt x="155425" y="65993"/>
                  </a:cubicBezTo>
                  <a:cubicBezTo>
                    <a:pt x="156645" y="63072"/>
                    <a:pt x="157015" y="60374"/>
                    <a:pt x="157015" y="58192"/>
                  </a:cubicBezTo>
                  <a:cubicBezTo>
                    <a:pt x="157015" y="55715"/>
                    <a:pt x="156571" y="53978"/>
                    <a:pt x="156423" y="53534"/>
                  </a:cubicBezTo>
                  <a:cubicBezTo>
                    <a:pt x="155314" y="52905"/>
                    <a:pt x="153281" y="51353"/>
                    <a:pt x="151469" y="49134"/>
                  </a:cubicBezTo>
                  <a:cubicBezTo>
                    <a:pt x="149584" y="46805"/>
                    <a:pt x="147957" y="43811"/>
                    <a:pt x="147957" y="40446"/>
                  </a:cubicBezTo>
                  <a:cubicBezTo>
                    <a:pt x="147957" y="39485"/>
                    <a:pt x="148105" y="38524"/>
                    <a:pt x="148400" y="37526"/>
                  </a:cubicBezTo>
                  <a:cubicBezTo>
                    <a:pt x="148807" y="36047"/>
                    <a:pt x="149694" y="34864"/>
                    <a:pt x="150877" y="33976"/>
                  </a:cubicBezTo>
                  <a:cubicBezTo>
                    <a:pt x="152061" y="33052"/>
                    <a:pt x="153502" y="32424"/>
                    <a:pt x="155018" y="31980"/>
                  </a:cubicBezTo>
                  <a:cubicBezTo>
                    <a:pt x="158124" y="31056"/>
                    <a:pt x="161562" y="30834"/>
                    <a:pt x="164002" y="30834"/>
                  </a:cubicBezTo>
                  <a:cubicBezTo>
                    <a:pt x="165555" y="30834"/>
                    <a:pt x="166738" y="30945"/>
                    <a:pt x="167108" y="30945"/>
                  </a:cubicBezTo>
                  <a:cubicBezTo>
                    <a:pt x="167773" y="30353"/>
                    <a:pt x="171692" y="27285"/>
                    <a:pt x="179419" y="27285"/>
                  </a:cubicBezTo>
                  <a:cubicBezTo>
                    <a:pt x="180454" y="27285"/>
                    <a:pt x="181526" y="27322"/>
                    <a:pt x="182709" y="27470"/>
                  </a:cubicBezTo>
                  <a:cubicBezTo>
                    <a:pt x="185223" y="27728"/>
                    <a:pt x="187478" y="28468"/>
                    <a:pt x="189475" y="29577"/>
                  </a:cubicBezTo>
                  <a:cubicBezTo>
                    <a:pt x="184927" y="16231"/>
                    <a:pt x="173688" y="0"/>
                    <a:pt x="157126" y="0"/>
                  </a:cubicBezTo>
                  <a:close/>
                  <a:moveTo>
                    <a:pt x="213543" y="69210"/>
                  </a:moveTo>
                  <a:cubicBezTo>
                    <a:pt x="211398" y="69210"/>
                    <a:pt x="209143" y="69986"/>
                    <a:pt x="206962" y="71465"/>
                  </a:cubicBezTo>
                  <a:cubicBezTo>
                    <a:pt x="206038" y="72093"/>
                    <a:pt x="205187" y="72389"/>
                    <a:pt x="204337" y="72389"/>
                  </a:cubicBezTo>
                  <a:cubicBezTo>
                    <a:pt x="202932" y="72389"/>
                    <a:pt x="201675" y="71539"/>
                    <a:pt x="200492" y="70060"/>
                  </a:cubicBezTo>
                  <a:cubicBezTo>
                    <a:pt x="200344" y="72352"/>
                    <a:pt x="200085" y="74829"/>
                    <a:pt x="199716" y="77528"/>
                  </a:cubicBezTo>
                  <a:cubicBezTo>
                    <a:pt x="200825" y="77713"/>
                    <a:pt x="201934" y="77898"/>
                    <a:pt x="203043" y="78120"/>
                  </a:cubicBezTo>
                  <a:cubicBezTo>
                    <a:pt x="207442" y="78896"/>
                    <a:pt x="211583" y="79783"/>
                    <a:pt x="213764" y="80744"/>
                  </a:cubicBezTo>
                  <a:cubicBezTo>
                    <a:pt x="214393" y="81003"/>
                    <a:pt x="214874" y="81262"/>
                    <a:pt x="215132" y="81595"/>
                  </a:cubicBezTo>
                  <a:cubicBezTo>
                    <a:pt x="215317" y="81780"/>
                    <a:pt x="215428" y="82001"/>
                    <a:pt x="215428" y="82223"/>
                  </a:cubicBezTo>
                  <a:lnTo>
                    <a:pt x="215428" y="82260"/>
                  </a:lnTo>
                  <a:cubicBezTo>
                    <a:pt x="215391" y="82445"/>
                    <a:pt x="215354" y="82704"/>
                    <a:pt x="215280" y="83074"/>
                  </a:cubicBezTo>
                  <a:cubicBezTo>
                    <a:pt x="215206" y="83443"/>
                    <a:pt x="215095" y="83887"/>
                    <a:pt x="214948" y="84442"/>
                  </a:cubicBezTo>
                  <a:cubicBezTo>
                    <a:pt x="214652" y="85551"/>
                    <a:pt x="214282" y="86992"/>
                    <a:pt x="213801" y="88693"/>
                  </a:cubicBezTo>
                  <a:cubicBezTo>
                    <a:pt x="212840" y="92094"/>
                    <a:pt x="211583" y="96494"/>
                    <a:pt x="210289" y="101078"/>
                  </a:cubicBezTo>
                  <a:cubicBezTo>
                    <a:pt x="209883" y="102520"/>
                    <a:pt x="209476" y="103962"/>
                    <a:pt x="209069" y="105441"/>
                  </a:cubicBezTo>
                  <a:lnTo>
                    <a:pt x="224264" y="105885"/>
                  </a:lnTo>
                  <a:cubicBezTo>
                    <a:pt x="224819" y="101300"/>
                    <a:pt x="225262" y="96642"/>
                    <a:pt x="225336" y="92205"/>
                  </a:cubicBezTo>
                  <a:cubicBezTo>
                    <a:pt x="225373" y="91762"/>
                    <a:pt x="225373" y="91281"/>
                    <a:pt x="225373" y="90800"/>
                  </a:cubicBezTo>
                  <a:cubicBezTo>
                    <a:pt x="225373" y="76123"/>
                    <a:pt x="219939" y="69210"/>
                    <a:pt x="213543" y="69210"/>
                  </a:cubicBezTo>
                  <a:close/>
                  <a:moveTo>
                    <a:pt x="19040" y="105256"/>
                  </a:moveTo>
                  <a:cubicBezTo>
                    <a:pt x="16231" y="105256"/>
                    <a:pt x="13495" y="106180"/>
                    <a:pt x="10870" y="108731"/>
                  </a:cubicBezTo>
                  <a:cubicBezTo>
                    <a:pt x="925" y="118307"/>
                    <a:pt x="1" y="149029"/>
                    <a:pt x="1" y="160231"/>
                  </a:cubicBezTo>
                  <a:cubicBezTo>
                    <a:pt x="1" y="161969"/>
                    <a:pt x="1" y="163226"/>
                    <a:pt x="37" y="163855"/>
                  </a:cubicBezTo>
                  <a:lnTo>
                    <a:pt x="118972" y="163855"/>
                  </a:lnTo>
                  <a:cubicBezTo>
                    <a:pt x="119489" y="162635"/>
                    <a:pt x="120525" y="160195"/>
                    <a:pt x="121819" y="156904"/>
                  </a:cubicBezTo>
                  <a:lnTo>
                    <a:pt x="121819" y="156904"/>
                  </a:lnTo>
                  <a:cubicBezTo>
                    <a:pt x="118343" y="157717"/>
                    <a:pt x="115866" y="158087"/>
                    <a:pt x="114129" y="158087"/>
                  </a:cubicBezTo>
                  <a:cubicBezTo>
                    <a:pt x="113278" y="158087"/>
                    <a:pt x="112613" y="158013"/>
                    <a:pt x="112058" y="157828"/>
                  </a:cubicBezTo>
                  <a:cubicBezTo>
                    <a:pt x="111541" y="157644"/>
                    <a:pt x="111171" y="157348"/>
                    <a:pt x="110949" y="156978"/>
                  </a:cubicBezTo>
                  <a:cubicBezTo>
                    <a:pt x="110801" y="156719"/>
                    <a:pt x="110727" y="156423"/>
                    <a:pt x="110727" y="156128"/>
                  </a:cubicBezTo>
                  <a:cubicBezTo>
                    <a:pt x="110727" y="156017"/>
                    <a:pt x="110764" y="155906"/>
                    <a:pt x="110801" y="155758"/>
                  </a:cubicBezTo>
                  <a:cubicBezTo>
                    <a:pt x="110801" y="155573"/>
                    <a:pt x="110875" y="155351"/>
                    <a:pt x="110912" y="155056"/>
                  </a:cubicBezTo>
                  <a:cubicBezTo>
                    <a:pt x="111023" y="154501"/>
                    <a:pt x="111208" y="153725"/>
                    <a:pt x="111430" y="152800"/>
                  </a:cubicBezTo>
                  <a:cubicBezTo>
                    <a:pt x="111541" y="152394"/>
                    <a:pt x="111652" y="151950"/>
                    <a:pt x="111763" y="151469"/>
                  </a:cubicBezTo>
                  <a:cubicBezTo>
                    <a:pt x="109175" y="150065"/>
                    <a:pt x="107289" y="148142"/>
                    <a:pt x="106069" y="145739"/>
                  </a:cubicBezTo>
                  <a:cubicBezTo>
                    <a:pt x="105034" y="143595"/>
                    <a:pt x="104516" y="141007"/>
                    <a:pt x="104516" y="138049"/>
                  </a:cubicBezTo>
                  <a:cubicBezTo>
                    <a:pt x="104516" y="136385"/>
                    <a:pt x="104664" y="134574"/>
                    <a:pt x="104960" y="132614"/>
                  </a:cubicBezTo>
                  <a:cubicBezTo>
                    <a:pt x="106254" y="124703"/>
                    <a:pt x="109544" y="119268"/>
                    <a:pt x="114461" y="114055"/>
                  </a:cubicBezTo>
                  <a:cubicBezTo>
                    <a:pt x="114868" y="113648"/>
                    <a:pt x="115238" y="113242"/>
                    <a:pt x="115645" y="112835"/>
                  </a:cubicBezTo>
                  <a:lnTo>
                    <a:pt x="23810" y="112835"/>
                  </a:lnTo>
                  <a:cubicBezTo>
                    <a:pt x="23699" y="112835"/>
                    <a:pt x="23625" y="112798"/>
                    <a:pt x="23588" y="112761"/>
                  </a:cubicBezTo>
                  <a:cubicBezTo>
                    <a:pt x="23514" y="112687"/>
                    <a:pt x="23477" y="112613"/>
                    <a:pt x="23477" y="112539"/>
                  </a:cubicBezTo>
                  <a:lnTo>
                    <a:pt x="23477" y="105958"/>
                  </a:lnTo>
                  <a:cubicBezTo>
                    <a:pt x="21998" y="105515"/>
                    <a:pt x="20519" y="105256"/>
                    <a:pt x="19040" y="105256"/>
                  </a:cubicBezTo>
                  <a:close/>
                  <a:moveTo>
                    <a:pt x="220382" y="134056"/>
                  </a:moveTo>
                  <a:lnTo>
                    <a:pt x="220382" y="134056"/>
                  </a:lnTo>
                  <a:cubicBezTo>
                    <a:pt x="219902" y="134204"/>
                    <a:pt x="219458" y="134241"/>
                    <a:pt x="219199" y="134278"/>
                  </a:cubicBezTo>
                  <a:cubicBezTo>
                    <a:pt x="219162" y="134278"/>
                    <a:pt x="219125" y="134278"/>
                    <a:pt x="219088" y="134241"/>
                  </a:cubicBezTo>
                  <a:lnTo>
                    <a:pt x="212581" y="147624"/>
                  </a:lnTo>
                  <a:cubicBezTo>
                    <a:pt x="212286" y="148290"/>
                    <a:pt x="211620" y="148697"/>
                    <a:pt x="210881" y="148697"/>
                  </a:cubicBezTo>
                  <a:lnTo>
                    <a:pt x="206481" y="148660"/>
                  </a:lnTo>
                  <a:cubicBezTo>
                    <a:pt x="205446" y="149880"/>
                    <a:pt x="204411" y="151026"/>
                    <a:pt x="203450" y="152061"/>
                  </a:cubicBezTo>
                  <a:cubicBezTo>
                    <a:pt x="201453" y="154279"/>
                    <a:pt x="199716" y="156017"/>
                    <a:pt x="198570" y="156793"/>
                  </a:cubicBezTo>
                  <a:cubicBezTo>
                    <a:pt x="197608" y="157459"/>
                    <a:pt x="196869" y="157939"/>
                    <a:pt x="196277" y="158272"/>
                  </a:cubicBezTo>
                  <a:cubicBezTo>
                    <a:pt x="195649" y="158605"/>
                    <a:pt x="195205" y="158753"/>
                    <a:pt x="194762" y="158790"/>
                  </a:cubicBezTo>
                  <a:cubicBezTo>
                    <a:pt x="194503" y="158790"/>
                    <a:pt x="194244" y="158679"/>
                    <a:pt x="194022" y="158531"/>
                  </a:cubicBezTo>
                  <a:cubicBezTo>
                    <a:pt x="193837" y="158346"/>
                    <a:pt x="193689" y="158124"/>
                    <a:pt x="193542" y="157865"/>
                  </a:cubicBezTo>
                  <a:cubicBezTo>
                    <a:pt x="193283" y="157348"/>
                    <a:pt x="193098" y="156608"/>
                    <a:pt x="192765" y="155684"/>
                  </a:cubicBezTo>
                  <a:cubicBezTo>
                    <a:pt x="192469" y="154760"/>
                    <a:pt x="192248" y="153392"/>
                    <a:pt x="192100" y="151839"/>
                  </a:cubicBezTo>
                  <a:cubicBezTo>
                    <a:pt x="191989" y="150804"/>
                    <a:pt x="191915" y="149658"/>
                    <a:pt x="191841" y="148549"/>
                  </a:cubicBezTo>
                  <a:lnTo>
                    <a:pt x="189734" y="148512"/>
                  </a:lnTo>
                  <a:cubicBezTo>
                    <a:pt x="188403" y="153762"/>
                    <a:pt x="187996" y="157681"/>
                    <a:pt x="187996" y="160453"/>
                  </a:cubicBezTo>
                  <a:cubicBezTo>
                    <a:pt x="187996" y="161895"/>
                    <a:pt x="188107" y="163004"/>
                    <a:pt x="188255" y="163855"/>
                  </a:cubicBezTo>
                  <a:lnTo>
                    <a:pt x="230068" y="163855"/>
                  </a:lnTo>
                  <a:lnTo>
                    <a:pt x="230068" y="157274"/>
                  </a:lnTo>
                  <a:cubicBezTo>
                    <a:pt x="230068" y="152098"/>
                    <a:pt x="225817" y="147366"/>
                    <a:pt x="221565" y="142670"/>
                  </a:cubicBezTo>
                  <a:cubicBezTo>
                    <a:pt x="220641" y="141635"/>
                    <a:pt x="220271" y="139639"/>
                    <a:pt x="220271" y="136940"/>
                  </a:cubicBezTo>
                  <a:cubicBezTo>
                    <a:pt x="220271" y="136053"/>
                    <a:pt x="220308" y="135091"/>
                    <a:pt x="220382" y="13405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2" name="Google Shape;1899;p37"/>
            <p:cNvSpPr/>
            <p:nvPr/>
          </p:nvSpPr>
          <p:spPr>
            <a:xfrm>
              <a:off x="6721560" y="1987920"/>
              <a:ext cx="1886400" cy="2401200"/>
            </a:xfrm>
            <a:custGeom>
              <a:avLst/>
              <a:gdLst>
                <a:gd name="textAreaLeft" fmla="*/ 0 w 1886400"/>
                <a:gd name="textAreaRight" fmla="*/ 1886760 w 1886400"/>
                <a:gd name="textAreaTop" fmla="*/ 0 h 2401200"/>
                <a:gd name="textAreaBottom" fmla="*/ 2401560 h 2401200"/>
              </a:gdLst>
              <a:ahLst/>
              <a:rect l="textAreaLeft" t="textAreaTop" r="textAreaRight" b="textAreaBottom"/>
              <a:pathLst>
                <a:path w="99859" h="127131">
                  <a:moveTo>
                    <a:pt x="76699" y="1"/>
                  </a:moveTo>
                  <a:cubicBezTo>
                    <a:pt x="68279" y="1"/>
                    <a:pt x="64477" y="3685"/>
                    <a:pt x="64477" y="3685"/>
                  </a:cubicBezTo>
                  <a:cubicBezTo>
                    <a:pt x="64477" y="3685"/>
                    <a:pt x="63173" y="3560"/>
                    <a:pt x="61252" y="3560"/>
                  </a:cubicBezTo>
                  <a:cubicBezTo>
                    <a:pt x="56382" y="3560"/>
                    <a:pt x="47546" y="4359"/>
                    <a:pt x="45955" y="10007"/>
                  </a:cubicBezTo>
                  <a:cubicBezTo>
                    <a:pt x="43700" y="17881"/>
                    <a:pt x="51538" y="24462"/>
                    <a:pt x="53941" y="25719"/>
                  </a:cubicBezTo>
                  <a:cubicBezTo>
                    <a:pt x="53941" y="25719"/>
                    <a:pt x="55900" y="31634"/>
                    <a:pt x="52943" y="38511"/>
                  </a:cubicBezTo>
                  <a:cubicBezTo>
                    <a:pt x="50022" y="45388"/>
                    <a:pt x="46510" y="55518"/>
                    <a:pt x="31056" y="69566"/>
                  </a:cubicBezTo>
                  <a:cubicBezTo>
                    <a:pt x="15602" y="83615"/>
                    <a:pt x="5066" y="89346"/>
                    <a:pt x="2552" y="105095"/>
                  </a:cubicBezTo>
                  <a:cubicBezTo>
                    <a:pt x="1" y="120808"/>
                    <a:pt x="7580" y="126982"/>
                    <a:pt x="28394" y="127130"/>
                  </a:cubicBezTo>
                  <a:cubicBezTo>
                    <a:pt x="28456" y="127130"/>
                    <a:pt x="28519" y="127131"/>
                    <a:pt x="28581" y="127131"/>
                  </a:cubicBezTo>
                  <a:cubicBezTo>
                    <a:pt x="49374" y="127131"/>
                    <a:pt x="83025" y="102605"/>
                    <a:pt x="91429" y="73485"/>
                  </a:cubicBezTo>
                  <a:cubicBezTo>
                    <a:pt x="99858" y="44278"/>
                    <a:pt x="97492" y="32189"/>
                    <a:pt x="97049" y="21652"/>
                  </a:cubicBezTo>
                  <a:cubicBezTo>
                    <a:pt x="96642" y="11116"/>
                    <a:pt x="90616" y="1282"/>
                    <a:pt x="79931" y="172"/>
                  </a:cubicBezTo>
                  <a:cubicBezTo>
                    <a:pt x="78786" y="54"/>
                    <a:pt x="77710" y="1"/>
                    <a:pt x="76699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3" name="Google Shape;1900;p37"/>
            <p:cNvSpPr/>
            <p:nvPr/>
          </p:nvSpPr>
          <p:spPr>
            <a:xfrm>
              <a:off x="6755040" y="1982160"/>
              <a:ext cx="1817640" cy="2412720"/>
            </a:xfrm>
            <a:custGeom>
              <a:avLst/>
              <a:gdLst>
                <a:gd name="textAreaLeft" fmla="*/ 0 w 1817640"/>
                <a:gd name="textAreaRight" fmla="*/ 1818000 w 1817640"/>
                <a:gd name="textAreaTop" fmla="*/ 0 h 2412720"/>
                <a:gd name="textAreaBottom" fmla="*/ 2413080 h 2412720"/>
              </a:gdLst>
              <a:ahLst/>
              <a:rect l="textAreaLeft" t="textAreaTop" r="textAreaRight" b="textAreaBottom"/>
              <a:pathLst>
                <a:path w="96235" h="127735">
                  <a:moveTo>
                    <a:pt x="74903" y="629"/>
                  </a:moveTo>
                  <a:cubicBezTo>
                    <a:pt x="75901" y="629"/>
                    <a:pt x="76973" y="666"/>
                    <a:pt x="78119" y="777"/>
                  </a:cubicBezTo>
                  <a:cubicBezTo>
                    <a:pt x="83369" y="1332"/>
                    <a:pt x="87473" y="4031"/>
                    <a:pt x="90320" y="7876"/>
                  </a:cubicBezTo>
                  <a:cubicBezTo>
                    <a:pt x="93166" y="11721"/>
                    <a:pt x="94756" y="16785"/>
                    <a:pt x="94978" y="21998"/>
                  </a:cubicBezTo>
                  <a:cubicBezTo>
                    <a:pt x="95126" y="26139"/>
                    <a:pt x="95606" y="30465"/>
                    <a:pt x="95606" y="36010"/>
                  </a:cubicBezTo>
                  <a:cubicBezTo>
                    <a:pt x="95606" y="44587"/>
                    <a:pt x="94497" y="55974"/>
                    <a:pt x="89358" y="73720"/>
                  </a:cubicBezTo>
                  <a:cubicBezTo>
                    <a:pt x="85181" y="88176"/>
                    <a:pt x="74718" y="101559"/>
                    <a:pt x="62666" y="111320"/>
                  </a:cubicBezTo>
                  <a:cubicBezTo>
                    <a:pt x="50650" y="121043"/>
                    <a:pt x="37082" y="127143"/>
                    <a:pt x="26767" y="127143"/>
                  </a:cubicBezTo>
                  <a:lnTo>
                    <a:pt x="26619" y="127143"/>
                  </a:lnTo>
                  <a:cubicBezTo>
                    <a:pt x="17524" y="127069"/>
                    <a:pt x="10981" y="125849"/>
                    <a:pt x="6766" y="123224"/>
                  </a:cubicBezTo>
                  <a:cubicBezTo>
                    <a:pt x="4659" y="121893"/>
                    <a:pt x="3143" y="120230"/>
                    <a:pt x="2108" y="118196"/>
                  </a:cubicBezTo>
                  <a:cubicBezTo>
                    <a:pt x="1109" y="116126"/>
                    <a:pt x="592" y="113686"/>
                    <a:pt x="592" y="110765"/>
                  </a:cubicBezTo>
                  <a:cubicBezTo>
                    <a:pt x="592" y="109138"/>
                    <a:pt x="777" y="107364"/>
                    <a:pt x="1073" y="105441"/>
                  </a:cubicBezTo>
                  <a:cubicBezTo>
                    <a:pt x="2330" y="97640"/>
                    <a:pt x="5546" y="92354"/>
                    <a:pt x="10389" y="87215"/>
                  </a:cubicBezTo>
                  <a:cubicBezTo>
                    <a:pt x="15269" y="82076"/>
                    <a:pt x="21739" y="77122"/>
                    <a:pt x="29466" y="70097"/>
                  </a:cubicBezTo>
                  <a:cubicBezTo>
                    <a:pt x="44957" y="56011"/>
                    <a:pt x="48543" y="45808"/>
                    <a:pt x="51463" y="38931"/>
                  </a:cubicBezTo>
                  <a:cubicBezTo>
                    <a:pt x="52757" y="35936"/>
                    <a:pt x="53127" y="33127"/>
                    <a:pt x="53127" y="30908"/>
                  </a:cubicBezTo>
                  <a:cubicBezTo>
                    <a:pt x="53127" y="27914"/>
                    <a:pt x="52462" y="25954"/>
                    <a:pt x="52462" y="25954"/>
                  </a:cubicBezTo>
                  <a:cubicBezTo>
                    <a:pt x="52425" y="25880"/>
                    <a:pt x="52388" y="25806"/>
                    <a:pt x="52314" y="25769"/>
                  </a:cubicBezTo>
                  <a:cubicBezTo>
                    <a:pt x="51316" y="25252"/>
                    <a:pt x="49208" y="23662"/>
                    <a:pt x="47434" y="21444"/>
                  </a:cubicBezTo>
                  <a:cubicBezTo>
                    <a:pt x="45622" y="19226"/>
                    <a:pt x="44069" y="16342"/>
                    <a:pt x="44069" y="13162"/>
                  </a:cubicBezTo>
                  <a:cubicBezTo>
                    <a:pt x="44069" y="12238"/>
                    <a:pt x="44180" y="11351"/>
                    <a:pt x="44476" y="10390"/>
                  </a:cubicBezTo>
                  <a:cubicBezTo>
                    <a:pt x="44846" y="9059"/>
                    <a:pt x="45659" y="8023"/>
                    <a:pt x="46731" y="7173"/>
                  </a:cubicBezTo>
                  <a:cubicBezTo>
                    <a:pt x="48395" y="5916"/>
                    <a:pt x="50650" y="5140"/>
                    <a:pt x="52979" y="4733"/>
                  </a:cubicBezTo>
                  <a:cubicBezTo>
                    <a:pt x="55308" y="4289"/>
                    <a:pt x="57674" y="4178"/>
                    <a:pt x="59486" y="4178"/>
                  </a:cubicBezTo>
                  <a:cubicBezTo>
                    <a:pt x="60447" y="4178"/>
                    <a:pt x="61224" y="4215"/>
                    <a:pt x="61815" y="4252"/>
                  </a:cubicBezTo>
                  <a:cubicBezTo>
                    <a:pt x="62074" y="4252"/>
                    <a:pt x="62296" y="4252"/>
                    <a:pt x="62444" y="4289"/>
                  </a:cubicBezTo>
                  <a:lnTo>
                    <a:pt x="62666" y="4289"/>
                  </a:lnTo>
                  <a:cubicBezTo>
                    <a:pt x="62695" y="4299"/>
                    <a:pt x="62722" y="4304"/>
                    <a:pt x="62747" y="4304"/>
                  </a:cubicBezTo>
                  <a:cubicBezTo>
                    <a:pt x="62816" y="4304"/>
                    <a:pt x="62870" y="4270"/>
                    <a:pt x="62924" y="4215"/>
                  </a:cubicBezTo>
                  <a:cubicBezTo>
                    <a:pt x="63109" y="4031"/>
                    <a:pt x="66843" y="629"/>
                    <a:pt x="74903" y="629"/>
                  </a:cubicBezTo>
                  <a:close/>
                  <a:moveTo>
                    <a:pt x="74903" y="1"/>
                  </a:moveTo>
                  <a:cubicBezTo>
                    <a:pt x="67145" y="1"/>
                    <a:pt x="63234" y="3109"/>
                    <a:pt x="62579" y="3682"/>
                  </a:cubicBezTo>
                  <a:lnTo>
                    <a:pt x="62579" y="3682"/>
                  </a:lnTo>
                  <a:cubicBezTo>
                    <a:pt x="62172" y="3644"/>
                    <a:pt x="61016" y="3550"/>
                    <a:pt x="59486" y="3550"/>
                  </a:cubicBezTo>
                  <a:cubicBezTo>
                    <a:pt x="57046" y="3550"/>
                    <a:pt x="53608" y="3772"/>
                    <a:pt x="50502" y="4696"/>
                  </a:cubicBezTo>
                  <a:cubicBezTo>
                    <a:pt x="48986" y="5140"/>
                    <a:pt x="47545" y="5768"/>
                    <a:pt x="46361" y="6692"/>
                  </a:cubicBezTo>
                  <a:cubicBezTo>
                    <a:pt x="45178" y="7580"/>
                    <a:pt x="44291" y="8763"/>
                    <a:pt x="43884" y="10242"/>
                  </a:cubicBezTo>
                  <a:cubicBezTo>
                    <a:pt x="43589" y="11240"/>
                    <a:pt x="43441" y="12201"/>
                    <a:pt x="43441" y="13162"/>
                  </a:cubicBezTo>
                  <a:cubicBezTo>
                    <a:pt x="43441" y="16527"/>
                    <a:pt x="45068" y="19521"/>
                    <a:pt x="46953" y="21850"/>
                  </a:cubicBezTo>
                  <a:cubicBezTo>
                    <a:pt x="48750" y="24079"/>
                    <a:pt x="50792" y="25644"/>
                    <a:pt x="51923" y="26272"/>
                  </a:cubicBezTo>
                  <a:lnTo>
                    <a:pt x="51923" y="26272"/>
                  </a:lnTo>
                  <a:cubicBezTo>
                    <a:pt x="52058" y="26769"/>
                    <a:pt x="52499" y="28466"/>
                    <a:pt x="52499" y="30908"/>
                  </a:cubicBezTo>
                  <a:cubicBezTo>
                    <a:pt x="52499" y="33090"/>
                    <a:pt x="52129" y="35788"/>
                    <a:pt x="50909" y="38709"/>
                  </a:cubicBezTo>
                  <a:cubicBezTo>
                    <a:pt x="47951" y="45586"/>
                    <a:pt x="44476" y="55605"/>
                    <a:pt x="29059" y="69617"/>
                  </a:cubicBezTo>
                  <a:cubicBezTo>
                    <a:pt x="21369" y="76641"/>
                    <a:pt x="14863" y="81595"/>
                    <a:pt x="9945" y="86771"/>
                  </a:cubicBezTo>
                  <a:cubicBezTo>
                    <a:pt x="5028" y="91984"/>
                    <a:pt x="1738" y="97419"/>
                    <a:pt x="444" y="105330"/>
                  </a:cubicBezTo>
                  <a:cubicBezTo>
                    <a:pt x="148" y="107290"/>
                    <a:pt x="0" y="109101"/>
                    <a:pt x="0" y="110765"/>
                  </a:cubicBezTo>
                  <a:cubicBezTo>
                    <a:pt x="0" y="113723"/>
                    <a:pt x="518" y="116311"/>
                    <a:pt x="1553" y="118455"/>
                  </a:cubicBezTo>
                  <a:cubicBezTo>
                    <a:pt x="3180" y="121708"/>
                    <a:pt x="6027" y="124001"/>
                    <a:pt x="10167" y="125516"/>
                  </a:cubicBezTo>
                  <a:cubicBezTo>
                    <a:pt x="14308" y="126995"/>
                    <a:pt x="19743" y="127698"/>
                    <a:pt x="26619" y="127735"/>
                  </a:cubicBezTo>
                  <a:lnTo>
                    <a:pt x="26767" y="127735"/>
                  </a:lnTo>
                  <a:cubicBezTo>
                    <a:pt x="37304" y="127735"/>
                    <a:pt x="50946" y="121597"/>
                    <a:pt x="63072" y="111763"/>
                  </a:cubicBezTo>
                  <a:cubicBezTo>
                    <a:pt x="75162" y="101966"/>
                    <a:pt x="85735" y="88546"/>
                    <a:pt x="89950" y="73868"/>
                  </a:cubicBezTo>
                  <a:cubicBezTo>
                    <a:pt x="95089" y="56085"/>
                    <a:pt x="96235" y="44624"/>
                    <a:pt x="96235" y="36010"/>
                  </a:cubicBezTo>
                  <a:cubicBezTo>
                    <a:pt x="96235" y="30428"/>
                    <a:pt x="95754" y="26065"/>
                    <a:pt x="95606" y="21961"/>
                  </a:cubicBezTo>
                  <a:cubicBezTo>
                    <a:pt x="95384" y="16638"/>
                    <a:pt x="93758" y="11499"/>
                    <a:pt x="90800" y="7506"/>
                  </a:cubicBezTo>
                  <a:cubicBezTo>
                    <a:pt x="87879" y="3550"/>
                    <a:pt x="83591" y="740"/>
                    <a:pt x="78193" y="186"/>
                  </a:cubicBezTo>
                  <a:cubicBezTo>
                    <a:pt x="77010" y="38"/>
                    <a:pt x="75938" y="1"/>
                    <a:pt x="7490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4" name="Google Shape;1901;p37"/>
            <p:cNvSpPr/>
            <p:nvPr/>
          </p:nvSpPr>
          <p:spPr>
            <a:xfrm>
              <a:off x="7661520" y="2233440"/>
              <a:ext cx="350280" cy="139320"/>
            </a:xfrm>
            <a:custGeom>
              <a:avLst/>
              <a:gdLst>
                <a:gd name="textAreaLeft" fmla="*/ 0 w 350280"/>
                <a:gd name="textAreaRight" fmla="*/ 350640 w 350280"/>
                <a:gd name="textAreaTop" fmla="*/ 0 h 139320"/>
                <a:gd name="textAreaBottom" fmla="*/ 139680 h 139320"/>
              </a:gdLst>
              <a:ahLst/>
              <a:rect l="textAreaLeft" t="textAreaTop" r="textAreaRight" b="textAreaBottom"/>
              <a:pathLst>
                <a:path w="18560" h="7395">
                  <a:moveTo>
                    <a:pt x="4732" y="0"/>
                  </a:moveTo>
                  <a:cubicBezTo>
                    <a:pt x="3549" y="0"/>
                    <a:pt x="2514" y="111"/>
                    <a:pt x="1701" y="407"/>
                  </a:cubicBezTo>
                  <a:cubicBezTo>
                    <a:pt x="1294" y="592"/>
                    <a:pt x="961" y="777"/>
                    <a:pt x="666" y="1035"/>
                  </a:cubicBezTo>
                  <a:cubicBezTo>
                    <a:pt x="370" y="1294"/>
                    <a:pt x="185" y="1664"/>
                    <a:pt x="74" y="2034"/>
                  </a:cubicBezTo>
                  <a:cubicBezTo>
                    <a:pt x="37" y="2255"/>
                    <a:pt x="0" y="2477"/>
                    <a:pt x="0" y="2662"/>
                  </a:cubicBezTo>
                  <a:cubicBezTo>
                    <a:pt x="0" y="3475"/>
                    <a:pt x="370" y="4178"/>
                    <a:pt x="961" y="4733"/>
                  </a:cubicBezTo>
                  <a:cubicBezTo>
                    <a:pt x="1812" y="5620"/>
                    <a:pt x="3106" y="6285"/>
                    <a:pt x="4511" y="6729"/>
                  </a:cubicBezTo>
                  <a:cubicBezTo>
                    <a:pt x="5915" y="7136"/>
                    <a:pt x="7431" y="7394"/>
                    <a:pt x="8651" y="7394"/>
                  </a:cubicBezTo>
                  <a:cubicBezTo>
                    <a:pt x="9391" y="7394"/>
                    <a:pt x="10056" y="7320"/>
                    <a:pt x="10537" y="7099"/>
                  </a:cubicBezTo>
                  <a:cubicBezTo>
                    <a:pt x="10796" y="7025"/>
                    <a:pt x="11017" y="6877"/>
                    <a:pt x="11165" y="6729"/>
                  </a:cubicBezTo>
                  <a:cubicBezTo>
                    <a:pt x="11350" y="6544"/>
                    <a:pt x="11461" y="6285"/>
                    <a:pt x="11461" y="6063"/>
                  </a:cubicBezTo>
                  <a:cubicBezTo>
                    <a:pt x="11461" y="5694"/>
                    <a:pt x="11313" y="5361"/>
                    <a:pt x="11128" y="5065"/>
                  </a:cubicBezTo>
                  <a:cubicBezTo>
                    <a:pt x="10759" y="4622"/>
                    <a:pt x="10167" y="4289"/>
                    <a:pt x="9539" y="4067"/>
                  </a:cubicBezTo>
                  <a:cubicBezTo>
                    <a:pt x="8540" y="3697"/>
                    <a:pt x="7394" y="3549"/>
                    <a:pt x="6470" y="3475"/>
                  </a:cubicBezTo>
                  <a:cubicBezTo>
                    <a:pt x="5546" y="3365"/>
                    <a:pt x="4843" y="3365"/>
                    <a:pt x="4843" y="3365"/>
                  </a:cubicBezTo>
                  <a:lnTo>
                    <a:pt x="4843" y="3993"/>
                  </a:lnTo>
                  <a:lnTo>
                    <a:pt x="5102" y="3993"/>
                  </a:lnTo>
                  <a:cubicBezTo>
                    <a:pt x="5694" y="4030"/>
                    <a:pt x="7209" y="4104"/>
                    <a:pt x="8503" y="4400"/>
                  </a:cubicBezTo>
                  <a:cubicBezTo>
                    <a:pt x="9169" y="4548"/>
                    <a:pt x="9760" y="4769"/>
                    <a:pt x="10204" y="5065"/>
                  </a:cubicBezTo>
                  <a:cubicBezTo>
                    <a:pt x="10426" y="5213"/>
                    <a:pt x="10574" y="5361"/>
                    <a:pt x="10685" y="5509"/>
                  </a:cubicBezTo>
                  <a:cubicBezTo>
                    <a:pt x="10796" y="5694"/>
                    <a:pt x="10833" y="5842"/>
                    <a:pt x="10833" y="6063"/>
                  </a:cubicBezTo>
                  <a:cubicBezTo>
                    <a:pt x="10833" y="6137"/>
                    <a:pt x="10796" y="6211"/>
                    <a:pt x="10722" y="6285"/>
                  </a:cubicBezTo>
                  <a:cubicBezTo>
                    <a:pt x="10611" y="6433"/>
                    <a:pt x="10352" y="6544"/>
                    <a:pt x="10019" y="6655"/>
                  </a:cubicBezTo>
                  <a:cubicBezTo>
                    <a:pt x="9650" y="6729"/>
                    <a:pt x="9169" y="6766"/>
                    <a:pt x="8651" y="6766"/>
                  </a:cubicBezTo>
                  <a:cubicBezTo>
                    <a:pt x="7099" y="6766"/>
                    <a:pt x="5065" y="6359"/>
                    <a:pt x="3401" y="5620"/>
                  </a:cubicBezTo>
                  <a:cubicBezTo>
                    <a:pt x="2588" y="5287"/>
                    <a:pt x="1886" y="4806"/>
                    <a:pt x="1405" y="4326"/>
                  </a:cubicBezTo>
                  <a:cubicBezTo>
                    <a:pt x="887" y="3808"/>
                    <a:pt x="629" y="3254"/>
                    <a:pt x="629" y="2662"/>
                  </a:cubicBezTo>
                  <a:cubicBezTo>
                    <a:pt x="629" y="2514"/>
                    <a:pt x="666" y="2366"/>
                    <a:pt x="703" y="2182"/>
                  </a:cubicBezTo>
                  <a:cubicBezTo>
                    <a:pt x="740" y="1923"/>
                    <a:pt x="887" y="1701"/>
                    <a:pt x="1072" y="1479"/>
                  </a:cubicBezTo>
                  <a:cubicBezTo>
                    <a:pt x="1405" y="1183"/>
                    <a:pt x="1886" y="961"/>
                    <a:pt x="2514" y="814"/>
                  </a:cubicBezTo>
                  <a:cubicBezTo>
                    <a:pt x="3106" y="703"/>
                    <a:pt x="3882" y="629"/>
                    <a:pt x="4732" y="629"/>
                  </a:cubicBezTo>
                  <a:cubicBezTo>
                    <a:pt x="7357" y="629"/>
                    <a:pt x="10796" y="1257"/>
                    <a:pt x="13531" y="1923"/>
                  </a:cubicBezTo>
                  <a:cubicBezTo>
                    <a:pt x="14936" y="2218"/>
                    <a:pt x="16156" y="2551"/>
                    <a:pt x="17007" y="2773"/>
                  </a:cubicBezTo>
                  <a:cubicBezTo>
                    <a:pt x="17450" y="2921"/>
                    <a:pt x="17783" y="2995"/>
                    <a:pt x="18042" y="3069"/>
                  </a:cubicBezTo>
                  <a:cubicBezTo>
                    <a:pt x="18264" y="3143"/>
                    <a:pt x="18412" y="3180"/>
                    <a:pt x="18412" y="3180"/>
                  </a:cubicBezTo>
                  <a:lnTo>
                    <a:pt x="18559" y="2588"/>
                  </a:lnTo>
                  <a:cubicBezTo>
                    <a:pt x="18559" y="2588"/>
                    <a:pt x="16452" y="1960"/>
                    <a:pt x="13679" y="1294"/>
                  </a:cubicBezTo>
                  <a:cubicBezTo>
                    <a:pt x="10907" y="666"/>
                    <a:pt x="7468" y="0"/>
                    <a:pt x="4732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9840" bIns="698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5" name="Google Shape;1902;p37"/>
            <p:cNvSpPr/>
            <p:nvPr/>
          </p:nvSpPr>
          <p:spPr>
            <a:xfrm>
              <a:off x="8034480" y="2039400"/>
              <a:ext cx="518040" cy="522000"/>
            </a:xfrm>
            <a:custGeom>
              <a:avLst/>
              <a:gdLst>
                <a:gd name="textAreaLeft" fmla="*/ 0 w 518040"/>
                <a:gd name="textAreaRight" fmla="*/ 518400 w 518040"/>
                <a:gd name="textAreaTop" fmla="*/ 0 h 522000"/>
                <a:gd name="textAreaBottom" fmla="*/ 522360 h 522000"/>
              </a:gdLst>
              <a:ahLst/>
              <a:rect l="textAreaLeft" t="textAreaTop" r="textAreaRight" b="textAreaBottom"/>
              <a:pathLst>
                <a:path w="27433" h="27655">
                  <a:moveTo>
                    <a:pt x="13901" y="0"/>
                  </a:moveTo>
                  <a:cubicBezTo>
                    <a:pt x="12201" y="0"/>
                    <a:pt x="8984" y="74"/>
                    <a:pt x="6027" y="703"/>
                  </a:cubicBezTo>
                  <a:cubicBezTo>
                    <a:pt x="4585" y="999"/>
                    <a:pt x="3180" y="1442"/>
                    <a:pt x="2108" y="2071"/>
                  </a:cubicBezTo>
                  <a:cubicBezTo>
                    <a:pt x="999" y="2699"/>
                    <a:pt x="185" y="3587"/>
                    <a:pt x="0" y="4733"/>
                  </a:cubicBezTo>
                  <a:cubicBezTo>
                    <a:pt x="0" y="4844"/>
                    <a:pt x="0" y="4954"/>
                    <a:pt x="0" y="5065"/>
                  </a:cubicBezTo>
                  <a:cubicBezTo>
                    <a:pt x="0" y="5842"/>
                    <a:pt x="333" y="6692"/>
                    <a:pt x="888" y="7616"/>
                  </a:cubicBezTo>
                  <a:cubicBezTo>
                    <a:pt x="1849" y="9280"/>
                    <a:pt x="3550" y="11203"/>
                    <a:pt x="5694" y="13236"/>
                  </a:cubicBezTo>
                  <a:cubicBezTo>
                    <a:pt x="8836" y="16304"/>
                    <a:pt x="12977" y="19558"/>
                    <a:pt x="16896" y="22220"/>
                  </a:cubicBezTo>
                  <a:cubicBezTo>
                    <a:pt x="20852" y="24882"/>
                    <a:pt x="24660" y="26952"/>
                    <a:pt x="27248" y="27654"/>
                  </a:cubicBezTo>
                  <a:lnTo>
                    <a:pt x="27433" y="27026"/>
                  </a:lnTo>
                  <a:cubicBezTo>
                    <a:pt x="25547" y="26545"/>
                    <a:pt x="22885" y="25251"/>
                    <a:pt x="20002" y="23477"/>
                  </a:cubicBezTo>
                  <a:cubicBezTo>
                    <a:pt x="15676" y="20815"/>
                    <a:pt x="10796" y="17155"/>
                    <a:pt x="7025" y="13680"/>
                  </a:cubicBezTo>
                  <a:cubicBezTo>
                    <a:pt x="5139" y="11942"/>
                    <a:pt x="3513" y="10241"/>
                    <a:pt x="2367" y="8725"/>
                  </a:cubicBezTo>
                  <a:cubicBezTo>
                    <a:pt x="1221" y="7247"/>
                    <a:pt x="592" y="5916"/>
                    <a:pt x="592" y="5065"/>
                  </a:cubicBezTo>
                  <a:cubicBezTo>
                    <a:pt x="592" y="4991"/>
                    <a:pt x="629" y="4917"/>
                    <a:pt x="629" y="4844"/>
                  </a:cubicBezTo>
                  <a:cubicBezTo>
                    <a:pt x="777" y="3919"/>
                    <a:pt x="1405" y="3217"/>
                    <a:pt x="2404" y="2625"/>
                  </a:cubicBezTo>
                  <a:cubicBezTo>
                    <a:pt x="3882" y="1738"/>
                    <a:pt x="6175" y="1220"/>
                    <a:pt x="8356" y="925"/>
                  </a:cubicBezTo>
                  <a:cubicBezTo>
                    <a:pt x="10537" y="666"/>
                    <a:pt x="12644" y="629"/>
                    <a:pt x="13901" y="629"/>
                  </a:cubicBezTo>
                  <a:lnTo>
                    <a:pt x="15011" y="629"/>
                  </a:lnTo>
                  <a:lnTo>
                    <a:pt x="15011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6" name="Google Shape;1903;p37"/>
            <p:cNvSpPr/>
            <p:nvPr/>
          </p:nvSpPr>
          <p:spPr>
            <a:xfrm>
              <a:off x="8160120" y="2040840"/>
              <a:ext cx="330840" cy="277560"/>
            </a:xfrm>
            <a:custGeom>
              <a:avLst/>
              <a:gdLst>
                <a:gd name="textAreaLeft" fmla="*/ 0 w 330840"/>
                <a:gd name="textAreaRight" fmla="*/ 331200 w 330840"/>
                <a:gd name="textAreaTop" fmla="*/ 0 h 277560"/>
                <a:gd name="textAreaBottom" fmla="*/ 277920 h 277560"/>
              </a:gdLst>
              <a:ahLst/>
              <a:rect l="textAreaLeft" t="textAreaTop" r="textAreaRight" b="textAreaBottom"/>
              <a:pathLst>
                <a:path w="17525" h="14715">
                  <a:moveTo>
                    <a:pt x="3475" y="0"/>
                  </a:moveTo>
                  <a:cubicBezTo>
                    <a:pt x="3475" y="0"/>
                    <a:pt x="2625" y="518"/>
                    <a:pt x="1775" y="1368"/>
                  </a:cubicBezTo>
                  <a:cubicBezTo>
                    <a:pt x="924" y="2256"/>
                    <a:pt x="37" y="3476"/>
                    <a:pt x="0" y="4917"/>
                  </a:cubicBezTo>
                  <a:cubicBezTo>
                    <a:pt x="0" y="5509"/>
                    <a:pt x="148" y="6101"/>
                    <a:pt x="481" y="6692"/>
                  </a:cubicBezTo>
                  <a:cubicBezTo>
                    <a:pt x="961" y="7616"/>
                    <a:pt x="1960" y="8541"/>
                    <a:pt x="3254" y="9465"/>
                  </a:cubicBezTo>
                  <a:cubicBezTo>
                    <a:pt x="5213" y="10833"/>
                    <a:pt x="7801" y="12127"/>
                    <a:pt x="10426" y="13125"/>
                  </a:cubicBezTo>
                  <a:cubicBezTo>
                    <a:pt x="13014" y="14086"/>
                    <a:pt x="15602" y="14715"/>
                    <a:pt x="17524" y="14715"/>
                  </a:cubicBezTo>
                  <a:lnTo>
                    <a:pt x="17524" y="14123"/>
                  </a:lnTo>
                  <a:cubicBezTo>
                    <a:pt x="15121" y="14123"/>
                    <a:pt x="11387" y="13014"/>
                    <a:pt x="8097" y="11461"/>
                  </a:cubicBezTo>
                  <a:cubicBezTo>
                    <a:pt x="6433" y="10722"/>
                    <a:pt x="4880" y="9835"/>
                    <a:pt x="3623" y="8947"/>
                  </a:cubicBezTo>
                  <a:cubicBezTo>
                    <a:pt x="2366" y="8097"/>
                    <a:pt x="1442" y="7173"/>
                    <a:pt x="1035" y="6396"/>
                  </a:cubicBezTo>
                  <a:cubicBezTo>
                    <a:pt x="740" y="5879"/>
                    <a:pt x="629" y="5398"/>
                    <a:pt x="629" y="4917"/>
                  </a:cubicBezTo>
                  <a:cubicBezTo>
                    <a:pt x="629" y="3734"/>
                    <a:pt x="1405" y="2625"/>
                    <a:pt x="2181" y="1812"/>
                  </a:cubicBezTo>
                  <a:cubicBezTo>
                    <a:pt x="2588" y="1405"/>
                    <a:pt x="2995" y="1072"/>
                    <a:pt x="3291" y="851"/>
                  </a:cubicBezTo>
                  <a:cubicBezTo>
                    <a:pt x="3438" y="740"/>
                    <a:pt x="3586" y="666"/>
                    <a:pt x="3660" y="592"/>
                  </a:cubicBezTo>
                  <a:lnTo>
                    <a:pt x="3771" y="518"/>
                  </a:lnTo>
                  <a:lnTo>
                    <a:pt x="3808" y="518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7" name="Google Shape;1904;p37"/>
            <p:cNvSpPr/>
            <p:nvPr/>
          </p:nvSpPr>
          <p:spPr>
            <a:xfrm>
              <a:off x="7425360" y="2896560"/>
              <a:ext cx="951120" cy="1670040"/>
            </a:xfrm>
            <a:custGeom>
              <a:avLst/>
              <a:gdLst>
                <a:gd name="textAreaLeft" fmla="*/ 0 w 951120"/>
                <a:gd name="textAreaRight" fmla="*/ 951480 w 951120"/>
                <a:gd name="textAreaTop" fmla="*/ 0 h 1670040"/>
                <a:gd name="textAreaBottom" fmla="*/ 1670400 h 1670040"/>
              </a:gdLst>
              <a:ahLst/>
              <a:rect l="textAreaLeft" t="textAreaTop" r="textAreaRight" b="textAreaBottom"/>
              <a:pathLst>
                <a:path w="50355" h="88423">
                  <a:moveTo>
                    <a:pt x="29766" y="1"/>
                  </a:moveTo>
                  <a:cubicBezTo>
                    <a:pt x="24738" y="1"/>
                    <a:pt x="21221" y="247"/>
                    <a:pt x="21221" y="247"/>
                  </a:cubicBezTo>
                  <a:cubicBezTo>
                    <a:pt x="21221" y="247"/>
                    <a:pt x="14936" y="18696"/>
                    <a:pt x="11609" y="35850"/>
                  </a:cubicBezTo>
                  <a:cubicBezTo>
                    <a:pt x="8282" y="53004"/>
                    <a:pt x="0" y="88422"/>
                    <a:pt x="0" y="88422"/>
                  </a:cubicBezTo>
                  <a:lnTo>
                    <a:pt x="33939" y="88422"/>
                  </a:lnTo>
                  <a:cubicBezTo>
                    <a:pt x="33939" y="88422"/>
                    <a:pt x="34124" y="80511"/>
                    <a:pt x="35418" y="70159"/>
                  </a:cubicBezTo>
                  <a:cubicBezTo>
                    <a:pt x="36712" y="59844"/>
                    <a:pt x="50354" y="4314"/>
                    <a:pt x="50354" y="4314"/>
                  </a:cubicBezTo>
                  <a:cubicBezTo>
                    <a:pt x="50354" y="4314"/>
                    <a:pt x="47212" y="802"/>
                    <a:pt x="38191" y="247"/>
                  </a:cubicBezTo>
                  <a:cubicBezTo>
                    <a:pt x="35171" y="62"/>
                    <a:pt x="32280" y="1"/>
                    <a:pt x="29766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8" name="Google Shape;1905;p37"/>
            <p:cNvSpPr/>
            <p:nvPr/>
          </p:nvSpPr>
          <p:spPr>
            <a:xfrm>
              <a:off x="7419240" y="2890800"/>
              <a:ext cx="963360" cy="1681920"/>
            </a:xfrm>
            <a:custGeom>
              <a:avLst/>
              <a:gdLst>
                <a:gd name="textAreaLeft" fmla="*/ 0 w 963360"/>
                <a:gd name="textAreaRight" fmla="*/ 963720 w 963360"/>
                <a:gd name="textAreaTop" fmla="*/ 0 h 1681920"/>
                <a:gd name="textAreaBottom" fmla="*/ 1682280 h 1681920"/>
              </a:gdLst>
              <a:ahLst/>
              <a:rect l="textAreaLeft" t="textAreaTop" r="textAreaRight" b="textAreaBottom"/>
              <a:pathLst>
                <a:path w="51020" h="89064">
                  <a:moveTo>
                    <a:pt x="30094" y="629"/>
                  </a:moveTo>
                  <a:cubicBezTo>
                    <a:pt x="32608" y="629"/>
                    <a:pt x="35492" y="666"/>
                    <a:pt x="38487" y="851"/>
                  </a:cubicBezTo>
                  <a:cubicBezTo>
                    <a:pt x="42960" y="1147"/>
                    <a:pt x="45992" y="2145"/>
                    <a:pt x="47840" y="3069"/>
                  </a:cubicBezTo>
                  <a:cubicBezTo>
                    <a:pt x="48802" y="3513"/>
                    <a:pt x="49467" y="3957"/>
                    <a:pt x="49874" y="4289"/>
                  </a:cubicBezTo>
                  <a:cubicBezTo>
                    <a:pt x="50096" y="4474"/>
                    <a:pt x="50243" y="4585"/>
                    <a:pt x="50317" y="4696"/>
                  </a:cubicBezTo>
                  <a:lnTo>
                    <a:pt x="50350" y="4718"/>
                  </a:lnTo>
                  <a:lnTo>
                    <a:pt x="50350" y="4718"/>
                  </a:lnTo>
                  <a:cubicBezTo>
                    <a:pt x="49952" y="6341"/>
                    <a:pt x="46759" y="19392"/>
                    <a:pt x="43404" y="33607"/>
                  </a:cubicBezTo>
                  <a:cubicBezTo>
                    <a:pt x="41629" y="41186"/>
                    <a:pt x="39781" y="49098"/>
                    <a:pt x="38339" y="55753"/>
                  </a:cubicBezTo>
                  <a:cubicBezTo>
                    <a:pt x="36860" y="62444"/>
                    <a:pt x="35751" y="67842"/>
                    <a:pt x="35455" y="70430"/>
                  </a:cubicBezTo>
                  <a:cubicBezTo>
                    <a:pt x="34307" y="79613"/>
                    <a:pt x="34032" y="86906"/>
                    <a:pt x="33985" y="88435"/>
                  </a:cubicBezTo>
                  <a:lnTo>
                    <a:pt x="715" y="88435"/>
                  </a:lnTo>
                  <a:cubicBezTo>
                    <a:pt x="1603" y="84627"/>
                    <a:pt x="9110" y="52359"/>
                    <a:pt x="12238" y="36232"/>
                  </a:cubicBezTo>
                  <a:cubicBezTo>
                    <a:pt x="13901" y="27655"/>
                    <a:pt x="16304" y="18745"/>
                    <a:pt x="18264" y="12016"/>
                  </a:cubicBezTo>
                  <a:cubicBezTo>
                    <a:pt x="19262" y="8652"/>
                    <a:pt x="20149" y="5805"/>
                    <a:pt x="20815" y="3809"/>
                  </a:cubicBezTo>
                  <a:cubicBezTo>
                    <a:pt x="21111" y="2810"/>
                    <a:pt x="21369" y="1997"/>
                    <a:pt x="21554" y="1480"/>
                  </a:cubicBezTo>
                  <a:cubicBezTo>
                    <a:pt x="21652" y="1188"/>
                    <a:pt x="21718" y="978"/>
                    <a:pt x="21759" y="844"/>
                  </a:cubicBezTo>
                  <a:lnTo>
                    <a:pt x="21759" y="844"/>
                  </a:lnTo>
                  <a:cubicBezTo>
                    <a:pt x="21863" y="839"/>
                    <a:pt x="22005" y="830"/>
                    <a:pt x="22183" y="814"/>
                  </a:cubicBezTo>
                  <a:cubicBezTo>
                    <a:pt x="23403" y="740"/>
                    <a:pt x="26323" y="629"/>
                    <a:pt x="30094" y="629"/>
                  </a:cubicBezTo>
                  <a:close/>
                  <a:moveTo>
                    <a:pt x="30094" y="1"/>
                  </a:moveTo>
                  <a:cubicBezTo>
                    <a:pt x="25066" y="1"/>
                    <a:pt x="21517" y="259"/>
                    <a:pt x="21517" y="259"/>
                  </a:cubicBezTo>
                  <a:cubicBezTo>
                    <a:pt x="21406" y="259"/>
                    <a:pt x="21295" y="333"/>
                    <a:pt x="21258" y="444"/>
                  </a:cubicBezTo>
                  <a:cubicBezTo>
                    <a:pt x="21258" y="444"/>
                    <a:pt x="14973" y="18930"/>
                    <a:pt x="11646" y="36121"/>
                  </a:cubicBezTo>
                  <a:cubicBezTo>
                    <a:pt x="9982" y="44661"/>
                    <a:pt x="7062" y="57823"/>
                    <a:pt x="4585" y="68840"/>
                  </a:cubicBezTo>
                  <a:cubicBezTo>
                    <a:pt x="3328" y="74312"/>
                    <a:pt x="2182" y="79303"/>
                    <a:pt x="1368" y="82889"/>
                  </a:cubicBezTo>
                  <a:cubicBezTo>
                    <a:pt x="962" y="84664"/>
                    <a:pt x="629" y="86105"/>
                    <a:pt x="370" y="87141"/>
                  </a:cubicBezTo>
                  <a:cubicBezTo>
                    <a:pt x="148" y="88139"/>
                    <a:pt x="0" y="88693"/>
                    <a:pt x="0" y="88693"/>
                  </a:cubicBezTo>
                  <a:cubicBezTo>
                    <a:pt x="0" y="88767"/>
                    <a:pt x="0" y="88878"/>
                    <a:pt x="74" y="88952"/>
                  </a:cubicBezTo>
                  <a:cubicBezTo>
                    <a:pt x="148" y="89026"/>
                    <a:pt x="222" y="89063"/>
                    <a:pt x="333" y="89063"/>
                  </a:cubicBezTo>
                  <a:lnTo>
                    <a:pt x="34272" y="89063"/>
                  </a:lnTo>
                  <a:cubicBezTo>
                    <a:pt x="34420" y="89063"/>
                    <a:pt x="34568" y="88915"/>
                    <a:pt x="34568" y="88767"/>
                  </a:cubicBezTo>
                  <a:cubicBezTo>
                    <a:pt x="34568" y="88767"/>
                    <a:pt x="34605" y="88250"/>
                    <a:pt x="34642" y="87362"/>
                  </a:cubicBezTo>
                  <a:cubicBezTo>
                    <a:pt x="34753" y="84664"/>
                    <a:pt x="35085" y="78268"/>
                    <a:pt x="36047" y="70504"/>
                  </a:cubicBezTo>
                  <a:cubicBezTo>
                    <a:pt x="36379" y="67953"/>
                    <a:pt x="37452" y="62555"/>
                    <a:pt x="38930" y="55900"/>
                  </a:cubicBezTo>
                  <a:cubicBezTo>
                    <a:pt x="41112" y="45918"/>
                    <a:pt x="44143" y="33089"/>
                    <a:pt x="46583" y="22812"/>
                  </a:cubicBezTo>
                  <a:cubicBezTo>
                    <a:pt x="47840" y="17636"/>
                    <a:pt x="48949" y="13125"/>
                    <a:pt x="49726" y="9872"/>
                  </a:cubicBezTo>
                  <a:cubicBezTo>
                    <a:pt x="50133" y="8245"/>
                    <a:pt x="50428" y="6951"/>
                    <a:pt x="50650" y="6064"/>
                  </a:cubicBezTo>
                  <a:cubicBezTo>
                    <a:pt x="50872" y="5177"/>
                    <a:pt x="50983" y="4696"/>
                    <a:pt x="50983" y="4696"/>
                  </a:cubicBezTo>
                  <a:cubicBezTo>
                    <a:pt x="51020" y="4585"/>
                    <a:pt x="50983" y="4474"/>
                    <a:pt x="50909" y="4400"/>
                  </a:cubicBezTo>
                  <a:cubicBezTo>
                    <a:pt x="50872" y="4363"/>
                    <a:pt x="47655" y="814"/>
                    <a:pt x="38524" y="259"/>
                  </a:cubicBezTo>
                  <a:cubicBezTo>
                    <a:pt x="35492" y="75"/>
                    <a:pt x="32608" y="1"/>
                    <a:pt x="3009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39" name="Google Shape;1906;p37"/>
            <p:cNvSpPr/>
            <p:nvPr/>
          </p:nvSpPr>
          <p:spPr>
            <a:xfrm>
              <a:off x="7859880" y="2930400"/>
              <a:ext cx="374040" cy="553320"/>
            </a:xfrm>
            <a:custGeom>
              <a:avLst/>
              <a:gdLst>
                <a:gd name="textAreaLeft" fmla="*/ 0 w 374040"/>
                <a:gd name="textAreaRight" fmla="*/ 374400 w 374040"/>
                <a:gd name="textAreaTop" fmla="*/ 0 h 553320"/>
                <a:gd name="textAreaBottom" fmla="*/ 553680 h 553320"/>
              </a:gdLst>
              <a:ahLst/>
              <a:rect l="textAreaLeft" t="textAreaTop" r="textAreaRight" b="textAreaBottom"/>
              <a:pathLst>
                <a:path w="19818" h="29318">
                  <a:moveTo>
                    <a:pt x="2515" y="0"/>
                  </a:moveTo>
                  <a:cubicBezTo>
                    <a:pt x="2515" y="0"/>
                    <a:pt x="1" y="10685"/>
                    <a:pt x="1" y="16970"/>
                  </a:cubicBezTo>
                  <a:cubicBezTo>
                    <a:pt x="1" y="22449"/>
                    <a:pt x="3278" y="29317"/>
                    <a:pt x="8798" y="29317"/>
                  </a:cubicBezTo>
                  <a:cubicBezTo>
                    <a:pt x="9646" y="29317"/>
                    <a:pt x="10548" y="29155"/>
                    <a:pt x="11499" y="28800"/>
                  </a:cubicBezTo>
                  <a:cubicBezTo>
                    <a:pt x="18671" y="26101"/>
                    <a:pt x="19817" y="18522"/>
                    <a:pt x="19817" y="13605"/>
                  </a:cubicBezTo>
                  <a:cubicBezTo>
                    <a:pt x="19817" y="8688"/>
                    <a:pt x="19521" y="1959"/>
                    <a:pt x="19521" y="1959"/>
                  </a:cubicBezTo>
                  <a:cubicBezTo>
                    <a:pt x="19521" y="1959"/>
                    <a:pt x="17513" y="3566"/>
                    <a:pt x="14167" y="3566"/>
                  </a:cubicBezTo>
                  <a:cubicBezTo>
                    <a:pt x="13089" y="3566"/>
                    <a:pt x="11871" y="3399"/>
                    <a:pt x="10537" y="2958"/>
                  </a:cubicBezTo>
                  <a:cubicBezTo>
                    <a:pt x="5066" y="1109"/>
                    <a:pt x="2515" y="0"/>
                    <a:pt x="2515" y="0"/>
                  </a:cubicBezTo>
                  <a:close/>
                </a:path>
              </a:pathLst>
            </a:custGeom>
            <a:solidFill>
              <a:srgbClr val="adada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0" name="Google Shape;1907;p37"/>
            <p:cNvSpPr/>
            <p:nvPr/>
          </p:nvSpPr>
          <p:spPr>
            <a:xfrm>
              <a:off x="7871760" y="2930400"/>
              <a:ext cx="361440" cy="274680"/>
            </a:xfrm>
            <a:custGeom>
              <a:avLst/>
              <a:gdLst>
                <a:gd name="textAreaLeft" fmla="*/ 0 w 361440"/>
                <a:gd name="textAreaRight" fmla="*/ 361800 w 361440"/>
                <a:gd name="textAreaTop" fmla="*/ 0 h 274680"/>
                <a:gd name="textAreaBottom" fmla="*/ 275040 h 274680"/>
              </a:gdLst>
              <a:ahLst/>
              <a:rect l="textAreaLeft" t="textAreaTop" r="textAreaRight" b="textAreaBottom"/>
              <a:pathLst>
                <a:path w="19152" h="14557">
                  <a:moveTo>
                    <a:pt x="1886" y="0"/>
                  </a:moveTo>
                  <a:cubicBezTo>
                    <a:pt x="1886" y="0"/>
                    <a:pt x="740" y="4917"/>
                    <a:pt x="0" y="10056"/>
                  </a:cubicBezTo>
                  <a:cubicBezTo>
                    <a:pt x="1494" y="12453"/>
                    <a:pt x="4130" y="14556"/>
                    <a:pt x="8798" y="14556"/>
                  </a:cubicBezTo>
                  <a:cubicBezTo>
                    <a:pt x="9098" y="14556"/>
                    <a:pt x="9406" y="14547"/>
                    <a:pt x="9724" y="14530"/>
                  </a:cubicBezTo>
                  <a:cubicBezTo>
                    <a:pt x="13901" y="14271"/>
                    <a:pt x="16933" y="12792"/>
                    <a:pt x="19151" y="10685"/>
                  </a:cubicBezTo>
                  <a:cubicBezTo>
                    <a:pt x="19077" y="6396"/>
                    <a:pt x="18892" y="1959"/>
                    <a:pt x="18892" y="1959"/>
                  </a:cubicBezTo>
                  <a:cubicBezTo>
                    <a:pt x="18892" y="1959"/>
                    <a:pt x="16884" y="3566"/>
                    <a:pt x="13538" y="3566"/>
                  </a:cubicBezTo>
                  <a:cubicBezTo>
                    <a:pt x="12460" y="3566"/>
                    <a:pt x="11242" y="3399"/>
                    <a:pt x="9908" y="2958"/>
                  </a:cubicBezTo>
                  <a:cubicBezTo>
                    <a:pt x="4437" y="1109"/>
                    <a:pt x="1886" y="0"/>
                    <a:pt x="1886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1" name="Google Shape;1908;p37"/>
            <p:cNvSpPr/>
            <p:nvPr/>
          </p:nvSpPr>
          <p:spPr>
            <a:xfrm>
              <a:off x="7876800" y="2963160"/>
              <a:ext cx="342000" cy="241920"/>
            </a:xfrm>
            <a:custGeom>
              <a:avLst/>
              <a:gdLst>
                <a:gd name="textAreaLeft" fmla="*/ 0 w 342000"/>
                <a:gd name="textAreaRight" fmla="*/ 342360 w 342000"/>
                <a:gd name="textAreaTop" fmla="*/ 0 h 241920"/>
                <a:gd name="textAreaBottom" fmla="*/ 242280 h 241920"/>
              </a:gdLst>
              <a:ahLst/>
              <a:rect l="textAreaLeft" t="textAreaTop" r="textAreaRight" b="textAreaBottom"/>
              <a:pathLst>
                <a:path w="18116" h="12830">
                  <a:moveTo>
                    <a:pt x="18116" y="2773"/>
                  </a:moveTo>
                  <a:lnTo>
                    <a:pt x="18079" y="2810"/>
                  </a:lnTo>
                  <a:cubicBezTo>
                    <a:pt x="18079" y="2810"/>
                    <a:pt x="18042" y="2810"/>
                    <a:pt x="18042" y="2847"/>
                  </a:cubicBezTo>
                  <a:cubicBezTo>
                    <a:pt x="17931" y="2995"/>
                    <a:pt x="17820" y="3180"/>
                    <a:pt x="17635" y="3402"/>
                  </a:cubicBezTo>
                  <a:cubicBezTo>
                    <a:pt x="17302" y="3883"/>
                    <a:pt x="16859" y="4585"/>
                    <a:pt x="16378" y="5435"/>
                  </a:cubicBezTo>
                  <a:cubicBezTo>
                    <a:pt x="15417" y="7099"/>
                    <a:pt x="14345" y="9317"/>
                    <a:pt x="13864" y="11536"/>
                  </a:cubicBezTo>
                  <a:cubicBezTo>
                    <a:pt x="13827" y="11683"/>
                    <a:pt x="13827" y="11831"/>
                    <a:pt x="13790" y="11979"/>
                  </a:cubicBezTo>
                  <a:cubicBezTo>
                    <a:pt x="15232" y="11499"/>
                    <a:pt x="16526" y="10833"/>
                    <a:pt x="17598" y="10020"/>
                  </a:cubicBezTo>
                  <a:cubicBezTo>
                    <a:pt x="17820" y="6914"/>
                    <a:pt x="18005" y="4437"/>
                    <a:pt x="18116" y="2773"/>
                  </a:cubicBezTo>
                  <a:close/>
                  <a:moveTo>
                    <a:pt x="1553" y="1"/>
                  </a:moveTo>
                  <a:lnTo>
                    <a:pt x="1553" y="75"/>
                  </a:lnTo>
                  <a:cubicBezTo>
                    <a:pt x="1294" y="1184"/>
                    <a:pt x="998" y="2700"/>
                    <a:pt x="666" y="4437"/>
                  </a:cubicBezTo>
                  <a:cubicBezTo>
                    <a:pt x="444" y="5768"/>
                    <a:pt x="185" y="7247"/>
                    <a:pt x="0" y="8689"/>
                  </a:cubicBezTo>
                  <a:cubicBezTo>
                    <a:pt x="1516" y="10944"/>
                    <a:pt x="4104" y="12829"/>
                    <a:pt x="8503" y="12829"/>
                  </a:cubicBezTo>
                  <a:cubicBezTo>
                    <a:pt x="8799" y="12829"/>
                    <a:pt x="9132" y="12793"/>
                    <a:pt x="9465" y="12793"/>
                  </a:cubicBezTo>
                  <a:cubicBezTo>
                    <a:pt x="10796" y="12719"/>
                    <a:pt x="12016" y="12497"/>
                    <a:pt x="13125" y="12201"/>
                  </a:cubicBezTo>
                  <a:cubicBezTo>
                    <a:pt x="13162" y="11942"/>
                    <a:pt x="13236" y="11683"/>
                    <a:pt x="13273" y="11388"/>
                  </a:cubicBezTo>
                  <a:cubicBezTo>
                    <a:pt x="13975" y="8171"/>
                    <a:pt x="15897" y="4955"/>
                    <a:pt x="16933" y="3365"/>
                  </a:cubicBezTo>
                  <a:lnTo>
                    <a:pt x="16933" y="3365"/>
                  </a:lnTo>
                  <a:cubicBezTo>
                    <a:pt x="15676" y="3920"/>
                    <a:pt x="14234" y="4252"/>
                    <a:pt x="12644" y="4326"/>
                  </a:cubicBezTo>
                  <a:cubicBezTo>
                    <a:pt x="12348" y="4363"/>
                    <a:pt x="12053" y="4363"/>
                    <a:pt x="11757" y="4363"/>
                  </a:cubicBezTo>
                  <a:cubicBezTo>
                    <a:pt x="6655" y="4363"/>
                    <a:pt x="3512" y="2219"/>
                    <a:pt x="1553" y="1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2" name="Google Shape;1909;p37"/>
            <p:cNvSpPr/>
            <p:nvPr/>
          </p:nvSpPr>
          <p:spPr>
            <a:xfrm>
              <a:off x="7854480" y="2924280"/>
              <a:ext cx="385200" cy="565200"/>
            </a:xfrm>
            <a:custGeom>
              <a:avLst/>
              <a:gdLst>
                <a:gd name="textAreaLeft" fmla="*/ 0 w 385200"/>
                <a:gd name="textAreaRight" fmla="*/ 385560 w 385200"/>
                <a:gd name="textAreaTop" fmla="*/ 0 h 565200"/>
                <a:gd name="textAreaBottom" fmla="*/ 565560 h 565200"/>
              </a:gdLst>
              <a:ahLst/>
              <a:rect l="textAreaLeft" t="textAreaTop" r="textAreaRight" b="textAreaBottom"/>
              <a:pathLst>
                <a:path w="20408" h="29938">
                  <a:moveTo>
                    <a:pt x="3044" y="746"/>
                  </a:moveTo>
                  <a:lnTo>
                    <a:pt x="3044" y="746"/>
                  </a:lnTo>
                  <a:cubicBezTo>
                    <a:pt x="3908" y="1120"/>
                    <a:pt x="6406" y="2112"/>
                    <a:pt x="10722" y="3540"/>
                  </a:cubicBezTo>
                  <a:cubicBezTo>
                    <a:pt x="12089" y="4021"/>
                    <a:pt x="13383" y="4206"/>
                    <a:pt x="14493" y="4206"/>
                  </a:cubicBezTo>
                  <a:cubicBezTo>
                    <a:pt x="16987" y="4206"/>
                    <a:pt x="18742" y="3330"/>
                    <a:pt x="19532" y="2835"/>
                  </a:cubicBezTo>
                  <a:lnTo>
                    <a:pt x="19532" y="2835"/>
                  </a:lnTo>
                  <a:cubicBezTo>
                    <a:pt x="19537" y="3002"/>
                    <a:pt x="19546" y="3202"/>
                    <a:pt x="19558" y="3430"/>
                  </a:cubicBezTo>
                  <a:cubicBezTo>
                    <a:pt x="19631" y="5537"/>
                    <a:pt x="19779" y="10269"/>
                    <a:pt x="19779" y="13929"/>
                  </a:cubicBezTo>
                  <a:cubicBezTo>
                    <a:pt x="19779" y="16369"/>
                    <a:pt x="19521" y="19475"/>
                    <a:pt x="18374" y="22248"/>
                  </a:cubicBezTo>
                  <a:cubicBezTo>
                    <a:pt x="17191" y="25020"/>
                    <a:pt x="15195" y="27497"/>
                    <a:pt x="11720" y="28828"/>
                  </a:cubicBezTo>
                  <a:cubicBezTo>
                    <a:pt x="10759" y="29161"/>
                    <a:pt x="9908" y="29309"/>
                    <a:pt x="9095" y="29309"/>
                  </a:cubicBezTo>
                  <a:cubicBezTo>
                    <a:pt x="7764" y="29309"/>
                    <a:pt x="6581" y="28902"/>
                    <a:pt x="5546" y="28200"/>
                  </a:cubicBezTo>
                  <a:cubicBezTo>
                    <a:pt x="3993" y="27165"/>
                    <a:pt x="2736" y="25464"/>
                    <a:pt x="1886" y="23505"/>
                  </a:cubicBezTo>
                  <a:cubicBezTo>
                    <a:pt x="1072" y="21545"/>
                    <a:pt x="592" y="19327"/>
                    <a:pt x="592" y="17294"/>
                  </a:cubicBezTo>
                  <a:cubicBezTo>
                    <a:pt x="592" y="14188"/>
                    <a:pt x="1220" y="9936"/>
                    <a:pt x="1849" y="6498"/>
                  </a:cubicBezTo>
                  <a:cubicBezTo>
                    <a:pt x="2181" y="4761"/>
                    <a:pt x="2477" y="3245"/>
                    <a:pt x="2736" y="2136"/>
                  </a:cubicBezTo>
                  <a:cubicBezTo>
                    <a:pt x="2847" y="1581"/>
                    <a:pt x="2958" y="1174"/>
                    <a:pt x="3032" y="842"/>
                  </a:cubicBezTo>
                  <a:cubicBezTo>
                    <a:pt x="3036" y="808"/>
                    <a:pt x="3040" y="776"/>
                    <a:pt x="3044" y="746"/>
                  </a:cubicBezTo>
                  <a:close/>
                  <a:moveTo>
                    <a:pt x="2828" y="1"/>
                  </a:moveTo>
                  <a:cubicBezTo>
                    <a:pt x="2782" y="1"/>
                    <a:pt x="2736" y="10"/>
                    <a:pt x="2699" y="28"/>
                  </a:cubicBezTo>
                  <a:cubicBezTo>
                    <a:pt x="2588" y="65"/>
                    <a:pt x="2551" y="139"/>
                    <a:pt x="2514" y="250"/>
                  </a:cubicBezTo>
                  <a:cubicBezTo>
                    <a:pt x="2514" y="250"/>
                    <a:pt x="1886" y="2912"/>
                    <a:pt x="1257" y="6387"/>
                  </a:cubicBezTo>
                  <a:cubicBezTo>
                    <a:pt x="629" y="9862"/>
                    <a:pt x="0" y="14114"/>
                    <a:pt x="0" y="17294"/>
                  </a:cubicBezTo>
                  <a:cubicBezTo>
                    <a:pt x="0" y="20103"/>
                    <a:pt x="813" y="23246"/>
                    <a:pt x="2366" y="25686"/>
                  </a:cubicBezTo>
                  <a:cubicBezTo>
                    <a:pt x="3143" y="26906"/>
                    <a:pt x="4067" y="27978"/>
                    <a:pt x="5213" y="28718"/>
                  </a:cubicBezTo>
                  <a:cubicBezTo>
                    <a:pt x="6322" y="29494"/>
                    <a:pt x="7653" y="29938"/>
                    <a:pt x="9095" y="29938"/>
                  </a:cubicBezTo>
                  <a:cubicBezTo>
                    <a:pt x="9982" y="29938"/>
                    <a:pt x="10943" y="29753"/>
                    <a:pt x="11905" y="29383"/>
                  </a:cubicBezTo>
                  <a:cubicBezTo>
                    <a:pt x="15602" y="28015"/>
                    <a:pt x="17746" y="25390"/>
                    <a:pt x="18929" y="22469"/>
                  </a:cubicBezTo>
                  <a:cubicBezTo>
                    <a:pt x="20112" y="19586"/>
                    <a:pt x="20408" y="16406"/>
                    <a:pt x="20408" y="13929"/>
                  </a:cubicBezTo>
                  <a:cubicBezTo>
                    <a:pt x="20408" y="9012"/>
                    <a:pt x="20112" y="2283"/>
                    <a:pt x="20112" y="2283"/>
                  </a:cubicBezTo>
                  <a:cubicBezTo>
                    <a:pt x="20112" y="2136"/>
                    <a:pt x="20038" y="2062"/>
                    <a:pt x="19927" y="1988"/>
                  </a:cubicBezTo>
                  <a:cubicBezTo>
                    <a:pt x="19906" y="1977"/>
                    <a:pt x="19878" y="1972"/>
                    <a:pt x="19847" y="1972"/>
                  </a:cubicBezTo>
                  <a:cubicBezTo>
                    <a:pt x="19773" y="1972"/>
                    <a:pt x="19684" y="1999"/>
                    <a:pt x="19631" y="2025"/>
                  </a:cubicBezTo>
                  <a:lnTo>
                    <a:pt x="19594" y="2062"/>
                  </a:lnTo>
                  <a:cubicBezTo>
                    <a:pt x="19410" y="2210"/>
                    <a:pt x="17524" y="3577"/>
                    <a:pt x="14493" y="3577"/>
                  </a:cubicBezTo>
                  <a:cubicBezTo>
                    <a:pt x="13420" y="3577"/>
                    <a:pt x="12237" y="3393"/>
                    <a:pt x="10943" y="2986"/>
                  </a:cubicBezTo>
                  <a:cubicBezTo>
                    <a:pt x="8208" y="2062"/>
                    <a:pt x="6211" y="1322"/>
                    <a:pt x="4880" y="805"/>
                  </a:cubicBezTo>
                  <a:cubicBezTo>
                    <a:pt x="4215" y="583"/>
                    <a:pt x="3734" y="361"/>
                    <a:pt x="3438" y="250"/>
                  </a:cubicBezTo>
                  <a:cubicBezTo>
                    <a:pt x="3253" y="176"/>
                    <a:pt x="3143" y="102"/>
                    <a:pt x="3069" y="102"/>
                  </a:cubicBezTo>
                  <a:cubicBezTo>
                    <a:pt x="2995" y="65"/>
                    <a:pt x="2958" y="28"/>
                    <a:pt x="2958" y="28"/>
                  </a:cubicBezTo>
                  <a:cubicBezTo>
                    <a:pt x="2921" y="10"/>
                    <a:pt x="2875" y="1"/>
                    <a:pt x="2828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3" name="Google Shape;1910;p37"/>
            <p:cNvSpPr/>
            <p:nvPr/>
          </p:nvSpPr>
          <p:spPr>
            <a:xfrm>
              <a:off x="8121240" y="3003840"/>
              <a:ext cx="100080" cy="31644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316440"/>
                <a:gd name="textAreaBottom" fmla="*/ 316800 h 316440"/>
              </a:gdLst>
              <a:ahLst/>
              <a:rect l="textAreaLeft" t="textAreaTop" r="textAreaRight" b="textAreaBottom"/>
              <a:pathLst>
                <a:path w="5325" h="16776">
                  <a:moveTo>
                    <a:pt x="4991" y="0"/>
                  </a:moveTo>
                  <a:cubicBezTo>
                    <a:pt x="4895" y="0"/>
                    <a:pt x="4800" y="49"/>
                    <a:pt x="4733" y="139"/>
                  </a:cubicBezTo>
                  <a:cubicBezTo>
                    <a:pt x="4733" y="139"/>
                    <a:pt x="1332" y="4649"/>
                    <a:pt x="334" y="9234"/>
                  </a:cubicBezTo>
                  <a:cubicBezTo>
                    <a:pt x="112" y="10343"/>
                    <a:pt x="1" y="11341"/>
                    <a:pt x="1" y="12228"/>
                  </a:cubicBezTo>
                  <a:cubicBezTo>
                    <a:pt x="1" y="15001"/>
                    <a:pt x="925" y="16591"/>
                    <a:pt x="925" y="16628"/>
                  </a:cubicBezTo>
                  <a:cubicBezTo>
                    <a:pt x="999" y="16726"/>
                    <a:pt x="1106" y="16776"/>
                    <a:pt x="1213" y="16776"/>
                  </a:cubicBezTo>
                  <a:cubicBezTo>
                    <a:pt x="1266" y="16776"/>
                    <a:pt x="1319" y="16763"/>
                    <a:pt x="1369" y="16739"/>
                  </a:cubicBezTo>
                  <a:cubicBezTo>
                    <a:pt x="1517" y="16665"/>
                    <a:pt x="1554" y="16443"/>
                    <a:pt x="1480" y="16295"/>
                  </a:cubicBezTo>
                  <a:cubicBezTo>
                    <a:pt x="1369" y="16147"/>
                    <a:pt x="629" y="14705"/>
                    <a:pt x="629" y="12228"/>
                  </a:cubicBezTo>
                  <a:cubicBezTo>
                    <a:pt x="629" y="11378"/>
                    <a:pt x="703" y="10417"/>
                    <a:pt x="925" y="9382"/>
                  </a:cubicBezTo>
                  <a:cubicBezTo>
                    <a:pt x="1406" y="7163"/>
                    <a:pt x="2478" y="4945"/>
                    <a:pt x="3439" y="3281"/>
                  </a:cubicBezTo>
                  <a:cubicBezTo>
                    <a:pt x="3920" y="2431"/>
                    <a:pt x="4363" y="1729"/>
                    <a:pt x="4696" y="1248"/>
                  </a:cubicBezTo>
                  <a:cubicBezTo>
                    <a:pt x="4881" y="1026"/>
                    <a:pt x="4992" y="841"/>
                    <a:pt x="5103" y="693"/>
                  </a:cubicBezTo>
                  <a:cubicBezTo>
                    <a:pt x="5177" y="582"/>
                    <a:pt x="5251" y="509"/>
                    <a:pt x="5251" y="509"/>
                  </a:cubicBezTo>
                  <a:cubicBezTo>
                    <a:pt x="5325" y="361"/>
                    <a:pt x="5325" y="176"/>
                    <a:pt x="5177" y="65"/>
                  </a:cubicBezTo>
                  <a:cubicBezTo>
                    <a:pt x="5118" y="21"/>
                    <a:pt x="5054" y="0"/>
                    <a:pt x="4991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4" name="Google Shape;1911;p37"/>
            <p:cNvSpPr/>
            <p:nvPr/>
          </p:nvSpPr>
          <p:spPr>
            <a:xfrm>
              <a:off x="7032240" y="2884680"/>
              <a:ext cx="1859760" cy="1681560"/>
            </a:xfrm>
            <a:custGeom>
              <a:avLst/>
              <a:gdLst>
                <a:gd name="textAreaLeft" fmla="*/ 0 w 1859760"/>
                <a:gd name="textAreaRight" fmla="*/ 1860120 w 1859760"/>
                <a:gd name="textAreaTop" fmla="*/ 0 h 1681560"/>
                <a:gd name="textAreaBottom" fmla="*/ 1681920 h 1681560"/>
              </a:gdLst>
              <a:ahLst/>
              <a:rect l="textAreaLeft" t="textAreaTop" r="textAreaRight" b="textAreaBottom"/>
              <a:pathLst>
                <a:path w="98454" h="89039">
                  <a:moveTo>
                    <a:pt x="45813" y="0"/>
                  </a:moveTo>
                  <a:cubicBezTo>
                    <a:pt x="45788" y="0"/>
                    <a:pt x="45770" y="13"/>
                    <a:pt x="45770" y="13"/>
                  </a:cubicBezTo>
                  <a:cubicBezTo>
                    <a:pt x="45770" y="13"/>
                    <a:pt x="18819" y="457"/>
                    <a:pt x="16859" y="567"/>
                  </a:cubicBezTo>
                  <a:cubicBezTo>
                    <a:pt x="14863" y="715"/>
                    <a:pt x="15713" y="14210"/>
                    <a:pt x="15713" y="33434"/>
                  </a:cubicBezTo>
                  <a:cubicBezTo>
                    <a:pt x="15713" y="51106"/>
                    <a:pt x="2219" y="83863"/>
                    <a:pt x="1" y="89038"/>
                  </a:cubicBezTo>
                  <a:lnTo>
                    <a:pt x="25584" y="89038"/>
                  </a:lnTo>
                  <a:cubicBezTo>
                    <a:pt x="26398" y="85489"/>
                    <a:pt x="30280" y="69259"/>
                    <a:pt x="33126" y="60423"/>
                  </a:cubicBezTo>
                  <a:cubicBezTo>
                    <a:pt x="36380" y="50441"/>
                    <a:pt x="40594" y="38093"/>
                    <a:pt x="41408" y="30625"/>
                  </a:cubicBezTo>
                  <a:cubicBezTo>
                    <a:pt x="42258" y="23194"/>
                    <a:pt x="45770" y="3377"/>
                    <a:pt x="45770" y="3377"/>
                  </a:cubicBezTo>
                  <a:cubicBezTo>
                    <a:pt x="46226" y="275"/>
                    <a:pt x="45932" y="0"/>
                    <a:pt x="45813" y="0"/>
                  </a:cubicBezTo>
                  <a:close/>
                  <a:moveTo>
                    <a:pt x="67668" y="1054"/>
                  </a:moveTo>
                  <a:cubicBezTo>
                    <a:pt x="63932" y="1054"/>
                    <a:pt x="63331" y="2426"/>
                    <a:pt x="63331" y="4375"/>
                  </a:cubicBezTo>
                  <a:cubicBezTo>
                    <a:pt x="63331" y="4375"/>
                    <a:pt x="62629" y="13211"/>
                    <a:pt x="61779" y="26854"/>
                  </a:cubicBezTo>
                  <a:cubicBezTo>
                    <a:pt x="60928" y="40459"/>
                    <a:pt x="57564" y="57059"/>
                    <a:pt x="53238" y="68150"/>
                  </a:cubicBezTo>
                  <a:cubicBezTo>
                    <a:pt x="48876" y="79241"/>
                    <a:pt x="49024" y="85970"/>
                    <a:pt x="49135" y="88077"/>
                  </a:cubicBezTo>
                  <a:cubicBezTo>
                    <a:pt x="49172" y="88447"/>
                    <a:pt x="49209" y="88780"/>
                    <a:pt x="49209" y="89038"/>
                  </a:cubicBezTo>
                  <a:lnTo>
                    <a:pt x="68766" y="89038"/>
                  </a:lnTo>
                  <a:cubicBezTo>
                    <a:pt x="68248" y="85896"/>
                    <a:pt x="67990" y="78465"/>
                    <a:pt x="72759" y="65451"/>
                  </a:cubicBezTo>
                  <a:cubicBezTo>
                    <a:pt x="72759" y="65451"/>
                    <a:pt x="72759" y="77134"/>
                    <a:pt x="73868" y="80498"/>
                  </a:cubicBezTo>
                  <a:cubicBezTo>
                    <a:pt x="74489" y="82381"/>
                    <a:pt x="74727" y="83383"/>
                    <a:pt x="75575" y="83383"/>
                  </a:cubicBezTo>
                  <a:cubicBezTo>
                    <a:pt x="76242" y="83383"/>
                    <a:pt x="77286" y="82762"/>
                    <a:pt x="79192" y="81459"/>
                  </a:cubicBezTo>
                  <a:cubicBezTo>
                    <a:pt x="83554" y="78539"/>
                    <a:pt x="98453" y="59425"/>
                    <a:pt x="98453" y="59425"/>
                  </a:cubicBezTo>
                  <a:lnTo>
                    <a:pt x="98453" y="53103"/>
                  </a:lnTo>
                  <a:cubicBezTo>
                    <a:pt x="98453" y="53103"/>
                    <a:pt x="92538" y="56615"/>
                    <a:pt x="88323" y="58722"/>
                  </a:cubicBezTo>
                  <a:cubicBezTo>
                    <a:pt x="87504" y="59132"/>
                    <a:pt x="86834" y="59335"/>
                    <a:pt x="86294" y="59335"/>
                  </a:cubicBezTo>
                  <a:cubicBezTo>
                    <a:pt x="84060" y="59335"/>
                    <a:pt x="84066" y="55855"/>
                    <a:pt x="84959" y="49184"/>
                  </a:cubicBezTo>
                  <a:cubicBezTo>
                    <a:pt x="86068" y="40903"/>
                    <a:pt x="95791" y="9440"/>
                    <a:pt x="95902" y="7185"/>
                  </a:cubicBezTo>
                  <a:cubicBezTo>
                    <a:pt x="96050" y="4930"/>
                    <a:pt x="79192" y="2564"/>
                    <a:pt x="71761" y="1418"/>
                  </a:cubicBezTo>
                  <a:cubicBezTo>
                    <a:pt x="70093" y="1169"/>
                    <a:pt x="68749" y="1054"/>
                    <a:pt x="67668" y="1054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5" name="Google Shape;1912;p37"/>
            <p:cNvSpPr/>
            <p:nvPr/>
          </p:nvSpPr>
          <p:spPr>
            <a:xfrm>
              <a:off x="7958520" y="3663000"/>
              <a:ext cx="933480" cy="903240"/>
            </a:xfrm>
            <a:custGeom>
              <a:avLst/>
              <a:gdLst>
                <a:gd name="textAreaLeft" fmla="*/ 0 w 933480"/>
                <a:gd name="textAreaRight" fmla="*/ 933840 w 933480"/>
                <a:gd name="textAreaTop" fmla="*/ 0 h 903240"/>
                <a:gd name="textAreaBottom" fmla="*/ 903600 h 903240"/>
              </a:gdLst>
              <a:ahLst/>
              <a:rect l="textAreaLeft" t="textAreaTop" r="textAreaRight" b="textAreaBottom"/>
              <a:pathLst>
                <a:path w="49431" h="47841">
                  <a:moveTo>
                    <a:pt x="32276" y="0"/>
                  </a:moveTo>
                  <a:cubicBezTo>
                    <a:pt x="32276" y="0"/>
                    <a:pt x="14678" y="31388"/>
                    <a:pt x="5842" y="37969"/>
                  </a:cubicBezTo>
                  <a:cubicBezTo>
                    <a:pt x="3883" y="39448"/>
                    <a:pt x="1960" y="40779"/>
                    <a:pt x="259" y="42073"/>
                  </a:cubicBezTo>
                  <a:cubicBezTo>
                    <a:pt x="1" y="44402"/>
                    <a:pt x="75" y="46029"/>
                    <a:pt x="112" y="46879"/>
                  </a:cubicBezTo>
                  <a:cubicBezTo>
                    <a:pt x="149" y="47249"/>
                    <a:pt x="186" y="47582"/>
                    <a:pt x="186" y="47840"/>
                  </a:cubicBezTo>
                  <a:lnTo>
                    <a:pt x="19743" y="47840"/>
                  </a:lnTo>
                  <a:cubicBezTo>
                    <a:pt x="19225" y="44698"/>
                    <a:pt x="18967" y="37267"/>
                    <a:pt x="23736" y="24253"/>
                  </a:cubicBezTo>
                  <a:cubicBezTo>
                    <a:pt x="23736" y="24253"/>
                    <a:pt x="23736" y="35936"/>
                    <a:pt x="24845" y="39300"/>
                  </a:cubicBezTo>
                  <a:cubicBezTo>
                    <a:pt x="25466" y="41183"/>
                    <a:pt x="25704" y="42185"/>
                    <a:pt x="26552" y="42185"/>
                  </a:cubicBezTo>
                  <a:cubicBezTo>
                    <a:pt x="27219" y="42185"/>
                    <a:pt x="28263" y="41564"/>
                    <a:pt x="30169" y="40261"/>
                  </a:cubicBezTo>
                  <a:cubicBezTo>
                    <a:pt x="34531" y="37341"/>
                    <a:pt x="49430" y="18227"/>
                    <a:pt x="49430" y="18227"/>
                  </a:cubicBezTo>
                  <a:lnTo>
                    <a:pt x="49430" y="11905"/>
                  </a:lnTo>
                  <a:cubicBezTo>
                    <a:pt x="49430" y="11905"/>
                    <a:pt x="43515" y="15417"/>
                    <a:pt x="39300" y="17524"/>
                  </a:cubicBezTo>
                  <a:cubicBezTo>
                    <a:pt x="38481" y="17934"/>
                    <a:pt x="37811" y="18137"/>
                    <a:pt x="37271" y="18137"/>
                  </a:cubicBezTo>
                  <a:cubicBezTo>
                    <a:pt x="35037" y="18137"/>
                    <a:pt x="35043" y="14657"/>
                    <a:pt x="35936" y="7986"/>
                  </a:cubicBezTo>
                  <a:cubicBezTo>
                    <a:pt x="36158" y="6396"/>
                    <a:pt x="36676" y="3919"/>
                    <a:pt x="37415" y="962"/>
                  </a:cubicBezTo>
                  <a:lnTo>
                    <a:pt x="32276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6" name="Google Shape;1913;p37"/>
            <p:cNvSpPr/>
            <p:nvPr/>
          </p:nvSpPr>
          <p:spPr>
            <a:xfrm>
              <a:off x="7032240" y="3688920"/>
              <a:ext cx="324360" cy="877680"/>
            </a:xfrm>
            <a:custGeom>
              <a:avLst/>
              <a:gdLst>
                <a:gd name="textAreaLeft" fmla="*/ 0 w 324360"/>
                <a:gd name="textAreaRight" fmla="*/ 324720 w 324360"/>
                <a:gd name="textAreaTop" fmla="*/ 0 h 877680"/>
                <a:gd name="textAreaBottom" fmla="*/ 878040 h 877680"/>
              </a:gdLst>
              <a:ahLst/>
              <a:rect l="textAreaLeft" t="textAreaTop" r="textAreaRight" b="textAreaBottom"/>
              <a:pathLst>
                <a:path w="17193" h="46473">
                  <a:moveTo>
                    <a:pt x="17192" y="0"/>
                  </a:moveTo>
                  <a:lnTo>
                    <a:pt x="13162" y="8097"/>
                  </a:lnTo>
                  <a:cubicBezTo>
                    <a:pt x="9095" y="24549"/>
                    <a:pt x="1590" y="42738"/>
                    <a:pt x="1" y="46472"/>
                  </a:cubicBezTo>
                  <a:lnTo>
                    <a:pt x="6101" y="46472"/>
                  </a:lnTo>
                  <a:lnTo>
                    <a:pt x="17192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7" name="Google Shape;1914;p37"/>
            <p:cNvSpPr/>
            <p:nvPr/>
          </p:nvSpPr>
          <p:spPr>
            <a:xfrm>
              <a:off x="7960320" y="4258080"/>
              <a:ext cx="705240" cy="302760"/>
            </a:xfrm>
            <a:custGeom>
              <a:avLst/>
              <a:gdLst>
                <a:gd name="textAreaLeft" fmla="*/ 0 w 705240"/>
                <a:gd name="textAreaRight" fmla="*/ 705600 w 705240"/>
                <a:gd name="textAreaTop" fmla="*/ 0 h 302760"/>
                <a:gd name="textAreaBottom" fmla="*/ 303120 h 302760"/>
              </a:gdLst>
              <a:ahLst/>
              <a:rect l="textAreaLeft" t="textAreaTop" r="textAreaRight" b="textAreaBottom"/>
              <a:pathLst>
                <a:path w="37341" h="16046">
                  <a:moveTo>
                    <a:pt x="24142" y="777"/>
                  </a:moveTo>
                  <a:lnTo>
                    <a:pt x="24142" y="777"/>
                  </a:lnTo>
                  <a:cubicBezTo>
                    <a:pt x="24216" y="1886"/>
                    <a:pt x="24290" y="2995"/>
                    <a:pt x="24401" y="3993"/>
                  </a:cubicBezTo>
                  <a:cubicBezTo>
                    <a:pt x="24549" y="5546"/>
                    <a:pt x="24771" y="6914"/>
                    <a:pt x="25030" y="7690"/>
                  </a:cubicBezTo>
                  <a:cubicBezTo>
                    <a:pt x="25252" y="8430"/>
                    <a:pt x="25436" y="8984"/>
                    <a:pt x="25621" y="9428"/>
                  </a:cubicBezTo>
                  <a:cubicBezTo>
                    <a:pt x="25769" y="9872"/>
                    <a:pt x="25954" y="10167"/>
                    <a:pt x="26102" y="10278"/>
                  </a:cubicBezTo>
                  <a:cubicBezTo>
                    <a:pt x="26213" y="10352"/>
                    <a:pt x="26287" y="10389"/>
                    <a:pt x="26435" y="10389"/>
                  </a:cubicBezTo>
                  <a:lnTo>
                    <a:pt x="26472" y="10389"/>
                  </a:lnTo>
                  <a:cubicBezTo>
                    <a:pt x="26693" y="10389"/>
                    <a:pt x="27100" y="10241"/>
                    <a:pt x="27655" y="9945"/>
                  </a:cubicBezTo>
                  <a:cubicBezTo>
                    <a:pt x="28209" y="9650"/>
                    <a:pt x="28949" y="9169"/>
                    <a:pt x="29910" y="8541"/>
                  </a:cubicBezTo>
                  <a:cubicBezTo>
                    <a:pt x="30797" y="7912"/>
                    <a:pt x="32276" y="6507"/>
                    <a:pt x="33940" y="4696"/>
                  </a:cubicBezTo>
                  <a:cubicBezTo>
                    <a:pt x="35012" y="3550"/>
                    <a:pt x="36158" y="2256"/>
                    <a:pt x="37341" y="888"/>
                  </a:cubicBezTo>
                  <a:lnTo>
                    <a:pt x="24142" y="777"/>
                  </a:lnTo>
                  <a:close/>
                  <a:moveTo>
                    <a:pt x="11868" y="0"/>
                  </a:moveTo>
                  <a:cubicBezTo>
                    <a:pt x="9613" y="2847"/>
                    <a:pt x="7506" y="5176"/>
                    <a:pt x="5731" y="6470"/>
                  </a:cubicBezTo>
                  <a:cubicBezTo>
                    <a:pt x="3883" y="7875"/>
                    <a:pt x="2108" y="9132"/>
                    <a:pt x="481" y="10315"/>
                  </a:cubicBezTo>
                  <a:cubicBezTo>
                    <a:pt x="333" y="11757"/>
                    <a:pt x="259" y="12940"/>
                    <a:pt x="259" y="13827"/>
                  </a:cubicBezTo>
                  <a:cubicBezTo>
                    <a:pt x="259" y="14493"/>
                    <a:pt x="296" y="15010"/>
                    <a:pt x="333" y="15343"/>
                  </a:cubicBezTo>
                  <a:lnTo>
                    <a:pt x="1" y="15380"/>
                  </a:lnTo>
                  <a:lnTo>
                    <a:pt x="333" y="15380"/>
                  </a:lnTo>
                  <a:cubicBezTo>
                    <a:pt x="333" y="15602"/>
                    <a:pt x="370" y="15824"/>
                    <a:pt x="370" y="16046"/>
                  </a:cubicBezTo>
                  <a:lnTo>
                    <a:pt x="19299" y="16046"/>
                  </a:lnTo>
                  <a:cubicBezTo>
                    <a:pt x="19151" y="15195"/>
                    <a:pt x="19077" y="14086"/>
                    <a:pt x="19077" y="12681"/>
                  </a:cubicBezTo>
                  <a:cubicBezTo>
                    <a:pt x="19077" y="9872"/>
                    <a:pt x="19447" y="5953"/>
                    <a:pt x="20778" y="740"/>
                  </a:cubicBezTo>
                  <a:lnTo>
                    <a:pt x="13273" y="666"/>
                  </a:lnTo>
                  <a:cubicBezTo>
                    <a:pt x="12682" y="666"/>
                    <a:pt x="12201" y="407"/>
                    <a:pt x="11868" y="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8" name="Google Shape;1915;p37"/>
            <p:cNvSpPr/>
            <p:nvPr/>
          </p:nvSpPr>
          <p:spPr>
            <a:xfrm>
              <a:off x="7041240" y="3884400"/>
              <a:ext cx="268560" cy="676440"/>
            </a:xfrm>
            <a:custGeom>
              <a:avLst/>
              <a:gdLst>
                <a:gd name="textAreaLeft" fmla="*/ 0 w 268560"/>
                <a:gd name="textAreaRight" fmla="*/ 268920 w 268560"/>
                <a:gd name="textAreaTop" fmla="*/ 0 h 676440"/>
                <a:gd name="textAreaBottom" fmla="*/ 676800 h 676440"/>
              </a:gdLst>
              <a:ahLst/>
              <a:rect l="textAreaLeft" t="textAreaTop" r="textAreaRight" b="textAreaBottom"/>
              <a:pathLst>
                <a:path w="14234" h="35825">
                  <a:moveTo>
                    <a:pt x="14234" y="0"/>
                  </a:moveTo>
                  <a:lnTo>
                    <a:pt x="11498" y="8060"/>
                  </a:lnTo>
                  <a:lnTo>
                    <a:pt x="12348" y="7912"/>
                  </a:lnTo>
                  <a:lnTo>
                    <a:pt x="14234" y="0"/>
                  </a:lnTo>
                  <a:close/>
                  <a:moveTo>
                    <a:pt x="7727" y="27358"/>
                  </a:moveTo>
                  <a:lnTo>
                    <a:pt x="7727" y="27358"/>
                  </a:lnTo>
                  <a:cubicBezTo>
                    <a:pt x="5805" y="27913"/>
                    <a:pt x="4104" y="28394"/>
                    <a:pt x="2847" y="28726"/>
                  </a:cubicBezTo>
                  <a:cubicBezTo>
                    <a:pt x="1590" y="31980"/>
                    <a:pt x="555" y="34457"/>
                    <a:pt x="0" y="35825"/>
                  </a:cubicBezTo>
                  <a:lnTo>
                    <a:pt x="5694" y="35825"/>
                  </a:lnTo>
                  <a:lnTo>
                    <a:pt x="7727" y="27358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49" name="Google Shape;1916;p37"/>
            <p:cNvSpPr/>
            <p:nvPr/>
          </p:nvSpPr>
          <p:spPr>
            <a:xfrm>
              <a:off x="7026480" y="2879280"/>
              <a:ext cx="1870920" cy="1693440"/>
            </a:xfrm>
            <a:custGeom>
              <a:avLst/>
              <a:gdLst>
                <a:gd name="textAreaLeft" fmla="*/ 0 w 1870920"/>
                <a:gd name="textAreaRight" fmla="*/ 1871280 w 1870920"/>
                <a:gd name="textAreaTop" fmla="*/ 0 h 1693440"/>
                <a:gd name="textAreaBottom" fmla="*/ 1693800 h 1693440"/>
              </a:gdLst>
              <a:ahLst/>
              <a:rect l="textAreaLeft" t="textAreaTop" r="textAreaRight" b="textAreaBottom"/>
              <a:pathLst>
                <a:path w="99046" h="89665">
                  <a:moveTo>
                    <a:pt x="25427" y="29501"/>
                  </a:moveTo>
                  <a:cubicBezTo>
                    <a:pt x="25333" y="29501"/>
                    <a:pt x="25243" y="29537"/>
                    <a:pt x="25178" y="29624"/>
                  </a:cubicBezTo>
                  <a:lnTo>
                    <a:pt x="20704" y="35502"/>
                  </a:lnTo>
                  <a:cubicBezTo>
                    <a:pt x="20594" y="35650"/>
                    <a:pt x="20594" y="35835"/>
                    <a:pt x="20741" y="35946"/>
                  </a:cubicBezTo>
                  <a:cubicBezTo>
                    <a:pt x="20803" y="35992"/>
                    <a:pt x="20872" y="36013"/>
                    <a:pt x="20939" y="36013"/>
                  </a:cubicBezTo>
                  <a:cubicBezTo>
                    <a:pt x="21031" y="36013"/>
                    <a:pt x="21121" y="35973"/>
                    <a:pt x="21185" y="35909"/>
                  </a:cubicBezTo>
                  <a:lnTo>
                    <a:pt x="25659" y="29993"/>
                  </a:lnTo>
                  <a:cubicBezTo>
                    <a:pt x="25769" y="29846"/>
                    <a:pt x="25732" y="29661"/>
                    <a:pt x="25622" y="29550"/>
                  </a:cubicBezTo>
                  <a:cubicBezTo>
                    <a:pt x="25560" y="29519"/>
                    <a:pt x="25493" y="29501"/>
                    <a:pt x="25427" y="29501"/>
                  </a:cubicBezTo>
                  <a:close/>
                  <a:moveTo>
                    <a:pt x="84879" y="20321"/>
                  </a:moveTo>
                  <a:cubicBezTo>
                    <a:pt x="84739" y="20321"/>
                    <a:pt x="84619" y="20421"/>
                    <a:pt x="84590" y="20566"/>
                  </a:cubicBezTo>
                  <a:lnTo>
                    <a:pt x="79044" y="41196"/>
                  </a:lnTo>
                  <a:cubicBezTo>
                    <a:pt x="79007" y="41343"/>
                    <a:pt x="79118" y="41528"/>
                    <a:pt x="79266" y="41565"/>
                  </a:cubicBezTo>
                  <a:cubicBezTo>
                    <a:pt x="79297" y="41571"/>
                    <a:pt x="79326" y="41574"/>
                    <a:pt x="79355" y="41574"/>
                  </a:cubicBezTo>
                  <a:cubicBezTo>
                    <a:pt x="79497" y="41574"/>
                    <a:pt x="79605" y="41497"/>
                    <a:pt x="79636" y="41343"/>
                  </a:cubicBezTo>
                  <a:lnTo>
                    <a:pt x="85181" y="20714"/>
                  </a:lnTo>
                  <a:cubicBezTo>
                    <a:pt x="85255" y="20529"/>
                    <a:pt x="85144" y="20381"/>
                    <a:pt x="84996" y="20344"/>
                  </a:cubicBezTo>
                  <a:cubicBezTo>
                    <a:pt x="84957" y="20328"/>
                    <a:pt x="84917" y="20321"/>
                    <a:pt x="84879" y="20321"/>
                  </a:cubicBezTo>
                  <a:close/>
                  <a:moveTo>
                    <a:pt x="45982" y="639"/>
                  </a:moveTo>
                  <a:cubicBezTo>
                    <a:pt x="46008" y="736"/>
                    <a:pt x="46029" y="896"/>
                    <a:pt x="46029" y="1119"/>
                  </a:cubicBezTo>
                  <a:cubicBezTo>
                    <a:pt x="46029" y="1600"/>
                    <a:pt x="45955" y="2376"/>
                    <a:pt x="45771" y="3633"/>
                  </a:cubicBezTo>
                  <a:cubicBezTo>
                    <a:pt x="45771" y="3633"/>
                    <a:pt x="42258" y="23413"/>
                    <a:pt x="41408" y="30881"/>
                  </a:cubicBezTo>
                  <a:cubicBezTo>
                    <a:pt x="40595" y="38275"/>
                    <a:pt x="36380" y="50623"/>
                    <a:pt x="33127" y="60605"/>
                  </a:cubicBezTo>
                  <a:cubicBezTo>
                    <a:pt x="30343" y="69280"/>
                    <a:pt x="26571" y="84987"/>
                    <a:pt x="25644" y="89036"/>
                  </a:cubicBezTo>
                  <a:lnTo>
                    <a:pt x="779" y="89036"/>
                  </a:lnTo>
                  <a:cubicBezTo>
                    <a:pt x="2092" y="85905"/>
                    <a:pt x="5803" y="76838"/>
                    <a:pt x="9281" y="66336"/>
                  </a:cubicBezTo>
                  <a:cubicBezTo>
                    <a:pt x="12941" y="55244"/>
                    <a:pt x="16305" y="42637"/>
                    <a:pt x="16342" y="33727"/>
                  </a:cubicBezTo>
                  <a:cubicBezTo>
                    <a:pt x="16342" y="24854"/>
                    <a:pt x="16157" y="17202"/>
                    <a:pt x="16157" y="11545"/>
                  </a:cubicBezTo>
                  <a:cubicBezTo>
                    <a:pt x="16157" y="8218"/>
                    <a:pt x="16194" y="5593"/>
                    <a:pt x="16416" y="3781"/>
                  </a:cubicBezTo>
                  <a:cubicBezTo>
                    <a:pt x="16490" y="2894"/>
                    <a:pt x="16638" y="2191"/>
                    <a:pt x="16786" y="1748"/>
                  </a:cubicBezTo>
                  <a:cubicBezTo>
                    <a:pt x="16860" y="1526"/>
                    <a:pt x="16933" y="1378"/>
                    <a:pt x="17007" y="1267"/>
                  </a:cubicBezTo>
                  <a:cubicBezTo>
                    <a:pt x="17081" y="1193"/>
                    <a:pt x="17118" y="1193"/>
                    <a:pt x="17155" y="1193"/>
                  </a:cubicBezTo>
                  <a:cubicBezTo>
                    <a:pt x="17636" y="1156"/>
                    <a:pt x="19706" y="1082"/>
                    <a:pt x="22516" y="1045"/>
                  </a:cubicBezTo>
                  <a:cubicBezTo>
                    <a:pt x="26694" y="934"/>
                    <a:pt x="32609" y="860"/>
                    <a:pt x="37452" y="750"/>
                  </a:cubicBezTo>
                  <a:cubicBezTo>
                    <a:pt x="39855" y="713"/>
                    <a:pt x="42036" y="676"/>
                    <a:pt x="43589" y="676"/>
                  </a:cubicBezTo>
                  <a:cubicBezTo>
                    <a:pt x="44869" y="645"/>
                    <a:pt x="45721" y="640"/>
                    <a:pt x="45982" y="639"/>
                  </a:cubicBezTo>
                  <a:close/>
                  <a:moveTo>
                    <a:pt x="67916" y="1637"/>
                  </a:moveTo>
                  <a:cubicBezTo>
                    <a:pt x="68988" y="1637"/>
                    <a:pt x="70319" y="1785"/>
                    <a:pt x="72020" y="2007"/>
                  </a:cubicBezTo>
                  <a:cubicBezTo>
                    <a:pt x="75717" y="2598"/>
                    <a:pt x="81743" y="3448"/>
                    <a:pt x="86845" y="4484"/>
                  </a:cubicBezTo>
                  <a:cubicBezTo>
                    <a:pt x="89396" y="4964"/>
                    <a:pt x="91725" y="5519"/>
                    <a:pt x="93389" y="6073"/>
                  </a:cubicBezTo>
                  <a:cubicBezTo>
                    <a:pt x="94202" y="6332"/>
                    <a:pt x="94867" y="6591"/>
                    <a:pt x="95311" y="6887"/>
                  </a:cubicBezTo>
                  <a:cubicBezTo>
                    <a:pt x="95533" y="6998"/>
                    <a:pt x="95681" y="7109"/>
                    <a:pt x="95792" y="7219"/>
                  </a:cubicBezTo>
                  <a:cubicBezTo>
                    <a:pt x="95903" y="7330"/>
                    <a:pt x="95903" y="7404"/>
                    <a:pt x="95903" y="7441"/>
                  </a:cubicBezTo>
                  <a:cubicBezTo>
                    <a:pt x="95903" y="7552"/>
                    <a:pt x="95866" y="7811"/>
                    <a:pt x="95792" y="8144"/>
                  </a:cubicBezTo>
                  <a:cubicBezTo>
                    <a:pt x="95200" y="10806"/>
                    <a:pt x="92760" y="19198"/>
                    <a:pt x="90320" y="27849"/>
                  </a:cubicBezTo>
                  <a:cubicBezTo>
                    <a:pt x="87880" y="36537"/>
                    <a:pt x="85477" y="45484"/>
                    <a:pt x="84959" y="49440"/>
                  </a:cubicBezTo>
                  <a:cubicBezTo>
                    <a:pt x="84590" y="52028"/>
                    <a:pt x="84368" y="54135"/>
                    <a:pt x="84368" y="55762"/>
                  </a:cubicBezTo>
                  <a:cubicBezTo>
                    <a:pt x="84368" y="57056"/>
                    <a:pt x="84516" y="58054"/>
                    <a:pt x="84848" y="58794"/>
                  </a:cubicBezTo>
                  <a:cubicBezTo>
                    <a:pt x="85033" y="59163"/>
                    <a:pt x="85255" y="59459"/>
                    <a:pt x="85551" y="59644"/>
                  </a:cubicBezTo>
                  <a:cubicBezTo>
                    <a:pt x="85847" y="59829"/>
                    <a:pt x="86216" y="59940"/>
                    <a:pt x="86586" y="59940"/>
                  </a:cubicBezTo>
                  <a:cubicBezTo>
                    <a:pt x="87215" y="59940"/>
                    <a:pt x="87917" y="59718"/>
                    <a:pt x="88767" y="59311"/>
                  </a:cubicBezTo>
                  <a:cubicBezTo>
                    <a:pt x="92261" y="57533"/>
                    <a:pt x="96924" y="54816"/>
                    <a:pt x="98417" y="53938"/>
                  </a:cubicBezTo>
                  <a:lnTo>
                    <a:pt x="98417" y="53938"/>
                  </a:lnTo>
                  <a:lnTo>
                    <a:pt x="98417" y="59631"/>
                  </a:lnTo>
                  <a:lnTo>
                    <a:pt x="98417" y="59631"/>
                  </a:lnTo>
                  <a:cubicBezTo>
                    <a:pt x="98320" y="59757"/>
                    <a:pt x="98132" y="60003"/>
                    <a:pt x="97862" y="60346"/>
                  </a:cubicBezTo>
                  <a:cubicBezTo>
                    <a:pt x="96383" y="62195"/>
                    <a:pt x="92686" y="66853"/>
                    <a:pt x="88878" y="71364"/>
                  </a:cubicBezTo>
                  <a:cubicBezTo>
                    <a:pt x="86993" y="73619"/>
                    <a:pt x="85070" y="75874"/>
                    <a:pt x="83370" y="77686"/>
                  </a:cubicBezTo>
                  <a:cubicBezTo>
                    <a:pt x="81706" y="79497"/>
                    <a:pt x="80227" y="80902"/>
                    <a:pt x="79340" y="81531"/>
                  </a:cubicBezTo>
                  <a:cubicBezTo>
                    <a:pt x="78379" y="82159"/>
                    <a:pt x="77639" y="82640"/>
                    <a:pt x="77085" y="82935"/>
                  </a:cubicBezTo>
                  <a:cubicBezTo>
                    <a:pt x="76493" y="83268"/>
                    <a:pt x="76123" y="83379"/>
                    <a:pt x="75865" y="83379"/>
                  </a:cubicBezTo>
                  <a:cubicBezTo>
                    <a:pt x="75717" y="83379"/>
                    <a:pt x="75643" y="83342"/>
                    <a:pt x="75532" y="83268"/>
                  </a:cubicBezTo>
                  <a:cubicBezTo>
                    <a:pt x="75384" y="83157"/>
                    <a:pt x="75199" y="82862"/>
                    <a:pt x="75051" y="82418"/>
                  </a:cubicBezTo>
                  <a:cubicBezTo>
                    <a:pt x="74866" y="81974"/>
                    <a:pt x="74682" y="81420"/>
                    <a:pt x="74460" y="80680"/>
                  </a:cubicBezTo>
                  <a:cubicBezTo>
                    <a:pt x="74201" y="79904"/>
                    <a:pt x="73979" y="78536"/>
                    <a:pt x="73831" y="76983"/>
                  </a:cubicBezTo>
                  <a:cubicBezTo>
                    <a:pt x="73572" y="74654"/>
                    <a:pt x="73461" y="71844"/>
                    <a:pt x="73388" y="69626"/>
                  </a:cubicBezTo>
                  <a:cubicBezTo>
                    <a:pt x="73388" y="68517"/>
                    <a:pt x="73351" y="67556"/>
                    <a:pt x="73351" y="66853"/>
                  </a:cubicBezTo>
                  <a:cubicBezTo>
                    <a:pt x="73351" y="66151"/>
                    <a:pt x="73351" y="65744"/>
                    <a:pt x="73351" y="65744"/>
                  </a:cubicBezTo>
                  <a:cubicBezTo>
                    <a:pt x="73351" y="65596"/>
                    <a:pt x="73240" y="65485"/>
                    <a:pt x="73092" y="65448"/>
                  </a:cubicBezTo>
                  <a:cubicBezTo>
                    <a:pt x="72944" y="65448"/>
                    <a:pt x="72796" y="65522"/>
                    <a:pt x="72759" y="65670"/>
                  </a:cubicBezTo>
                  <a:cubicBezTo>
                    <a:pt x="72750" y="65695"/>
                    <a:pt x="72741" y="65719"/>
                    <a:pt x="72732" y="65744"/>
                  </a:cubicBezTo>
                  <a:lnTo>
                    <a:pt x="72722" y="65744"/>
                  </a:lnTo>
                  <a:cubicBezTo>
                    <a:pt x="72722" y="65746"/>
                    <a:pt x="72722" y="65755"/>
                    <a:pt x="72722" y="65771"/>
                  </a:cubicBezTo>
                  <a:lnTo>
                    <a:pt x="72722" y="65771"/>
                  </a:lnTo>
                  <a:cubicBezTo>
                    <a:pt x="69315" y="75070"/>
                    <a:pt x="68507" y="81545"/>
                    <a:pt x="68507" y="85671"/>
                  </a:cubicBezTo>
                  <a:cubicBezTo>
                    <a:pt x="68507" y="87058"/>
                    <a:pt x="68592" y="88163"/>
                    <a:pt x="68711" y="89036"/>
                  </a:cubicBezTo>
                  <a:lnTo>
                    <a:pt x="49802" y="89036"/>
                  </a:lnTo>
                  <a:cubicBezTo>
                    <a:pt x="49780" y="88832"/>
                    <a:pt x="49763" y="88618"/>
                    <a:pt x="49763" y="88370"/>
                  </a:cubicBezTo>
                  <a:lnTo>
                    <a:pt x="49431" y="88370"/>
                  </a:lnTo>
                  <a:lnTo>
                    <a:pt x="49763" y="88333"/>
                  </a:lnTo>
                  <a:cubicBezTo>
                    <a:pt x="49726" y="88000"/>
                    <a:pt x="49689" y="87483"/>
                    <a:pt x="49689" y="86817"/>
                  </a:cubicBezTo>
                  <a:cubicBezTo>
                    <a:pt x="49689" y="83786"/>
                    <a:pt x="50244" y="77649"/>
                    <a:pt x="53793" y="68554"/>
                  </a:cubicBezTo>
                  <a:cubicBezTo>
                    <a:pt x="58156" y="57389"/>
                    <a:pt x="61557" y="40826"/>
                    <a:pt x="62407" y="27147"/>
                  </a:cubicBezTo>
                  <a:cubicBezTo>
                    <a:pt x="62814" y="20344"/>
                    <a:pt x="63184" y="14725"/>
                    <a:pt x="63479" y="10806"/>
                  </a:cubicBezTo>
                  <a:cubicBezTo>
                    <a:pt x="63627" y="8846"/>
                    <a:pt x="63738" y="7330"/>
                    <a:pt x="63812" y="6295"/>
                  </a:cubicBezTo>
                  <a:cubicBezTo>
                    <a:pt x="63886" y="5260"/>
                    <a:pt x="63923" y="4705"/>
                    <a:pt x="63923" y="4705"/>
                  </a:cubicBezTo>
                  <a:lnTo>
                    <a:pt x="63923" y="4668"/>
                  </a:lnTo>
                  <a:cubicBezTo>
                    <a:pt x="63923" y="4188"/>
                    <a:pt x="63960" y="3781"/>
                    <a:pt x="64071" y="3411"/>
                  </a:cubicBezTo>
                  <a:cubicBezTo>
                    <a:pt x="64219" y="2857"/>
                    <a:pt x="64515" y="2450"/>
                    <a:pt x="65069" y="2154"/>
                  </a:cubicBezTo>
                  <a:cubicBezTo>
                    <a:pt x="65661" y="1859"/>
                    <a:pt x="66548" y="1637"/>
                    <a:pt x="67916" y="1637"/>
                  </a:cubicBezTo>
                  <a:close/>
                  <a:moveTo>
                    <a:pt x="46167" y="0"/>
                  </a:moveTo>
                  <a:cubicBezTo>
                    <a:pt x="46146" y="0"/>
                    <a:pt x="46124" y="3"/>
                    <a:pt x="46103" y="10"/>
                  </a:cubicBezTo>
                  <a:cubicBezTo>
                    <a:pt x="46090" y="10"/>
                    <a:pt x="46078" y="11"/>
                    <a:pt x="46066" y="12"/>
                  </a:cubicBezTo>
                  <a:lnTo>
                    <a:pt x="46066" y="12"/>
                  </a:lnTo>
                  <a:lnTo>
                    <a:pt x="46066" y="10"/>
                  </a:lnTo>
                  <a:cubicBezTo>
                    <a:pt x="46066" y="10"/>
                    <a:pt x="39338" y="121"/>
                    <a:pt x="32350" y="232"/>
                  </a:cubicBezTo>
                  <a:cubicBezTo>
                    <a:pt x="28838" y="306"/>
                    <a:pt x="25289" y="380"/>
                    <a:pt x="22479" y="417"/>
                  </a:cubicBezTo>
                  <a:cubicBezTo>
                    <a:pt x="19669" y="491"/>
                    <a:pt x="17636" y="528"/>
                    <a:pt x="17118" y="565"/>
                  </a:cubicBezTo>
                  <a:cubicBezTo>
                    <a:pt x="16896" y="602"/>
                    <a:pt x="16675" y="713"/>
                    <a:pt x="16564" y="897"/>
                  </a:cubicBezTo>
                  <a:cubicBezTo>
                    <a:pt x="16305" y="1193"/>
                    <a:pt x="16157" y="1637"/>
                    <a:pt x="16009" y="2228"/>
                  </a:cubicBezTo>
                  <a:cubicBezTo>
                    <a:pt x="15639" y="3966"/>
                    <a:pt x="15529" y="7182"/>
                    <a:pt x="15529" y="11545"/>
                  </a:cubicBezTo>
                  <a:cubicBezTo>
                    <a:pt x="15529" y="17202"/>
                    <a:pt x="15713" y="24854"/>
                    <a:pt x="15713" y="33727"/>
                  </a:cubicBezTo>
                  <a:cubicBezTo>
                    <a:pt x="15713" y="42490"/>
                    <a:pt x="12349" y="55097"/>
                    <a:pt x="8689" y="66114"/>
                  </a:cubicBezTo>
                  <a:cubicBezTo>
                    <a:pt x="5029" y="77168"/>
                    <a:pt x="1110" y="86633"/>
                    <a:pt x="38" y="89220"/>
                  </a:cubicBezTo>
                  <a:cubicBezTo>
                    <a:pt x="1" y="89331"/>
                    <a:pt x="1" y="89442"/>
                    <a:pt x="38" y="89516"/>
                  </a:cubicBezTo>
                  <a:cubicBezTo>
                    <a:pt x="112" y="89590"/>
                    <a:pt x="223" y="89664"/>
                    <a:pt x="297" y="89664"/>
                  </a:cubicBezTo>
                  <a:lnTo>
                    <a:pt x="25880" y="89664"/>
                  </a:lnTo>
                  <a:cubicBezTo>
                    <a:pt x="26028" y="89664"/>
                    <a:pt x="26139" y="89553"/>
                    <a:pt x="26176" y="89405"/>
                  </a:cubicBezTo>
                  <a:cubicBezTo>
                    <a:pt x="26989" y="85856"/>
                    <a:pt x="30871" y="69626"/>
                    <a:pt x="33718" y="60790"/>
                  </a:cubicBezTo>
                  <a:cubicBezTo>
                    <a:pt x="36972" y="50845"/>
                    <a:pt x="41186" y="38460"/>
                    <a:pt x="42036" y="30955"/>
                  </a:cubicBezTo>
                  <a:cubicBezTo>
                    <a:pt x="42443" y="27258"/>
                    <a:pt x="43515" y="20455"/>
                    <a:pt x="44514" y="14577"/>
                  </a:cubicBezTo>
                  <a:cubicBezTo>
                    <a:pt x="44994" y="11619"/>
                    <a:pt x="45475" y="8920"/>
                    <a:pt x="45807" y="6961"/>
                  </a:cubicBezTo>
                  <a:cubicBezTo>
                    <a:pt x="45992" y="5962"/>
                    <a:pt x="46140" y="5149"/>
                    <a:pt x="46214" y="4595"/>
                  </a:cubicBezTo>
                  <a:cubicBezTo>
                    <a:pt x="46325" y="4040"/>
                    <a:pt x="46362" y="3744"/>
                    <a:pt x="46362" y="3744"/>
                  </a:cubicBezTo>
                  <a:cubicBezTo>
                    <a:pt x="46584" y="2450"/>
                    <a:pt x="46621" y="1637"/>
                    <a:pt x="46621" y="1119"/>
                  </a:cubicBezTo>
                  <a:cubicBezTo>
                    <a:pt x="46621" y="750"/>
                    <a:pt x="46584" y="528"/>
                    <a:pt x="46547" y="343"/>
                  </a:cubicBezTo>
                  <a:cubicBezTo>
                    <a:pt x="46510" y="232"/>
                    <a:pt x="46473" y="158"/>
                    <a:pt x="46399" y="84"/>
                  </a:cubicBezTo>
                  <a:cubicBezTo>
                    <a:pt x="46339" y="54"/>
                    <a:pt x="46255" y="0"/>
                    <a:pt x="46167" y="0"/>
                  </a:cubicBezTo>
                  <a:close/>
                  <a:moveTo>
                    <a:pt x="67916" y="1045"/>
                  </a:moveTo>
                  <a:cubicBezTo>
                    <a:pt x="66030" y="1045"/>
                    <a:pt x="64884" y="1378"/>
                    <a:pt x="64182" y="2044"/>
                  </a:cubicBezTo>
                  <a:cubicBezTo>
                    <a:pt x="63812" y="2376"/>
                    <a:pt x="63590" y="2783"/>
                    <a:pt x="63479" y="3227"/>
                  </a:cubicBezTo>
                  <a:cubicBezTo>
                    <a:pt x="63371" y="3660"/>
                    <a:pt x="63333" y="4128"/>
                    <a:pt x="63332" y="4632"/>
                  </a:cubicBezTo>
                  <a:lnTo>
                    <a:pt x="63332" y="4632"/>
                  </a:lnTo>
                  <a:lnTo>
                    <a:pt x="63332" y="4631"/>
                  </a:lnTo>
                  <a:cubicBezTo>
                    <a:pt x="63332" y="4631"/>
                    <a:pt x="62629" y="13504"/>
                    <a:pt x="61779" y="27110"/>
                  </a:cubicBezTo>
                  <a:cubicBezTo>
                    <a:pt x="60928" y="40715"/>
                    <a:pt x="57564" y="57278"/>
                    <a:pt x="53239" y="68332"/>
                  </a:cubicBezTo>
                  <a:cubicBezTo>
                    <a:pt x="49615" y="77464"/>
                    <a:pt x="49098" y="83712"/>
                    <a:pt x="49098" y="86817"/>
                  </a:cubicBezTo>
                  <a:cubicBezTo>
                    <a:pt x="49098" y="87483"/>
                    <a:pt x="49098" y="88000"/>
                    <a:pt x="49135" y="88407"/>
                  </a:cubicBezTo>
                  <a:cubicBezTo>
                    <a:pt x="49172" y="88777"/>
                    <a:pt x="49172" y="89073"/>
                    <a:pt x="49209" y="89368"/>
                  </a:cubicBezTo>
                  <a:cubicBezTo>
                    <a:pt x="49209" y="89516"/>
                    <a:pt x="49357" y="89664"/>
                    <a:pt x="49505" y="89664"/>
                  </a:cubicBezTo>
                  <a:lnTo>
                    <a:pt x="69062" y="89664"/>
                  </a:lnTo>
                  <a:cubicBezTo>
                    <a:pt x="69173" y="89664"/>
                    <a:pt x="69247" y="89627"/>
                    <a:pt x="69321" y="89553"/>
                  </a:cubicBezTo>
                  <a:cubicBezTo>
                    <a:pt x="69358" y="89479"/>
                    <a:pt x="69395" y="89405"/>
                    <a:pt x="69395" y="89294"/>
                  </a:cubicBezTo>
                  <a:cubicBezTo>
                    <a:pt x="69247" y="88444"/>
                    <a:pt x="69099" y="87224"/>
                    <a:pt x="69099" y="85671"/>
                  </a:cubicBezTo>
                  <a:cubicBezTo>
                    <a:pt x="69099" y="81879"/>
                    <a:pt x="69819" y="75960"/>
                    <a:pt x="72738" y="67481"/>
                  </a:cubicBezTo>
                  <a:lnTo>
                    <a:pt x="72738" y="67481"/>
                  </a:lnTo>
                  <a:cubicBezTo>
                    <a:pt x="72756" y="68639"/>
                    <a:pt x="72793" y="70268"/>
                    <a:pt x="72870" y="72029"/>
                  </a:cubicBezTo>
                  <a:cubicBezTo>
                    <a:pt x="72944" y="73693"/>
                    <a:pt x="73055" y="75467"/>
                    <a:pt x="73203" y="77057"/>
                  </a:cubicBezTo>
                  <a:cubicBezTo>
                    <a:pt x="73351" y="78610"/>
                    <a:pt x="73572" y="79978"/>
                    <a:pt x="73868" y="80902"/>
                  </a:cubicBezTo>
                  <a:cubicBezTo>
                    <a:pt x="74201" y="81826"/>
                    <a:pt x="74386" y="82566"/>
                    <a:pt x="74645" y="83083"/>
                  </a:cubicBezTo>
                  <a:cubicBezTo>
                    <a:pt x="74792" y="83342"/>
                    <a:pt x="74940" y="83564"/>
                    <a:pt x="75125" y="83749"/>
                  </a:cubicBezTo>
                  <a:cubicBezTo>
                    <a:pt x="75347" y="83897"/>
                    <a:pt x="75606" y="84008"/>
                    <a:pt x="75865" y="84008"/>
                  </a:cubicBezTo>
                  <a:cubicBezTo>
                    <a:pt x="76308" y="83971"/>
                    <a:pt x="76752" y="83823"/>
                    <a:pt x="77380" y="83490"/>
                  </a:cubicBezTo>
                  <a:cubicBezTo>
                    <a:pt x="77972" y="83157"/>
                    <a:pt x="78711" y="82677"/>
                    <a:pt x="79673" y="82011"/>
                  </a:cubicBezTo>
                  <a:cubicBezTo>
                    <a:pt x="80819" y="81235"/>
                    <a:pt x="82556" y="79497"/>
                    <a:pt x="84553" y="77279"/>
                  </a:cubicBezTo>
                  <a:cubicBezTo>
                    <a:pt x="90616" y="70661"/>
                    <a:pt x="98971" y="59903"/>
                    <a:pt x="98971" y="59903"/>
                  </a:cubicBezTo>
                  <a:cubicBezTo>
                    <a:pt x="99008" y="59866"/>
                    <a:pt x="99045" y="59792"/>
                    <a:pt x="99045" y="59718"/>
                  </a:cubicBezTo>
                  <a:lnTo>
                    <a:pt x="99045" y="53396"/>
                  </a:lnTo>
                  <a:cubicBezTo>
                    <a:pt x="99045" y="53285"/>
                    <a:pt x="98971" y="53174"/>
                    <a:pt x="98897" y="53137"/>
                  </a:cubicBezTo>
                  <a:cubicBezTo>
                    <a:pt x="98842" y="53100"/>
                    <a:pt x="98786" y="53082"/>
                    <a:pt x="98731" y="53082"/>
                  </a:cubicBezTo>
                  <a:cubicBezTo>
                    <a:pt x="98675" y="53082"/>
                    <a:pt x="98620" y="53100"/>
                    <a:pt x="98565" y="53137"/>
                  </a:cubicBezTo>
                  <a:cubicBezTo>
                    <a:pt x="98565" y="53137"/>
                    <a:pt x="98232" y="53359"/>
                    <a:pt x="97603" y="53729"/>
                  </a:cubicBezTo>
                  <a:cubicBezTo>
                    <a:pt x="95755" y="54801"/>
                    <a:pt x="91651" y="57167"/>
                    <a:pt x="88472" y="58757"/>
                  </a:cubicBezTo>
                  <a:cubicBezTo>
                    <a:pt x="87695" y="59126"/>
                    <a:pt x="87067" y="59311"/>
                    <a:pt x="86586" y="59311"/>
                  </a:cubicBezTo>
                  <a:cubicBezTo>
                    <a:pt x="86290" y="59311"/>
                    <a:pt x="86068" y="59237"/>
                    <a:pt x="85884" y="59126"/>
                  </a:cubicBezTo>
                  <a:cubicBezTo>
                    <a:pt x="85625" y="58941"/>
                    <a:pt x="85403" y="58609"/>
                    <a:pt x="85218" y="58017"/>
                  </a:cubicBezTo>
                  <a:cubicBezTo>
                    <a:pt x="85070" y="57463"/>
                    <a:pt x="84996" y="56723"/>
                    <a:pt x="84996" y="55762"/>
                  </a:cubicBezTo>
                  <a:cubicBezTo>
                    <a:pt x="84996" y="54172"/>
                    <a:pt x="85218" y="52102"/>
                    <a:pt x="85551" y="49514"/>
                  </a:cubicBezTo>
                  <a:cubicBezTo>
                    <a:pt x="86105" y="45410"/>
                    <a:pt x="88804" y="35465"/>
                    <a:pt x="91392" y="26296"/>
                  </a:cubicBezTo>
                  <a:cubicBezTo>
                    <a:pt x="92686" y="21712"/>
                    <a:pt x="93943" y="17312"/>
                    <a:pt x="94904" y="13911"/>
                  </a:cubicBezTo>
                  <a:cubicBezTo>
                    <a:pt x="95385" y="12210"/>
                    <a:pt x="95755" y="10769"/>
                    <a:pt x="96051" y="9660"/>
                  </a:cubicBezTo>
                  <a:cubicBezTo>
                    <a:pt x="96198" y="9105"/>
                    <a:pt x="96309" y="8661"/>
                    <a:pt x="96383" y="8292"/>
                  </a:cubicBezTo>
                  <a:cubicBezTo>
                    <a:pt x="96457" y="7922"/>
                    <a:pt x="96494" y="7663"/>
                    <a:pt x="96531" y="7478"/>
                  </a:cubicBezTo>
                  <a:lnTo>
                    <a:pt x="96531" y="7441"/>
                  </a:lnTo>
                  <a:cubicBezTo>
                    <a:pt x="96531" y="7219"/>
                    <a:pt x="96420" y="6998"/>
                    <a:pt x="96235" y="6813"/>
                  </a:cubicBezTo>
                  <a:cubicBezTo>
                    <a:pt x="95977" y="6480"/>
                    <a:pt x="95496" y="6221"/>
                    <a:pt x="94867" y="5962"/>
                  </a:cubicBezTo>
                  <a:cubicBezTo>
                    <a:pt x="92686" y="5001"/>
                    <a:pt x="88545" y="4114"/>
                    <a:pt x="84146" y="3338"/>
                  </a:cubicBezTo>
                  <a:cubicBezTo>
                    <a:pt x="79746" y="2561"/>
                    <a:pt x="75125" y="1859"/>
                    <a:pt x="72094" y="1415"/>
                  </a:cubicBezTo>
                  <a:cubicBezTo>
                    <a:pt x="70393" y="1156"/>
                    <a:pt x="69025" y="1045"/>
                    <a:pt x="67916" y="1045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0" name="Google Shape;1917;p37"/>
            <p:cNvSpPr/>
            <p:nvPr/>
          </p:nvSpPr>
          <p:spPr>
            <a:xfrm>
              <a:off x="7583400" y="2876760"/>
              <a:ext cx="293760" cy="1332720"/>
            </a:xfrm>
            <a:custGeom>
              <a:avLst/>
              <a:gdLst>
                <a:gd name="textAreaLeft" fmla="*/ 0 w 293760"/>
                <a:gd name="textAreaRight" fmla="*/ 294120 w 293760"/>
                <a:gd name="textAreaTop" fmla="*/ 0 h 1332720"/>
                <a:gd name="textAreaBottom" fmla="*/ 1333080 h 1332720"/>
              </a:gdLst>
              <a:ahLst/>
              <a:rect l="textAreaLeft" t="textAreaTop" r="textAreaRight" b="textAreaBottom"/>
              <a:pathLst>
                <a:path w="15566" h="70578">
                  <a:moveTo>
                    <a:pt x="15189" y="0"/>
                  </a:moveTo>
                  <a:cubicBezTo>
                    <a:pt x="15084" y="0"/>
                    <a:pt x="14986" y="50"/>
                    <a:pt x="14937" y="148"/>
                  </a:cubicBezTo>
                  <a:lnTo>
                    <a:pt x="3845" y="20112"/>
                  </a:lnTo>
                  <a:cubicBezTo>
                    <a:pt x="3771" y="20223"/>
                    <a:pt x="3771" y="20334"/>
                    <a:pt x="3845" y="20445"/>
                  </a:cubicBezTo>
                  <a:lnTo>
                    <a:pt x="8171" y="26360"/>
                  </a:lnTo>
                  <a:lnTo>
                    <a:pt x="3217" y="29836"/>
                  </a:lnTo>
                  <a:cubicBezTo>
                    <a:pt x="3143" y="29873"/>
                    <a:pt x="3106" y="29984"/>
                    <a:pt x="3106" y="30057"/>
                  </a:cubicBezTo>
                  <a:lnTo>
                    <a:pt x="0" y="70245"/>
                  </a:lnTo>
                  <a:cubicBezTo>
                    <a:pt x="0" y="70393"/>
                    <a:pt x="111" y="70540"/>
                    <a:pt x="296" y="70577"/>
                  </a:cubicBezTo>
                  <a:cubicBezTo>
                    <a:pt x="444" y="70577"/>
                    <a:pt x="592" y="70429"/>
                    <a:pt x="629" y="70282"/>
                  </a:cubicBezTo>
                  <a:lnTo>
                    <a:pt x="3698" y="30242"/>
                  </a:lnTo>
                  <a:lnTo>
                    <a:pt x="8763" y="26693"/>
                  </a:lnTo>
                  <a:cubicBezTo>
                    <a:pt x="8836" y="26656"/>
                    <a:pt x="8910" y="26582"/>
                    <a:pt x="8910" y="26471"/>
                  </a:cubicBezTo>
                  <a:cubicBezTo>
                    <a:pt x="8910" y="26397"/>
                    <a:pt x="8910" y="26323"/>
                    <a:pt x="8836" y="26249"/>
                  </a:cubicBezTo>
                  <a:lnTo>
                    <a:pt x="4474" y="20223"/>
                  </a:lnTo>
                  <a:lnTo>
                    <a:pt x="15454" y="444"/>
                  </a:lnTo>
                  <a:cubicBezTo>
                    <a:pt x="15565" y="296"/>
                    <a:pt x="15491" y="111"/>
                    <a:pt x="15343" y="37"/>
                  </a:cubicBezTo>
                  <a:cubicBezTo>
                    <a:pt x="15294" y="13"/>
                    <a:pt x="15241" y="0"/>
                    <a:pt x="15189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1" name="Google Shape;1918;p37"/>
            <p:cNvSpPr/>
            <p:nvPr/>
          </p:nvSpPr>
          <p:spPr>
            <a:xfrm>
              <a:off x="8119800" y="2927520"/>
              <a:ext cx="272160" cy="1177920"/>
            </a:xfrm>
            <a:custGeom>
              <a:avLst/>
              <a:gdLst>
                <a:gd name="textAreaLeft" fmla="*/ 0 w 272160"/>
                <a:gd name="textAreaRight" fmla="*/ 272520 w 272160"/>
                <a:gd name="textAreaTop" fmla="*/ 0 h 1177920"/>
                <a:gd name="textAreaBottom" fmla="*/ 1178280 h 1177920"/>
              </a:gdLst>
              <a:ahLst/>
              <a:rect l="textAreaLeft" t="textAreaTop" r="textAreaRight" b="textAreaBottom"/>
              <a:pathLst>
                <a:path w="14420" h="62369">
                  <a:moveTo>
                    <a:pt x="9892" y="0"/>
                  </a:moveTo>
                  <a:cubicBezTo>
                    <a:pt x="9873" y="0"/>
                    <a:pt x="9854" y="2"/>
                    <a:pt x="9835" y="7"/>
                  </a:cubicBezTo>
                  <a:cubicBezTo>
                    <a:pt x="9650" y="7"/>
                    <a:pt x="9539" y="192"/>
                    <a:pt x="9576" y="340"/>
                  </a:cubicBezTo>
                  <a:lnTo>
                    <a:pt x="12941" y="20637"/>
                  </a:lnTo>
                  <a:lnTo>
                    <a:pt x="8393" y="24112"/>
                  </a:lnTo>
                  <a:cubicBezTo>
                    <a:pt x="8356" y="24186"/>
                    <a:pt x="8282" y="24260"/>
                    <a:pt x="8282" y="24334"/>
                  </a:cubicBezTo>
                  <a:cubicBezTo>
                    <a:pt x="8282" y="24445"/>
                    <a:pt x="8319" y="24519"/>
                    <a:pt x="8393" y="24593"/>
                  </a:cubicBezTo>
                  <a:lnTo>
                    <a:pt x="13717" y="29399"/>
                  </a:lnTo>
                  <a:lnTo>
                    <a:pt x="75" y="61933"/>
                  </a:lnTo>
                  <a:cubicBezTo>
                    <a:pt x="1" y="62081"/>
                    <a:pt x="75" y="62266"/>
                    <a:pt x="223" y="62340"/>
                  </a:cubicBezTo>
                  <a:cubicBezTo>
                    <a:pt x="262" y="62360"/>
                    <a:pt x="305" y="62369"/>
                    <a:pt x="347" y="62369"/>
                  </a:cubicBezTo>
                  <a:cubicBezTo>
                    <a:pt x="462" y="62369"/>
                    <a:pt x="575" y="62300"/>
                    <a:pt x="629" y="62192"/>
                  </a:cubicBezTo>
                  <a:lnTo>
                    <a:pt x="14382" y="29436"/>
                  </a:lnTo>
                  <a:cubicBezTo>
                    <a:pt x="14419" y="29325"/>
                    <a:pt x="14419" y="29177"/>
                    <a:pt x="14309" y="29103"/>
                  </a:cubicBezTo>
                  <a:lnTo>
                    <a:pt x="9096" y="24371"/>
                  </a:lnTo>
                  <a:lnTo>
                    <a:pt x="13458" y="21043"/>
                  </a:lnTo>
                  <a:cubicBezTo>
                    <a:pt x="13569" y="20970"/>
                    <a:pt x="13606" y="20859"/>
                    <a:pt x="13569" y="20748"/>
                  </a:cubicBezTo>
                  <a:lnTo>
                    <a:pt x="10168" y="266"/>
                  </a:lnTo>
                  <a:cubicBezTo>
                    <a:pt x="10136" y="105"/>
                    <a:pt x="10019" y="0"/>
                    <a:pt x="989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2" name="Google Shape;1919;p37"/>
            <p:cNvSpPr/>
            <p:nvPr/>
          </p:nvSpPr>
          <p:spPr>
            <a:xfrm>
              <a:off x="7616160" y="3604320"/>
              <a:ext cx="837720" cy="556200"/>
            </a:xfrm>
            <a:custGeom>
              <a:avLst/>
              <a:gdLst>
                <a:gd name="textAreaLeft" fmla="*/ 0 w 837720"/>
                <a:gd name="textAreaRight" fmla="*/ 838080 w 837720"/>
                <a:gd name="textAreaTop" fmla="*/ 0 h 556200"/>
                <a:gd name="textAreaBottom" fmla="*/ 556560 h 556200"/>
              </a:gdLst>
              <a:ahLst/>
              <a:rect l="textAreaLeft" t="textAreaTop" r="textAreaRight" b="textAreaBottom"/>
              <a:pathLst>
                <a:path w="44365" h="29468">
                  <a:moveTo>
                    <a:pt x="25076" y="0"/>
                  </a:moveTo>
                  <a:cubicBezTo>
                    <a:pt x="23741" y="0"/>
                    <a:pt x="16385" y="10267"/>
                    <a:pt x="12200" y="13755"/>
                  </a:cubicBezTo>
                  <a:cubicBezTo>
                    <a:pt x="7986" y="17267"/>
                    <a:pt x="813" y="20225"/>
                    <a:pt x="813" y="20225"/>
                  </a:cubicBezTo>
                  <a:lnTo>
                    <a:pt x="0" y="29467"/>
                  </a:lnTo>
                  <a:lnTo>
                    <a:pt x="12053" y="19227"/>
                  </a:lnTo>
                  <a:lnTo>
                    <a:pt x="13605" y="19227"/>
                  </a:lnTo>
                  <a:cubicBezTo>
                    <a:pt x="15158" y="19227"/>
                    <a:pt x="18115" y="17120"/>
                    <a:pt x="18116" y="17119"/>
                  </a:cubicBezTo>
                  <a:lnTo>
                    <a:pt x="18116" y="17119"/>
                  </a:lnTo>
                  <a:cubicBezTo>
                    <a:pt x="18115" y="17119"/>
                    <a:pt x="17265" y="17970"/>
                    <a:pt x="16822" y="18376"/>
                  </a:cubicBezTo>
                  <a:cubicBezTo>
                    <a:pt x="16415" y="18820"/>
                    <a:pt x="16267" y="20225"/>
                    <a:pt x="16970" y="20336"/>
                  </a:cubicBezTo>
                  <a:cubicBezTo>
                    <a:pt x="17012" y="20345"/>
                    <a:pt x="17060" y="20349"/>
                    <a:pt x="17114" y="20349"/>
                  </a:cubicBezTo>
                  <a:cubicBezTo>
                    <a:pt x="17949" y="20349"/>
                    <a:pt x="20131" y="19298"/>
                    <a:pt x="23292" y="18117"/>
                  </a:cubicBezTo>
                  <a:cubicBezTo>
                    <a:pt x="26656" y="16860"/>
                    <a:pt x="31573" y="13459"/>
                    <a:pt x="32275" y="12757"/>
                  </a:cubicBezTo>
                  <a:cubicBezTo>
                    <a:pt x="32978" y="12054"/>
                    <a:pt x="28616" y="6435"/>
                    <a:pt x="28615" y="6435"/>
                  </a:cubicBezTo>
                  <a:lnTo>
                    <a:pt x="28615" y="6435"/>
                  </a:lnTo>
                  <a:cubicBezTo>
                    <a:pt x="28616" y="6435"/>
                    <a:pt x="36638" y="10649"/>
                    <a:pt x="39596" y="10649"/>
                  </a:cubicBezTo>
                  <a:cubicBezTo>
                    <a:pt x="42553" y="10649"/>
                    <a:pt x="44069" y="9836"/>
                    <a:pt x="44217" y="8986"/>
                  </a:cubicBezTo>
                  <a:cubicBezTo>
                    <a:pt x="44365" y="8135"/>
                    <a:pt x="41555" y="8135"/>
                    <a:pt x="37747" y="6878"/>
                  </a:cubicBezTo>
                  <a:cubicBezTo>
                    <a:pt x="33976" y="5621"/>
                    <a:pt x="26397" y="113"/>
                    <a:pt x="25103" y="2"/>
                  </a:cubicBezTo>
                  <a:cubicBezTo>
                    <a:pt x="25094" y="1"/>
                    <a:pt x="25085" y="0"/>
                    <a:pt x="25076" y="0"/>
                  </a:cubicBezTo>
                  <a:close/>
                </a:path>
              </a:pathLst>
            </a:custGeom>
            <a:solidFill>
              <a:srgbClr val="adada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3" name="Google Shape;1920;p37"/>
            <p:cNvSpPr/>
            <p:nvPr/>
          </p:nvSpPr>
          <p:spPr>
            <a:xfrm>
              <a:off x="8128080" y="3683160"/>
              <a:ext cx="299880" cy="122040"/>
            </a:xfrm>
            <a:custGeom>
              <a:avLst/>
              <a:gdLst>
                <a:gd name="textAreaLeft" fmla="*/ 0 w 299880"/>
                <a:gd name="textAreaRight" fmla="*/ 300240 w 299880"/>
                <a:gd name="textAreaTop" fmla="*/ 0 h 122040"/>
                <a:gd name="textAreaBottom" fmla="*/ 122400 h 122040"/>
              </a:gdLst>
              <a:ahLst/>
              <a:rect l="textAreaLeft" t="textAreaTop" r="textAreaRight" b="textAreaBottom"/>
              <a:pathLst>
                <a:path w="15898" h="6471">
                  <a:moveTo>
                    <a:pt x="1" y="0"/>
                  </a:moveTo>
                  <a:lnTo>
                    <a:pt x="1516" y="2256"/>
                  </a:lnTo>
                  <a:cubicBezTo>
                    <a:pt x="1516" y="2256"/>
                    <a:pt x="9539" y="6470"/>
                    <a:pt x="12497" y="6470"/>
                  </a:cubicBezTo>
                  <a:cubicBezTo>
                    <a:pt x="13975" y="6470"/>
                    <a:pt x="15122" y="6285"/>
                    <a:pt x="15898" y="5953"/>
                  </a:cubicBezTo>
                  <a:lnTo>
                    <a:pt x="15750" y="5916"/>
                  </a:lnTo>
                  <a:cubicBezTo>
                    <a:pt x="9133" y="5472"/>
                    <a:pt x="1" y="1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1200" bIns="61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4" name="Google Shape;1921;p37"/>
            <p:cNvSpPr/>
            <p:nvPr/>
          </p:nvSpPr>
          <p:spPr>
            <a:xfrm>
              <a:off x="7616160" y="3726000"/>
              <a:ext cx="622800" cy="434880"/>
            </a:xfrm>
            <a:custGeom>
              <a:avLst/>
              <a:gdLst>
                <a:gd name="textAreaLeft" fmla="*/ 0 w 622800"/>
                <a:gd name="textAreaRight" fmla="*/ 623160 w 622800"/>
                <a:gd name="textAreaTop" fmla="*/ 0 h 434880"/>
                <a:gd name="textAreaBottom" fmla="*/ 435240 h 434880"/>
              </a:gdLst>
              <a:ahLst/>
              <a:rect l="textAreaLeft" t="textAreaTop" r="textAreaRight" b="textAreaBottom"/>
              <a:pathLst>
                <a:path w="32978" h="23034">
                  <a:moveTo>
                    <a:pt x="28615" y="1"/>
                  </a:moveTo>
                  <a:lnTo>
                    <a:pt x="28615" y="1"/>
                  </a:lnTo>
                  <a:cubicBezTo>
                    <a:pt x="28615" y="1"/>
                    <a:pt x="29613" y="4363"/>
                    <a:pt x="28467" y="5287"/>
                  </a:cubicBezTo>
                  <a:cubicBezTo>
                    <a:pt x="28269" y="5446"/>
                    <a:pt x="28046" y="5512"/>
                    <a:pt x="27815" y="5512"/>
                  </a:cubicBezTo>
                  <a:cubicBezTo>
                    <a:pt x="26756" y="5512"/>
                    <a:pt x="25510" y="4142"/>
                    <a:pt x="25510" y="4141"/>
                  </a:cubicBezTo>
                  <a:lnTo>
                    <a:pt x="25510" y="4141"/>
                  </a:lnTo>
                  <a:cubicBezTo>
                    <a:pt x="25510" y="4142"/>
                    <a:pt x="25990" y="8689"/>
                    <a:pt x="24623" y="8911"/>
                  </a:cubicBezTo>
                  <a:cubicBezTo>
                    <a:pt x="24504" y="8933"/>
                    <a:pt x="24382" y="8943"/>
                    <a:pt x="24259" y="8943"/>
                  </a:cubicBezTo>
                  <a:cubicBezTo>
                    <a:pt x="22949" y="8943"/>
                    <a:pt x="21406" y="7801"/>
                    <a:pt x="21406" y="7801"/>
                  </a:cubicBezTo>
                  <a:cubicBezTo>
                    <a:pt x="21406" y="7801"/>
                    <a:pt x="21406" y="10759"/>
                    <a:pt x="20038" y="10759"/>
                  </a:cubicBezTo>
                  <a:cubicBezTo>
                    <a:pt x="18670" y="10759"/>
                    <a:pt x="16637" y="6397"/>
                    <a:pt x="16637" y="6397"/>
                  </a:cubicBezTo>
                  <a:lnTo>
                    <a:pt x="16637" y="6397"/>
                  </a:lnTo>
                  <a:cubicBezTo>
                    <a:pt x="16637" y="6397"/>
                    <a:pt x="17117" y="8578"/>
                    <a:pt x="15713" y="10057"/>
                  </a:cubicBezTo>
                  <a:cubicBezTo>
                    <a:pt x="14744" y="11077"/>
                    <a:pt x="13159" y="11235"/>
                    <a:pt x="12269" y="11235"/>
                  </a:cubicBezTo>
                  <a:cubicBezTo>
                    <a:pt x="11869" y="11235"/>
                    <a:pt x="11609" y="11203"/>
                    <a:pt x="11609" y="11203"/>
                  </a:cubicBezTo>
                  <a:lnTo>
                    <a:pt x="887" y="18967"/>
                  </a:lnTo>
                  <a:lnTo>
                    <a:pt x="296" y="19669"/>
                  </a:lnTo>
                  <a:lnTo>
                    <a:pt x="0" y="23033"/>
                  </a:lnTo>
                  <a:lnTo>
                    <a:pt x="0" y="23033"/>
                  </a:lnTo>
                  <a:lnTo>
                    <a:pt x="12053" y="12793"/>
                  </a:lnTo>
                  <a:lnTo>
                    <a:pt x="13605" y="12793"/>
                  </a:lnTo>
                  <a:cubicBezTo>
                    <a:pt x="15158" y="12793"/>
                    <a:pt x="18115" y="10686"/>
                    <a:pt x="18116" y="10685"/>
                  </a:cubicBezTo>
                  <a:lnTo>
                    <a:pt x="18116" y="10685"/>
                  </a:lnTo>
                  <a:cubicBezTo>
                    <a:pt x="18115" y="10685"/>
                    <a:pt x="17265" y="11536"/>
                    <a:pt x="16822" y="11942"/>
                  </a:cubicBezTo>
                  <a:cubicBezTo>
                    <a:pt x="16415" y="12386"/>
                    <a:pt x="16267" y="13791"/>
                    <a:pt x="16970" y="13902"/>
                  </a:cubicBezTo>
                  <a:cubicBezTo>
                    <a:pt x="17012" y="13911"/>
                    <a:pt x="17060" y="13915"/>
                    <a:pt x="17114" y="13915"/>
                  </a:cubicBezTo>
                  <a:cubicBezTo>
                    <a:pt x="17949" y="13915"/>
                    <a:pt x="20131" y="12864"/>
                    <a:pt x="23292" y="11683"/>
                  </a:cubicBezTo>
                  <a:cubicBezTo>
                    <a:pt x="26656" y="10426"/>
                    <a:pt x="31573" y="7025"/>
                    <a:pt x="32275" y="6323"/>
                  </a:cubicBezTo>
                  <a:cubicBezTo>
                    <a:pt x="32978" y="5620"/>
                    <a:pt x="28616" y="1"/>
                    <a:pt x="2861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5" name="Google Shape;1922;p37"/>
            <p:cNvSpPr/>
            <p:nvPr/>
          </p:nvSpPr>
          <p:spPr>
            <a:xfrm>
              <a:off x="8128080" y="3683160"/>
              <a:ext cx="248400" cy="116280"/>
            </a:xfrm>
            <a:custGeom>
              <a:avLst/>
              <a:gdLst>
                <a:gd name="textAreaLeft" fmla="*/ 0 w 248400"/>
                <a:gd name="textAreaRight" fmla="*/ 248760 w 248400"/>
                <a:gd name="textAreaTop" fmla="*/ 0 h 116280"/>
                <a:gd name="textAreaBottom" fmla="*/ 116640 h 116280"/>
              </a:gdLst>
              <a:ahLst/>
              <a:rect l="textAreaLeft" t="textAreaTop" r="textAreaRight" b="textAreaBottom"/>
              <a:pathLst>
                <a:path w="13163" h="6175">
                  <a:moveTo>
                    <a:pt x="1" y="0"/>
                  </a:moveTo>
                  <a:lnTo>
                    <a:pt x="1368" y="1997"/>
                  </a:lnTo>
                  <a:cubicBezTo>
                    <a:pt x="1405" y="1997"/>
                    <a:pt x="1479" y="1960"/>
                    <a:pt x="1516" y="1960"/>
                  </a:cubicBezTo>
                  <a:cubicBezTo>
                    <a:pt x="1590" y="1960"/>
                    <a:pt x="1627" y="1960"/>
                    <a:pt x="1664" y="1997"/>
                  </a:cubicBezTo>
                  <a:cubicBezTo>
                    <a:pt x="1664" y="1997"/>
                    <a:pt x="1960" y="2145"/>
                    <a:pt x="2441" y="2404"/>
                  </a:cubicBezTo>
                  <a:cubicBezTo>
                    <a:pt x="2921" y="2625"/>
                    <a:pt x="3587" y="2958"/>
                    <a:pt x="4363" y="3328"/>
                  </a:cubicBezTo>
                  <a:cubicBezTo>
                    <a:pt x="5916" y="4067"/>
                    <a:pt x="7912" y="4955"/>
                    <a:pt x="9613" y="5546"/>
                  </a:cubicBezTo>
                  <a:cubicBezTo>
                    <a:pt x="10759" y="5916"/>
                    <a:pt x="11794" y="6175"/>
                    <a:pt x="12497" y="6175"/>
                  </a:cubicBezTo>
                  <a:lnTo>
                    <a:pt x="12866" y="6175"/>
                  </a:lnTo>
                  <a:lnTo>
                    <a:pt x="13162" y="5546"/>
                  </a:lnTo>
                  <a:cubicBezTo>
                    <a:pt x="6988" y="4178"/>
                    <a:pt x="1" y="1"/>
                    <a:pt x="1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320" bIns="58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6" name="Google Shape;1923;p37"/>
            <p:cNvSpPr/>
            <p:nvPr/>
          </p:nvSpPr>
          <p:spPr>
            <a:xfrm>
              <a:off x="7662240" y="3739320"/>
              <a:ext cx="559080" cy="374760"/>
            </a:xfrm>
            <a:custGeom>
              <a:avLst/>
              <a:gdLst>
                <a:gd name="textAreaLeft" fmla="*/ 0 w 559080"/>
                <a:gd name="textAreaRight" fmla="*/ 559440 w 559080"/>
                <a:gd name="textAreaTop" fmla="*/ 0 h 374760"/>
                <a:gd name="textAreaBottom" fmla="*/ 375120 h 374760"/>
              </a:gdLst>
              <a:ahLst/>
              <a:rect l="textAreaLeft" t="textAreaTop" r="textAreaRight" b="textAreaBottom"/>
              <a:pathLst>
                <a:path w="29614" h="19854">
                  <a:moveTo>
                    <a:pt x="26323" y="0"/>
                  </a:moveTo>
                  <a:lnTo>
                    <a:pt x="26323" y="0"/>
                  </a:lnTo>
                  <a:cubicBezTo>
                    <a:pt x="26434" y="666"/>
                    <a:pt x="26582" y="1664"/>
                    <a:pt x="26582" y="2588"/>
                  </a:cubicBezTo>
                  <a:cubicBezTo>
                    <a:pt x="26582" y="3438"/>
                    <a:pt x="26471" y="4252"/>
                    <a:pt x="26027" y="4584"/>
                  </a:cubicBezTo>
                  <a:cubicBezTo>
                    <a:pt x="25843" y="4732"/>
                    <a:pt x="25621" y="4806"/>
                    <a:pt x="25362" y="4806"/>
                  </a:cubicBezTo>
                  <a:cubicBezTo>
                    <a:pt x="24290" y="4806"/>
                    <a:pt x="23070" y="3439"/>
                    <a:pt x="23070" y="3438"/>
                  </a:cubicBezTo>
                  <a:lnTo>
                    <a:pt x="23070" y="3438"/>
                  </a:lnTo>
                  <a:cubicBezTo>
                    <a:pt x="23070" y="3439"/>
                    <a:pt x="23144" y="4141"/>
                    <a:pt x="23144" y="5028"/>
                  </a:cubicBezTo>
                  <a:cubicBezTo>
                    <a:pt x="23144" y="6396"/>
                    <a:pt x="22996" y="8097"/>
                    <a:pt x="22183" y="8208"/>
                  </a:cubicBezTo>
                  <a:cubicBezTo>
                    <a:pt x="22072" y="8245"/>
                    <a:pt x="21961" y="8245"/>
                    <a:pt x="21850" y="8245"/>
                  </a:cubicBezTo>
                  <a:cubicBezTo>
                    <a:pt x="20519" y="8245"/>
                    <a:pt x="18966" y="7098"/>
                    <a:pt x="18966" y="7098"/>
                  </a:cubicBezTo>
                  <a:cubicBezTo>
                    <a:pt x="18966" y="7098"/>
                    <a:pt x="18966" y="10056"/>
                    <a:pt x="17598" y="10056"/>
                  </a:cubicBezTo>
                  <a:cubicBezTo>
                    <a:pt x="16230" y="10056"/>
                    <a:pt x="14197" y="5694"/>
                    <a:pt x="14197" y="5694"/>
                  </a:cubicBezTo>
                  <a:lnTo>
                    <a:pt x="14197" y="5694"/>
                  </a:lnTo>
                  <a:cubicBezTo>
                    <a:pt x="14197" y="5694"/>
                    <a:pt x="14271" y="6100"/>
                    <a:pt x="14271" y="6618"/>
                  </a:cubicBezTo>
                  <a:cubicBezTo>
                    <a:pt x="14271" y="7394"/>
                    <a:pt x="14086" y="8503"/>
                    <a:pt x="13273" y="9354"/>
                  </a:cubicBezTo>
                  <a:cubicBezTo>
                    <a:pt x="12311" y="10389"/>
                    <a:pt x="10722" y="10537"/>
                    <a:pt x="9834" y="10537"/>
                  </a:cubicBezTo>
                  <a:cubicBezTo>
                    <a:pt x="9428" y="10537"/>
                    <a:pt x="9169" y="10500"/>
                    <a:pt x="9169" y="10500"/>
                  </a:cubicBezTo>
                  <a:lnTo>
                    <a:pt x="370" y="16859"/>
                  </a:lnTo>
                  <a:lnTo>
                    <a:pt x="0" y="19853"/>
                  </a:lnTo>
                  <a:lnTo>
                    <a:pt x="9428" y="11868"/>
                  </a:lnTo>
                  <a:cubicBezTo>
                    <a:pt x="9465" y="11794"/>
                    <a:pt x="9539" y="11794"/>
                    <a:pt x="9613" y="11794"/>
                  </a:cubicBezTo>
                  <a:lnTo>
                    <a:pt x="11165" y="11794"/>
                  </a:lnTo>
                  <a:cubicBezTo>
                    <a:pt x="11461" y="11794"/>
                    <a:pt x="11831" y="11683"/>
                    <a:pt x="12237" y="11535"/>
                  </a:cubicBezTo>
                  <a:cubicBezTo>
                    <a:pt x="12644" y="11387"/>
                    <a:pt x="13088" y="11202"/>
                    <a:pt x="13494" y="10980"/>
                  </a:cubicBezTo>
                  <a:cubicBezTo>
                    <a:pt x="14308" y="10537"/>
                    <a:pt x="15084" y="10019"/>
                    <a:pt x="15343" y="9834"/>
                  </a:cubicBezTo>
                  <a:cubicBezTo>
                    <a:pt x="15454" y="9760"/>
                    <a:pt x="15491" y="9723"/>
                    <a:pt x="15491" y="9723"/>
                  </a:cubicBezTo>
                  <a:cubicBezTo>
                    <a:pt x="15528" y="9686"/>
                    <a:pt x="15602" y="9686"/>
                    <a:pt x="15676" y="9686"/>
                  </a:cubicBezTo>
                  <a:cubicBezTo>
                    <a:pt x="15750" y="9686"/>
                    <a:pt x="15824" y="9723"/>
                    <a:pt x="15898" y="9797"/>
                  </a:cubicBezTo>
                  <a:cubicBezTo>
                    <a:pt x="16008" y="9908"/>
                    <a:pt x="15971" y="10093"/>
                    <a:pt x="15861" y="10204"/>
                  </a:cubicBezTo>
                  <a:cubicBezTo>
                    <a:pt x="15861" y="10204"/>
                    <a:pt x="15047" y="11054"/>
                    <a:pt x="14604" y="11461"/>
                  </a:cubicBezTo>
                  <a:cubicBezTo>
                    <a:pt x="14567" y="11535"/>
                    <a:pt x="14493" y="11646"/>
                    <a:pt x="14419" y="11794"/>
                  </a:cubicBezTo>
                  <a:cubicBezTo>
                    <a:pt x="14382" y="11979"/>
                    <a:pt x="14345" y="12163"/>
                    <a:pt x="14345" y="12348"/>
                  </a:cubicBezTo>
                  <a:cubicBezTo>
                    <a:pt x="14345" y="12533"/>
                    <a:pt x="14382" y="12681"/>
                    <a:pt x="14419" y="12755"/>
                  </a:cubicBezTo>
                  <a:cubicBezTo>
                    <a:pt x="14493" y="12866"/>
                    <a:pt x="14530" y="12903"/>
                    <a:pt x="14604" y="12903"/>
                  </a:cubicBezTo>
                  <a:lnTo>
                    <a:pt x="14677" y="12903"/>
                  </a:lnTo>
                  <a:cubicBezTo>
                    <a:pt x="14825" y="12903"/>
                    <a:pt x="15084" y="12866"/>
                    <a:pt x="15454" y="12755"/>
                  </a:cubicBezTo>
                  <a:cubicBezTo>
                    <a:pt x="15787" y="12644"/>
                    <a:pt x="16230" y="12459"/>
                    <a:pt x="16785" y="12274"/>
                  </a:cubicBezTo>
                  <a:cubicBezTo>
                    <a:pt x="17820" y="11831"/>
                    <a:pt x="19151" y="11276"/>
                    <a:pt x="20741" y="10685"/>
                  </a:cubicBezTo>
                  <a:cubicBezTo>
                    <a:pt x="23218" y="9760"/>
                    <a:pt x="26619" y="7616"/>
                    <a:pt x="28431" y="6322"/>
                  </a:cubicBezTo>
                  <a:cubicBezTo>
                    <a:pt x="29022" y="5915"/>
                    <a:pt x="29466" y="5583"/>
                    <a:pt x="29614" y="5435"/>
                  </a:cubicBezTo>
                  <a:lnTo>
                    <a:pt x="29614" y="5398"/>
                  </a:lnTo>
                  <a:cubicBezTo>
                    <a:pt x="29614" y="5250"/>
                    <a:pt x="29503" y="4917"/>
                    <a:pt x="29318" y="4511"/>
                  </a:cubicBezTo>
                  <a:cubicBezTo>
                    <a:pt x="29096" y="4067"/>
                    <a:pt x="28800" y="3586"/>
                    <a:pt x="28468" y="3069"/>
                  </a:cubicBezTo>
                  <a:cubicBezTo>
                    <a:pt x="27839" y="2070"/>
                    <a:pt x="27063" y="961"/>
                    <a:pt x="26545" y="259"/>
                  </a:cubicBezTo>
                  <a:cubicBezTo>
                    <a:pt x="26471" y="185"/>
                    <a:pt x="26397" y="74"/>
                    <a:pt x="26323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7" name="Google Shape;1924;p37"/>
            <p:cNvSpPr/>
            <p:nvPr/>
          </p:nvSpPr>
          <p:spPr>
            <a:xfrm>
              <a:off x="7932600" y="3882240"/>
              <a:ext cx="31680" cy="51120"/>
            </a:xfrm>
            <a:custGeom>
              <a:avLst/>
              <a:gdLst>
                <a:gd name="textAreaLeft" fmla="*/ 0 w 31680"/>
                <a:gd name="textAreaRight" fmla="*/ 32040 w 31680"/>
                <a:gd name="textAreaTop" fmla="*/ 0 h 51120"/>
                <a:gd name="textAreaBottom" fmla="*/ 51480 h 51120"/>
              </a:gdLst>
              <a:ahLst/>
              <a:rect l="textAreaLeft" t="textAreaTop" r="textAreaRight" b="textAreaBottom"/>
              <a:pathLst>
                <a:path w="1702" h="2727">
                  <a:moveTo>
                    <a:pt x="395" y="0"/>
                  </a:moveTo>
                  <a:cubicBezTo>
                    <a:pt x="340" y="0"/>
                    <a:pt x="281" y="13"/>
                    <a:pt x="223" y="36"/>
                  </a:cubicBezTo>
                  <a:cubicBezTo>
                    <a:pt x="75" y="110"/>
                    <a:pt x="1" y="258"/>
                    <a:pt x="75" y="443"/>
                  </a:cubicBezTo>
                  <a:lnTo>
                    <a:pt x="1073" y="2550"/>
                  </a:lnTo>
                  <a:cubicBezTo>
                    <a:pt x="1127" y="2658"/>
                    <a:pt x="1241" y="2727"/>
                    <a:pt x="1356" y="2727"/>
                  </a:cubicBezTo>
                  <a:cubicBezTo>
                    <a:pt x="1398" y="2727"/>
                    <a:pt x="1440" y="2718"/>
                    <a:pt x="1480" y="2698"/>
                  </a:cubicBezTo>
                  <a:cubicBezTo>
                    <a:pt x="1627" y="2624"/>
                    <a:pt x="1701" y="2439"/>
                    <a:pt x="1627" y="2291"/>
                  </a:cubicBezTo>
                  <a:lnTo>
                    <a:pt x="666" y="184"/>
                  </a:lnTo>
                  <a:cubicBezTo>
                    <a:pt x="616" y="58"/>
                    <a:pt x="513" y="0"/>
                    <a:pt x="395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560" bIns="25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8" name="Google Shape;1925;p37"/>
            <p:cNvSpPr/>
            <p:nvPr/>
          </p:nvSpPr>
          <p:spPr>
            <a:xfrm>
              <a:off x="8001720" y="3831840"/>
              <a:ext cx="60480" cy="120240"/>
            </a:xfrm>
            <a:custGeom>
              <a:avLst/>
              <a:gdLst>
                <a:gd name="textAreaLeft" fmla="*/ 0 w 60480"/>
                <a:gd name="textAreaRight" fmla="*/ 60840 w 60480"/>
                <a:gd name="textAreaTop" fmla="*/ 0 h 120240"/>
                <a:gd name="textAreaBottom" fmla="*/ 120600 h 120240"/>
              </a:gdLst>
              <a:ahLst/>
              <a:rect l="textAreaLeft" t="textAreaTop" r="textAreaRight" b="textAreaBottom"/>
              <a:pathLst>
                <a:path w="3218" h="6375">
                  <a:moveTo>
                    <a:pt x="377" y="1"/>
                  </a:moveTo>
                  <a:cubicBezTo>
                    <a:pt x="325" y="1"/>
                    <a:pt x="272" y="17"/>
                    <a:pt x="223" y="54"/>
                  </a:cubicBezTo>
                  <a:cubicBezTo>
                    <a:pt x="75" y="128"/>
                    <a:pt x="1" y="313"/>
                    <a:pt x="75" y="461"/>
                  </a:cubicBezTo>
                  <a:cubicBezTo>
                    <a:pt x="75" y="461"/>
                    <a:pt x="260" y="757"/>
                    <a:pt x="481" y="1200"/>
                  </a:cubicBezTo>
                  <a:cubicBezTo>
                    <a:pt x="851" y="1903"/>
                    <a:pt x="1369" y="2938"/>
                    <a:pt x="1812" y="3899"/>
                  </a:cubicBezTo>
                  <a:cubicBezTo>
                    <a:pt x="2034" y="4380"/>
                    <a:pt x="2256" y="4823"/>
                    <a:pt x="2367" y="5193"/>
                  </a:cubicBezTo>
                  <a:cubicBezTo>
                    <a:pt x="2441" y="5378"/>
                    <a:pt x="2515" y="5563"/>
                    <a:pt x="2552" y="5674"/>
                  </a:cubicBezTo>
                  <a:cubicBezTo>
                    <a:pt x="2589" y="5822"/>
                    <a:pt x="2589" y="5933"/>
                    <a:pt x="2589" y="5969"/>
                  </a:cubicBezTo>
                  <a:lnTo>
                    <a:pt x="2608" y="5974"/>
                  </a:lnTo>
                  <a:lnTo>
                    <a:pt x="2608" y="5974"/>
                  </a:lnTo>
                  <a:cubicBezTo>
                    <a:pt x="2560" y="6114"/>
                    <a:pt x="2602" y="6272"/>
                    <a:pt x="2737" y="6339"/>
                  </a:cubicBezTo>
                  <a:cubicBezTo>
                    <a:pt x="2795" y="6363"/>
                    <a:pt x="2854" y="6375"/>
                    <a:pt x="2909" y="6375"/>
                  </a:cubicBezTo>
                  <a:cubicBezTo>
                    <a:pt x="3027" y="6375"/>
                    <a:pt x="3130" y="6318"/>
                    <a:pt x="3180" y="6191"/>
                  </a:cubicBezTo>
                  <a:cubicBezTo>
                    <a:pt x="3217" y="6117"/>
                    <a:pt x="3217" y="6043"/>
                    <a:pt x="3217" y="5969"/>
                  </a:cubicBezTo>
                  <a:cubicBezTo>
                    <a:pt x="3217" y="5785"/>
                    <a:pt x="3180" y="5600"/>
                    <a:pt x="3106" y="5341"/>
                  </a:cubicBezTo>
                  <a:cubicBezTo>
                    <a:pt x="2848" y="4565"/>
                    <a:pt x="2219" y="3271"/>
                    <a:pt x="1665" y="2162"/>
                  </a:cubicBezTo>
                  <a:cubicBezTo>
                    <a:pt x="1110" y="1089"/>
                    <a:pt x="629" y="165"/>
                    <a:pt x="629" y="165"/>
                  </a:cubicBezTo>
                  <a:cubicBezTo>
                    <a:pt x="580" y="67"/>
                    <a:pt x="481" y="1"/>
                    <a:pt x="37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0120" bIns="601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59" name="Google Shape;1926;p37"/>
            <p:cNvSpPr/>
            <p:nvPr/>
          </p:nvSpPr>
          <p:spPr>
            <a:xfrm>
              <a:off x="8073720" y="3760200"/>
              <a:ext cx="82080" cy="146520"/>
            </a:xfrm>
            <a:custGeom>
              <a:avLst/>
              <a:gdLst>
                <a:gd name="textAreaLeft" fmla="*/ 0 w 82080"/>
                <a:gd name="textAreaRight" fmla="*/ 82440 w 82080"/>
                <a:gd name="textAreaTop" fmla="*/ 0 h 146520"/>
                <a:gd name="textAreaBottom" fmla="*/ 146880 h 146520"/>
              </a:gdLst>
              <a:ahLst/>
              <a:rect l="textAreaLeft" t="textAreaTop" r="textAreaRight" b="textAreaBottom"/>
              <a:pathLst>
                <a:path w="4364" h="7783">
                  <a:moveTo>
                    <a:pt x="342" y="1"/>
                  </a:moveTo>
                  <a:cubicBezTo>
                    <a:pt x="285" y="1"/>
                    <a:pt x="229" y="21"/>
                    <a:pt x="186" y="65"/>
                  </a:cubicBezTo>
                  <a:cubicBezTo>
                    <a:pt x="38" y="139"/>
                    <a:pt x="1" y="324"/>
                    <a:pt x="75" y="472"/>
                  </a:cubicBezTo>
                  <a:cubicBezTo>
                    <a:pt x="112" y="472"/>
                    <a:pt x="334" y="805"/>
                    <a:pt x="666" y="1322"/>
                  </a:cubicBezTo>
                  <a:cubicBezTo>
                    <a:pt x="1184" y="2099"/>
                    <a:pt x="1960" y="3319"/>
                    <a:pt x="2626" y="4465"/>
                  </a:cubicBezTo>
                  <a:cubicBezTo>
                    <a:pt x="2958" y="5019"/>
                    <a:pt x="3254" y="5574"/>
                    <a:pt x="3439" y="6054"/>
                  </a:cubicBezTo>
                  <a:cubicBezTo>
                    <a:pt x="3661" y="6535"/>
                    <a:pt x="3772" y="6942"/>
                    <a:pt x="3772" y="7164"/>
                  </a:cubicBezTo>
                  <a:cubicBezTo>
                    <a:pt x="3772" y="7237"/>
                    <a:pt x="3735" y="7274"/>
                    <a:pt x="3735" y="7274"/>
                  </a:cubicBezTo>
                  <a:cubicBezTo>
                    <a:pt x="3661" y="7422"/>
                    <a:pt x="3661" y="7607"/>
                    <a:pt x="3809" y="7718"/>
                  </a:cubicBezTo>
                  <a:cubicBezTo>
                    <a:pt x="3867" y="7762"/>
                    <a:pt x="3931" y="7783"/>
                    <a:pt x="3994" y="7783"/>
                  </a:cubicBezTo>
                  <a:cubicBezTo>
                    <a:pt x="4091" y="7783"/>
                    <a:pt x="4185" y="7734"/>
                    <a:pt x="4252" y="7644"/>
                  </a:cubicBezTo>
                  <a:cubicBezTo>
                    <a:pt x="4363" y="7496"/>
                    <a:pt x="4363" y="7311"/>
                    <a:pt x="4363" y="7164"/>
                  </a:cubicBezTo>
                  <a:cubicBezTo>
                    <a:pt x="4363" y="6905"/>
                    <a:pt x="4326" y="6646"/>
                    <a:pt x="4215" y="6313"/>
                  </a:cubicBezTo>
                  <a:cubicBezTo>
                    <a:pt x="3809" y="5241"/>
                    <a:pt x="2922" y="3688"/>
                    <a:pt x="2108" y="2431"/>
                  </a:cubicBezTo>
                  <a:cubicBezTo>
                    <a:pt x="1332" y="1137"/>
                    <a:pt x="592" y="139"/>
                    <a:pt x="592" y="139"/>
                  </a:cubicBezTo>
                  <a:cubicBezTo>
                    <a:pt x="525" y="50"/>
                    <a:pt x="431" y="1"/>
                    <a:pt x="34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3440" bIns="73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0" name="Google Shape;1927;p37"/>
            <p:cNvSpPr/>
            <p:nvPr/>
          </p:nvSpPr>
          <p:spPr>
            <a:xfrm>
              <a:off x="7609680" y="3598200"/>
              <a:ext cx="847440" cy="568440"/>
            </a:xfrm>
            <a:custGeom>
              <a:avLst/>
              <a:gdLst>
                <a:gd name="textAreaLeft" fmla="*/ 0 w 847440"/>
                <a:gd name="textAreaRight" fmla="*/ 847800 w 847440"/>
                <a:gd name="textAreaTop" fmla="*/ 0 h 568440"/>
                <a:gd name="textAreaBottom" fmla="*/ 568800 h 568440"/>
              </a:gdLst>
              <a:ahLst/>
              <a:rect l="textAreaLeft" t="textAreaTop" r="textAreaRight" b="textAreaBottom"/>
              <a:pathLst>
                <a:path w="44883" h="30119">
                  <a:moveTo>
                    <a:pt x="25436" y="629"/>
                  </a:moveTo>
                  <a:cubicBezTo>
                    <a:pt x="25510" y="629"/>
                    <a:pt x="25732" y="702"/>
                    <a:pt x="26065" y="887"/>
                  </a:cubicBezTo>
                  <a:cubicBezTo>
                    <a:pt x="27211" y="1442"/>
                    <a:pt x="29355" y="2810"/>
                    <a:pt x="31610" y="4178"/>
                  </a:cubicBezTo>
                  <a:cubicBezTo>
                    <a:pt x="33902" y="5546"/>
                    <a:pt x="36269" y="6914"/>
                    <a:pt x="38006" y="7505"/>
                  </a:cubicBezTo>
                  <a:cubicBezTo>
                    <a:pt x="39855" y="8134"/>
                    <a:pt x="41518" y="8429"/>
                    <a:pt x="42664" y="8688"/>
                  </a:cubicBezTo>
                  <a:cubicBezTo>
                    <a:pt x="43219" y="8836"/>
                    <a:pt x="43663" y="8947"/>
                    <a:pt x="43958" y="9058"/>
                  </a:cubicBezTo>
                  <a:cubicBezTo>
                    <a:pt x="44106" y="9132"/>
                    <a:pt x="44180" y="9169"/>
                    <a:pt x="44217" y="9206"/>
                  </a:cubicBezTo>
                  <a:lnTo>
                    <a:pt x="44254" y="9243"/>
                  </a:lnTo>
                  <a:cubicBezTo>
                    <a:pt x="44217" y="9391"/>
                    <a:pt x="44143" y="9538"/>
                    <a:pt x="43958" y="9686"/>
                  </a:cubicBezTo>
                  <a:cubicBezTo>
                    <a:pt x="43441" y="10204"/>
                    <a:pt x="42073" y="10685"/>
                    <a:pt x="39929" y="10685"/>
                  </a:cubicBezTo>
                  <a:cubicBezTo>
                    <a:pt x="39263" y="10685"/>
                    <a:pt x="38228" y="10426"/>
                    <a:pt x="37045" y="10056"/>
                  </a:cubicBezTo>
                  <a:cubicBezTo>
                    <a:pt x="35344" y="9465"/>
                    <a:pt x="33348" y="8577"/>
                    <a:pt x="31795" y="7838"/>
                  </a:cubicBezTo>
                  <a:cubicBezTo>
                    <a:pt x="31019" y="7468"/>
                    <a:pt x="30353" y="7135"/>
                    <a:pt x="29873" y="6914"/>
                  </a:cubicBezTo>
                  <a:cubicBezTo>
                    <a:pt x="29392" y="6655"/>
                    <a:pt x="29096" y="6507"/>
                    <a:pt x="29096" y="6507"/>
                  </a:cubicBezTo>
                  <a:cubicBezTo>
                    <a:pt x="29057" y="6481"/>
                    <a:pt x="29013" y="6468"/>
                    <a:pt x="28968" y="6468"/>
                  </a:cubicBezTo>
                  <a:cubicBezTo>
                    <a:pt x="28885" y="6468"/>
                    <a:pt x="28798" y="6509"/>
                    <a:pt x="28727" y="6581"/>
                  </a:cubicBezTo>
                  <a:cubicBezTo>
                    <a:pt x="28653" y="6692"/>
                    <a:pt x="28616" y="6840"/>
                    <a:pt x="28727" y="6987"/>
                  </a:cubicBezTo>
                  <a:cubicBezTo>
                    <a:pt x="28727" y="6987"/>
                    <a:pt x="28948" y="7283"/>
                    <a:pt x="29318" y="7727"/>
                  </a:cubicBezTo>
                  <a:cubicBezTo>
                    <a:pt x="29836" y="8429"/>
                    <a:pt x="30612" y="9538"/>
                    <a:pt x="31241" y="10537"/>
                  </a:cubicBezTo>
                  <a:cubicBezTo>
                    <a:pt x="31573" y="11054"/>
                    <a:pt x="31869" y="11535"/>
                    <a:pt x="32091" y="11979"/>
                  </a:cubicBezTo>
                  <a:cubicBezTo>
                    <a:pt x="32276" y="12385"/>
                    <a:pt x="32387" y="12718"/>
                    <a:pt x="32387" y="12866"/>
                  </a:cubicBezTo>
                  <a:cubicBezTo>
                    <a:pt x="32239" y="13014"/>
                    <a:pt x="31832" y="13383"/>
                    <a:pt x="31204" y="13790"/>
                  </a:cubicBezTo>
                  <a:cubicBezTo>
                    <a:pt x="29392" y="15084"/>
                    <a:pt x="25991" y="17228"/>
                    <a:pt x="23514" y="18153"/>
                  </a:cubicBezTo>
                  <a:cubicBezTo>
                    <a:pt x="21924" y="18744"/>
                    <a:pt x="20593" y="19299"/>
                    <a:pt x="19558" y="19742"/>
                  </a:cubicBezTo>
                  <a:cubicBezTo>
                    <a:pt x="19003" y="19927"/>
                    <a:pt x="18560" y="20112"/>
                    <a:pt x="18227" y="20223"/>
                  </a:cubicBezTo>
                  <a:cubicBezTo>
                    <a:pt x="17923" y="20314"/>
                    <a:pt x="17694" y="20381"/>
                    <a:pt x="17540" y="20381"/>
                  </a:cubicBezTo>
                  <a:cubicBezTo>
                    <a:pt x="17506" y="20381"/>
                    <a:pt x="17477" y="20377"/>
                    <a:pt x="17450" y="20371"/>
                  </a:cubicBezTo>
                  <a:lnTo>
                    <a:pt x="17377" y="20371"/>
                  </a:lnTo>
                  <a:cubicBezTo>
                    <a:pt x="17303" y="20371"/>
                    <a:pt x="17266" y="20334"/>
                    <a:pt x="17192" y="20223"/>
                  </a:cubicBezTo>
                  <a:cubicBezTo>
                    <a:pt x="17155" y="20149"/>
                    <a:pt x="17118" y="20001"/>
                    <a:pt x="17118" y="19816"/>
                  </a:cubicBezTo>
                  <a:cubicBezTo>
                    <a:pt x="17118" y="19631"/>
                    <a:pt x="17155" y="19447"/>
                    <a:pt x="17192" y="19262"/>
                  </a:cubicBezTo>
                  <a:cubicBezTo>
                    <a:pt x="17266" y="19114"/>
                    <a:pt x="17340" y="19003"/>
                    <a:pt x="17377" y="18929"/>
                  </a:cubicBezTo>
                  <a:cubicBezTo>
                    <a:pt x="17820" y="18522"/>
                    <a:pt x="18634" y="17672"/>
                    <a:pt x="18634" y="17672"/>
                  </a:cubicBezTo>
                  <a:cubicBezTo>
                    <a:pt x="18744" y="17561"/>
                    <a:pt x="18781" y="17376"/>
                    <a:pt x="18671" y="17265"/>
                  </a:cubicBezTo>
                  <a:cubicBezTo>
                    <a:pt x="18606" y="17179"/>
                    <a:pt x="18515" y="17143"/>
                    <a:pt x="18429" y="17143"/>
                  </a:cubicBezTo>
                  <a:cubicBezTo>
                    <a:pt x="18368" y="17143"/>
                    <a:pt x="18310" y="17161"/>
                    <a:pt x="18264" y="17191"/>
                  </a:cubicBezTo>
                  <a:cubicBezTo>
                    <a:pt x="18264" y="17191"/>
                    <a:pt x="18227" y="17228"/>
                    <a:pt x="18116" y="17302"/>
                  </a:cubicBezTo>
                  <a:cubicBezTo>
                    <a:pt x="17857" y="17487"/>
                    <a:pt x="17081" y="18005"/>
                    <a:pt x="16267" y="18448"/>
                  </a:cubicBezTo>
                  <a:cubicBezTo>
                    <a:pt x="15861" y="18670"/>
                    <a:pt x="15417" y="18855"/>
                    <a:pt x="15010" y="19003"/>
                  </a:cubicBezTo>
                  <a:cubicBezTo>
                    <a:pt x="14604" y="19151"/>
                    <a:pt x="14197" y="19262"/>
                    <a:pt x="13938" y="19262"/>
                  </a:cubicBezTo>
                  <a:lnTo>
                    <a:pt x="12386" y="19262"/>
                  </a:lnTo>
                  <a:cubicBezTo>
                    <a:pt x="12312" y="19262"/>
                    <a:pt x="12238" y="19262"/>
                    <a:pt x="12201" y="19336"/>
                  </a:cubicBezTo>
                  <a:lnTo>
                    <a:pt x="703" y="29096"/>
                  </a:lnTo>
                  <a:lnTo>
                    <a:pt x="1463" y="20733"/>
                  </a:lnTo>
                  <a:lnTo>
                    <a:pt x="1463" y="20733"/>
                  </a:lnTo>
                  <a:cubicBezTo>
                    <a:pt x="2668" y="20238"/>
                    <a:pt x="8882" y="17544"/>
                    <a:pt x="12718" y="14308"/>
                  </a:cubicBezTo>
                  <a:cubicBezTo>
                    <a:pt x="14863" y="12533"/>
                    <a:pt x="17746" y="9095"/>
                    <a:pt x="20297" y="6100"/>
                  </a:cubicBezTo>
                  <a:cubicBezTo>
                    <a:pt x="21554" y="4584"/>
                    <a:pt x="22737" y="3216"/>
                    <a:pt x="23662" y="2181"/>
                  </a:cubicBezTo>
                  <a:cubicBezTo>
                    <a:pt x="24142" y="1701"/>
                    <a:pt x="24549" y="1294"/>
                    <a:pt x="24845" y="998"/>
                  </a:cubicBezTo>
                  <a:cubicBezTo>
                    <a:pt x="25029" y="850"/>
                    <a:pt x="25177" y="776"/>
                    <a:pt x="25251" y="702"/>
                  </a:cubicBezTo>
                  <a:lnTo>
                    <a:pt x="25399" y="629"/>
                  </a:lnTo>
                  <a:close/>
                  <a:moveTo>
                    <a:pt x="25436" y="0"/>
                  </a:moveTo>
                  <a:cubicBezTo>
                    <a:pt x="25251" y="0"/>
                    <a:pt x="25103" y="74"/>
                    <a:pt x="24956" y="185"/>
                  </a:cubicBezTo>
                  <a:cubicBezTo>
                    <a:pt x="24660" y="333"/>
                    <a:pt x="24364" y="629"/>
                    <a:pt x="23957" y="998"/>
                  </a:cubicBezTo>
                  <a:cubicBezTo>
                    <a:pt x="22626" y="2292"/>
                    <a:pt x="20556" y="4806"/>
                    <a:pt x="18412" y="7357"/>
                  </a:cubicBezTo>
                  <a:cubicBezTo>
                    <a:pt x="16267" y="9871"/>
                    <a:pt x="14012" y="12459"/>
                    <a:pt x="12349" y="13864"/>
                  </a:cubicBezTo>
                  <a:cubicBezTo>
                    <a:pt x="10278" y="15565"/>
                    <a:pt x="7431" y="17191"/>
                    <a:pt x="5139" y="18374"/>
                  </a:cubicBezTo>
                  <a:cubicBezTo>
                    <a:pt x="3956" y="18929"/>
                    <a:pt x="2958" y="19410"/>
                    <a:pt x="2219" y="19742"/>
                  </a:cubicBezTo>
                  <a:cubicBezTo>
                    <a:pt x="1849" y="19927"/>
                    <a:pt x="1553" y="20038"/>
                    <a:pt x="1368" y="20112"/>
                  </a:cubicBezTo>
                  <a:cubicBezTo>
                    <a:pt x="1146" y="20223"/>
                    <a:pt x="1036" y="20260"/>
                    <a:pt x="1036" y="20260"/>
                  </a:cubicBezTo>
                  <a:cubicBezTo>
                    <a:pt x="925" y="20297"/>
                    <a:pt x="851" y="20408"/>
                    <a:pt x="851" y="20519"/>
                  </a:cubicBezTo>
                  <a:lnTo>
                    <a:pt x="0" y="29798"/>
                  </a:lnTo>
                  <a:cubicBezTo>
                    <a:pt x="0" y="29909"/>
                    <a:pt x="74" y="30020"/>
                    <a:pt x="185" y="30094"/>
                  </a:cubicBezTo>
                  <a:cubicBezTo>
                    <a:pt x="231" y="30109"/>
                    <a:pt x="277" y="30118"/>
                    <a:pt x="323" y="30118"/>
                  </a:cubicBezTo>
                  <a:cubicBezTo>
                    <a:pt x="388" y="30118"/>
                    <a:pt x="453" y="30101"/>
                    <a:pt x="518" y="30057"/>
                  </a:cubicBezTo>
                  <a:lnTo>
                    <a:pt x="12520" y="19853"/>
                  </a:lnTo>
                  <a:lnTo>
                    <a:pt x="13938" y="19853"/>
                  </a:lnTo>
                  <a:cubicBezTo>
                    <a:pt x="14382" y="19853"/>
                    <a:pt x="14900" y="19705"/>
                    <a:pt x="15417" y="19521"/>
                  </a:cubicBezTo>
                  <a:cubicBezTo>
                    <a:pt x="15848" y="19342"/>
                    <a:pt x="16291" y="19118"/>
                    <a:pt x="16704" y="18890"/>
                  </a:cubicBezTo>
                  <a:lnTo>
                    <a:pt x="16704" y="18890"/>
                  </a:lnTo>
                  <a:cubicBezTo>
                    <a:pt x="16681" y="18950"/>
                    <a:pt x="16659" y="19012"/>
                    <a:pt x="16637" y="19077"/>
                  </a:cubicBezTo>
                  <a:cubicBezTo>
                    <a:pt x="16563" y="19299"/>
                    <a:pt x="16526" y="19558"/>
                    <a:pt x="16526" y="19816"/>
                  </a:cubicBezTo>
                  <a:cubicBezTo>
                    <a:pt x="16526" y="20038"/>
                    <a:pt x="16563" y="20297"/>
                    <a:pt x="16637" y="20519"/>
                  </a:cubicBezTo>
                  <a:cubicBezTo>
                    <a:pt x="16748" y="20741"/>
                    <a:pt x="16970" y="20925"/>
                    <a:pt x="17266" y="20999"/>
                  </a:cubicBezTo>
                  <a:lnTo>
                    <a:pt x="17450" y="20999"/>
                  </a:lnTo>
                  <a:cubicBezTo>
                    <a:pt x="17709" y="20999"/>
                    <a:pt x="18005" y="20925"/>
                    <a:pt x="18412" y="20815"/>
                  </a:cubicBezTo>
                  <a:cubicBezTo>
                    <a:pt x="19558" y="20445"/>
                    <a:pt x="21369" y="19631"/>
                    <a:pt x="23735" y="18744"/>
                  </a:cubicBezTo>
                  <a:cubicBezTo>
                    <a:pt x="25473" y="18079"/>
                    <a:pt x="27543" y="16933"/>
                    <a:pt x="29281" y="15823"/>
                  </a:cubicBezTo>
                  <a:cubicBezTo>
                    <a:pt x="30168" y="15269"/>
                    <a:pt x="30945" y="14751"/>
                    <a:pt x="31573" y="14308"/>
                  </a:cubicBezTo>
                  <a:cubicBezTo>
                    <a:pt x="32202" y="13864"/>
                    <a:pt x="32608" y="13531"/>
                    <a:pt x="32830" y="13309"/>
                  </a:cubicBezTo>
                  <a:cubicBezTo>
                    <a:pt x="32978" y="13199"/>
                    <a:pt x="33015" y="13014"/>
                    <a:pt x="33015" y="12866"/>
                  </a:cubicBezTo>
                  <a:cubicBezTo>
                    <a:pt x="33015" y="12644"/>
                    <a:pt x="32941" y="12385"/>
                    <a:pt x="32830" y="12126"/>
                  </a:cubicBezTo>
                  <a:cubicBezTo>
                    <a:pt x="32424" y="11165"/>
                    <a:pt x="31536" y="9834"/>
                    <a:pt x="30723" y="8651"/>
                  </a:cubicBezTo>
                  <a:cubicBezTo>
                    <a:pt x="30464" y="8287"/>
                    <a:pt x="30217" y="7945"/>
                    <a:pt x="30000" y="7648"/>
                  </a:cubicBezTo>
                  <a:lnTo>
                    <a:pt x="30000" y="7648"/>
                  </a:lnTo>
                  <a:cubicBezTo>
                    <a:pt x="30804" y="8046"/>
                    <a:pt x="31950" y="8602"/>
                    <a:pt x="33200" y="9169"/>
                  </a:cubicBezTo>
                  <a:cubicBezTo>
                    <a:pt x="34420" y="9686"/>
                    <a:pt x="35677" y="10241"/>
                    <a:pt x="36860" y="10611"/>
                  </a:cubicBezTo>
                  <a:cubicBezTo>
                    <a:pt x="38043" y="11017"/>
                    <a:pt x="39115" y="11313"/>
                    <a:pt x="39929" y="11313"/>
                  </a:cubicBezTo>
                  <a:cubicBezTo>
                    <a:pt x="41407" y="11313"/>
                    <a:pt x="42590" y="11091"/>
                    <a:pt x="43404" y="10759"/>
                  </a:cubicBezTo>
                  <a:cubicBezTo>
                    <a:pt x="43811" y="10574"/>
                    <a:pt x="44143" y="10389"/>
                    <a:pt x="44402" y="10167"/>
                  </a:cubicBezTo>
                  <a:cubicBezTo>
                    <a:pt x="44661" y="9908"/>
                    <a:pt x="44809" y="9649"/>
                    <a:pt x="44846" y="9354"/>
                  </a:cubicBezTo>
                  <a:lnTo>
                    <a:pt x="44883" y="9243"/>
                  </a:lnTo>
                  <a:cubicBezTo>
                    <a:pt x="44883" y="9058"/>
                    <a:pt x="44772" y="8873"/>
                    <a:pt x="44661" y="8762"/>
                  </a:cubicBezTo>
                  <a:cubicBezTo>
                    <a:pt x="44439" y="8577"/>
                    <a:pt x="44143" y="8466"/>
                    <a:pt x="43737" y="8318"/>
                  </a:cubicBezTo>
                  <a:cubicBezTo>
                    <a:pt x="42590" y="7986"/>
                    <a:pt x="40594" y="7727"/>
                    <a:pt x="38191" y="6914"/>
                  </a:cubicBezTo>
                  <a:cubicBezTo>
                    <a:pt x="36342" y="6285"/>
                    <a:pt x="33496" y="4621"/>
                    <a:pt x="30982" y="3069"/>
                  </a:cubicBezTo>
                  <a:cubicBezTo>
                    <a:pt x="29725" y="2292"/>
                    <a:pt x="28542" y="1553"/>
                    <a:pt x="27580" y="998"/>
                  </a:cubicBezTo>
                  <a:cubicBezTo>
                    <a:pt x="27100" y="739"/>
                    <a:pt x="26693" y="518"/>
                    <a:pt x="26323" y="333"/>
                  </a:cubicBezTo>
                  <a:cubicBezTo>
                    <a:pt x="25991" y="148"/>
                    <a:pt x="25732" y="37"/>
                    <a:pt x="2547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1" name="Google Shape;1928;p37"/>
            <p:cNvSpPr/>
            <p:nvPr/>
          </p:nvSpPr>
          <p:spPr>
            <a:xfrm>
              <a:off x="6877800" y="2882160"/>
              <a:ext cx="797400" cy="1564560"/>
            </a:xfrm>
            <a:custGeom>
              <a:avLst/>
              <a:gdLst>
                <a:gd name="textAreaLeft" fmla="*/ 0 w 797400"/>
                <a:gd name="textAreaRight" fmla="*/ 797760 w 797400"/>
                <a:gd name="textAreaTop" fmla="*/ 0 h 1564560"/>
                <a:gd name="textAreaBottom" fmla="*/ 1564920 h 1564560"/>
              </a:gdLst>
              <a:ahLst/>
              <a:rect l="textAreaLeft" t="textAreaTop" r="textAreaRight" b="textAreaBottom"/>
              <a:pathLst>
                <a:path w="42221" h="82839">
                  <a:moveTo>
                    <a:pt x="21776" y="0"/>
                  </a:moveTo>
                  <a:cubicBezTo>
                    <a:pt x="20667" y="0"/>
                    <a:pt x="18966" y="850"/>
                    <a:pt x="18707" y="4658"/>
                  </a:cubicBezTo>
                  <a:cubicBezTo>
                    <a:pt x="18412" y="8429"/>
                    <a:pt x="0" y="79376"/>
                    <a:pt x="0" y="81188"/>
                  </a:cubicBezTo>
                  <a:cubicBezTo>
                    <a:pt x="0" y="82197"/>
                    <a:pt x="872" y="82839"/>
                    <a:pt x="3134" y="82839"/>
                  </a:cubicBezTo>
                  <a:cubicBezTo>
                    <a:pt x="4932" y="82839"/>
                    <a:pt x="7609" y="82433"/>
                    <a:pt x="11424" y="81483"/>
                  </a:cubicBezTo>
                  <a:cubicBezTo>
                    <a:pt x="18707" y="79672"/>
                    <a:pt x="40335" y="72352"/>
                    <a:pt x="40335" y="72352"/>
                  </a:cubicBezTo>
                  <a:lnTo>
                    <a:pt x="42221" y="57009"/>
                  </a:lnTo>
                  <a:lnTo>
                    <a:pt x="19669" y="61519"/>
                  </a:lnTo>
                  <a:lnTo>
                    <a:pt x="30649" y="29355"/>
                  </a:lnTo>
                  <a:lnTo>
                    <a:pt x="27543" y="444"/>
                  </a:lnTo>
                  <a:cubicBezTo>
                    <a:pt x="27543" y="444"/>
                    <a:pt x="22922" y="0"/>
                    <a:pt x="21776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2" name="Google Shape;1929;p37"/>
            <p:cNvSpPr/>
            <p:nvPr/>
          </p:nvSpPr>
          <p:spPr>
            <a:xfrm>
              <a:off x="6877800" y="3409560"/>
              <a:ext cx="773640" cy="1037160"/>
            </a:xfrm>
            <a:custGeom>
              <a:avLst/>
              <a:gdLst>
                <a:gd name="textAreaLeft" fmla="*/ 0 w 773640"/>
                <a:gd name="textAreaRight" fmla="*/ 774000 w 773640"/>
                <a:gd name="textAreaTop" fmla="*/ 0 h 1037160"/>
                <a:gd name="textAreaBottom" fmla="*/ 1037520 h 1037160"/>
              </a:gdLst>
              <a:ahLst/>
              <a:rect l="textAreaLeft" t="textAreaTop" r="textAreaRight" b="textAreaBottom"/>
              <a:pathLst>
                <a:path w="40964" h="54927">
                  <a:moveTo>
                    <a:pt x="13199" y="1"/>
                  </a:moveTo>
                  <a:cubicBezTo>
                    <a:pt x="7690" y="22109"/>
                    <a:pt x="0" y="52093"/>
                    <a:pt x="0" y="53276"/>
                  </a:cubicBezTo>
                  <a:cubicBezTo>
                    <a:pt x="0" y="54285"/>
                    <a:pt x="872" y="54927"/>
                    <a:pt x="3134" y="54927"/>
                  </a:cubicBezTo>
                  <a:cubicBezTo>
                    <a:pt x="4932" y="54927"/>
                    <a:pt x="7609" y="54521"/>
                    <a:pt x="11424" y="53571"/>
                  </a:cubicBezTo>
                  <a:cubicBezTo>
                    <a:pt x="18707" y="51760"/>
                    <a:pt x="40335" y="44440"/>
                    <a:pt x="40335" y="44440"/>
                  </a:cubicBezTo>
                  <a:lnTo>
                    <a:pt x="40964" y="39301"/>
                  </a:lnTo>
                  <a:lnTo>
                    <a:pt x="40964" y="39301"/>
                  </a:lnTo>
                  <a:cubicBezTo>
                    <a:pt x="39374" y="39744"/>
                    <a:pt x="14197" y="46510"/>
                    <a:pt x="9391" y="48100"/>
                  </a:cubicBezTo>
                  <a:cubicBezTo>
                    <a:pt x="8943" y="48249"/>
                    <a:pt x="8622" y="48317"/>
                    <a:pt x="8405" y="48317"/>
                  </a:cubicBezTo>
                  <a:cubicBezTo>
                    <a:pt x="7334" y="48317"/>
                    <a:pt x="8820" y="46661"/>
                    <a:pt x="10204" y="45031"/>
                  </a:cubicBezTo>
                  <a:cubicBezTo>
                    <a:pt x="11587" y="43400"/>
                    <a:pt x="12868" y="41769"/>
                    <a:pt x="11502" y="41769"/>
                  </a:cubicBezTo>
                  <a:cubicBezTo>
                    <a:pt x="11444" y="41769"/>
                    <a:pt x="11381" y="41772"/>
                    <a:pt x="11313" y="41778"/>
                  </a:cubicBezTo>
                  <a:cubicBezTo>
                    <a:pt x="7764" y="42037"/>
                    <a:pt x="3623" y="46991"/>
                    <a:pt x="3623" y="46991"/>
                  </a:cubicBezTo>
                  <a:lnTo>
                    <a:pt x="13199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3" name="Google Shape;1930;p37"/>
            <p:cNvSpPr/>
            <p:nvPr/>
          </p:nvSpPr>
          <p:spPr>
            <a:xfrm>
              <a:off x="6884280" y="3598200"/>
              <a:ext cx="761040" cy="842760"/>
            </a:xfrm>
            <a:custGeom>
              <a:avLst/>
              <a:gdLst>
                <a:gd name="textAreaLeft" fmla="*/ 0 w 761040"/>
                <a:gd name="textAreaRight" fmla="*/ 761400 w 761040"/>
                <a:gd name="textAreaTop" fmla="*/ 0 h 842760"/>
                <a:gd name="textAreaBottom" fmla="*/ 843120 h 842760"/>
              </a:gdLst>
              <a:ahLst/>
              <a:rect l="textAreaLeft" t="textAreaTop" r="textAreaRight" b="textAreaBottom"/>
              <a:pathLst>
                <a:path w="40299" h="44624">
                  <a:moveTo>
                    <a:pt x="10685" y="0"/>
                  </a:moveTo>
                  <a:cubicBezTo>
                    <a:pt x="8134" y="10241"/>
                    <a:pt x="5399" y="20925"/>
                    <a:pt x="3365" y="29170"/>
                  </a:cubicBezTo>
                  <a:cubicBezTo>
                    <a:pt x="1591" y="36268"/>
                    <a:pt x="297" y="41555"/>
                    <a:pt x="38" y="42997"/>
                  </a:cubicBezTo>
                  <a:cubicBezTo>
                    <a:pt x="1" y="43145"/>
                    <a:pt x="1" y="43293"/>
                    <a:pt x="1" y="43293"/>
                  </a:cubicBezTo>
                  <a:cubicBezTo>
                    <a:pt x="1" y="43515"/>
                    <a:pt x="38" y="43662"/>
                    <a:pt x="112" y="43847"/>
                  </a:cubicBezTo>
                  <a:cubicBezTo>
                    <a:pt x="223" y="43995"/>
                    <a:pt x="334" y="44106"/>
                    <a:pt x="555" y="44217"/>
                  </a:cubicBezTo>
                  <a:cubicBezTo>
                    <a:pt x="962" y="44476"/>
                    <a:pt x="1702" y="44624"/>
                    <a:pt x="2774" y="44624"/>
                  </a:cubicBezTo>
                  <a:cubicBezTo>
                    <a:pt x="4548" y="44624"/>
                    <a:pt x="7210" y="44217"/>
                    <a:pt x="11018" y="43293"/>
                  </a:cubicBezTo>
                  <a:cubicBezTo>
                    <a:pt x="17377" y="41703"/>
                    <a:pt x="34716" y="35899"/>
                    <a:pt x="38968" y="34457"/>
                  </a:cubicBezTo>
                  <a:cubicBezTo>
                    <a:pt x="39301" y="34346"/>
                    <a:pt x="39559" y="34272"/>
                    <a:pt x="39707" y="34235"/>
                  </a:cubicBezTo>
                  <a:lnTo>
                    <a:pt x="40299" y="29429"/>
                  </a:lnTo>
                  <a:lnTo>
                    <a:pt x="40299" y="29429"/>
                  </a:lnTo>
                  <a:cubicBezTo>
                    <a:pt x="36972" y="30316"/>
                    <a:pt x="13680" y="36564"/>
                    <a:pt x="9059" y="38117"/>
                  </a:cubicBezTo>
                  <a:cubicBezTo>
                    <a:pt x="8615" y="38265"/>
                    <a:pt x="8282" y="38339"/>
                    <a:pt x="8061" y="38339"/>
                  </a:cubicBezTo>
                  <a:cubicBezTo>
                    <a:pt x="7839" y="38339"/>
                    <a:pt x="7728" y="38228"/>
                    <a:pt x="7728" y="38080"/>
                  </a:cubicBezTo>
                  <a:cubicBezTo>
                    <a:pt x="7728" y="37525"/>
                    <a:pt x="8800" y="36305"/>
                    <a:pt x="9872" y="35048"/>
                  </a:cubicBezTo>
                  <a:cubicBezTo>
                    <a:pt x="10833" y="33902"/>
                    <a:pt x="11758" y="32756"/>
                    <a:pt x="11758" y="32165"/>
                  </a:cubicBezTo>
                  <a:cubicBezTo>
                    <a:pt x="11758" y="31943"/>
                    <a:pt x="11573" y="31795"/>
                    <a:pt x="11166" y="31795"/>
                  </a:cubicBezTo>
                  <a:lnTo>
                    <a:pt x="10981" y="31795"/>
                  </a:lnTo>
                  <a:cubicBezTo>
                    <a:pt x="7432" y="32054"/>
                    <a:pt x="3291" y="37008"/>
                    <a:pt x="3291" y="37008"/>
                  </a:cubicBezTo>
                  <a:lnTo>
                    <a:pt x="10833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4" name="Google Shape;1931;p37"/>
            <p:cNvSpPr/>
            <p:nvPr/>
          </p:nvSpPr>
          <p:spPr>
            <a:xfrm>
              <a:off x="6872400" y="2876760"/>
              <a:ext cx="809280" cy="1575720"/>
            </a:xfrm>
            <a:custGeom>
              <a:avLst/>
              <a:gdLst>
                <a:gd name="textAreaLeft" fmla="*/ 0 w 809280"/>
                <a:gd name="textAreaRight" fmla="*/ 809640 w 809280"/>
                <a:gd name="textAreaTop" fmla="*/ 0 h 1575720"/>
                <a:gd name="textAreaBottom" fmla="*/ 1576080 h 1575720"/>
              </a:gdLst>
              <a:ahLst/>
              <a:rect l="textAreaLeft" t="textAreaTop" r="textAreaRight" b="textAreaBottom"/>
              <a:pathLst>
                <a:path w="42850" h="83444">
                  <a:moveTo>
                    <a:pt x="22072" y="0"/>
                  </a:moveTo>
                  <a:cubicBezTo>
                    <a:pt x="21443" y="0"/>
                    <a:pt x="20630" y="259"/>
                    <a:pt x="20002" y="998"/>
                  </a:cubicBezTo>
                  <a:cubicBezTo>
                    <a:pt x="19336" y="1775"/>
                    <a:pt x="18818" y="2995"/>
                    <a:pt x="18671" y="4917"/>
                  </a:cubicBezTo>
                  <a:cubicBezTo>
                    <a:pt x="18671" y="5139"/>
                    <a:pt x="18597" y="5620"/>
                    <a:pt x="18449" y="6359"/>
                  </a:cubicBezTo>
                  <a:cubicBezTo>
                    <a:pt x="17303" y="11794"/>
                    <a:pt x="12718" y="30131"/>
                    <a:pt x="8393" y="47323"/>
                  </a:cubicBezTo>
                  <a:cubicBezTo>
                    <a:pt x="6211" y="55937"/>
                    <a:pt x="4141" y="64218"/>
                    <a:pt x="2588" y="70503"/>
                  </a:cubicBezTo>
                  <a:cubicBezTo>
                    <a:pt x="1812" y="73646"/>
                    <a:pt x="1147" y="76271"/>
                    <a:pt x="703" y="78156"/>
                  </a:cubicBezTo>
                  <a:cubicBezTo>
                    <a:pt x="481" y="79081"/>
                    <a:pt x="296" y="79857"/>
                    <a:pt x="185" y="80412"/>
                  </a:cubicBezTo>
                  <a:cubicBezTo>
                    <a:pt x="148" y="80707"/>
                    <a:pt x="74" y="80929"/>
                    <a:pt x="74" y="81114"/>
                  </a:cubicBezTo>
                  <a:cubicBezTo>
                    <a:pt x="37" y="81262"/>
                    <a:pt x="0" y="81373"/>
                    <a:pt x="0" y="81484"/>
                  </a:cubicBezTo>
                  <a:cubicBezTo>
                    <a:pt x="0" y="81779"/>
                    <a:pt x="74" y="82075"/>
                    <a:pt x="222" y="82334"/>
                  </a:cubicBezTo>
                  <a:cubicBezTo>
                    <a:pt x="444" y="82704"/>
                    <a:pt x="814" y="83000"/>
                    <a:pt x="1331" y="83184"/>
                  </a:cubicBezTo>
                  <a:cubicBezTo>
                    <a:pt x="1886" y="83369"/>
                    <a:pt x="2551" y="83443"/>
                    <a:pt x="3402" y="83443"/>
                  </a:cubicBezTo>
                  <a:cubicBezTo>
                    <a:pt x="5250" y="83443"/>
                    <a:pt x="7949" y="83037"/>
                    <a:pt x="11794" y="82075"/>
                  </a:cubicBezTo>
                  <a:cubicBezTo>
                    <a:pt x="19114" y="80227"/>
                    <a:pt x="40705" y="72943"/>
                    <a:pt x="40705" y="72943"/>
                  </a:cubicBezTo>
                  <a:cubicBezTo>
                    <a:pt x="40816" y="72907"/>
                    <a:pt x="40927" y="72796"/>
                    <a:pt x="40927" y="72685"/>
                  </a:cubicBezTo>
                  <a:lnTo>
                    <a:pt x="42849" y="57342"/>
                  </a:lnTo>
                  <a:cubicBezTo>
                    <a:pt x="42849" y="57231"/>
                    <a:pt x="42812" y="57157"/>
                    <a:pt x="42738" y="57083"/>
                  </a:cubicBezTo>
                  <a:cubicBezTo>
                    <a:pt x="42684" y="57029"/>
                    <a:pt x="42610" y="56995"/>
                    <a:pt x="42546" y="56995"/>
                  </a:cubicBezTo>
                  <a:cubicBezTo>
                    <a:pt x="42522" y="56995"/>
                    <a:pt x="42499" y="56999"/>
                    <a:pt x="42480" y="57009"/>
                  </a:cubicBezTo>
                  <a:lnTo>
                    <a:pt x="20445" y="61409"/>
                  </a:lnTo>
                  <a:lnTo>
                    <a:pt x="31204" y="29762"/>
                  </a:lnTo>
                  <a:cubicBezTo>
                    <a:pt x="31278" y="29614"/>
                    <a:pt x="31204" y="29429"/>
                    <a:pt x="31019" y="29355"/>
                  </a:cubicBezTo>
                  <a:cubicBezTo>
                    <a:pt x="30994" y="29349"/>
                    <a:pt x="30968" y="29346"/>
                    <a:pt x="30943" y="29346"/>
                  </a:cubicBezTo>
                  <a:cubicBezTo>
                    <a:pt x="30813" y="29346"/>
                    <a:pt x="30680" y="29423"/>
                    <a:pt x="30649" y="29577"/>
                  </a:cubicBezTo>
                  <a:lnTo>
                    <a:pt x="19669" y="61741"/>
                  </a:lnTo>
                  <a:cubicBezTo>
                    <a:pt x="19632" y="61815"/>
                    <a:pt x="19669" y="61963"/>
                    <a:pt x="19743" y="62037"/>
                  </a:cubicBezTo>
                  <a:cubicBezTo>
                    <a:pt x="19797" y="62091"/>
                    <a:pt x="19871" y="62126"/>
                    <a:pt x="19950" y="62126"/>
                  </a:cubicBezTo>
                  <a:cubicBezTo>
                    <a:pt x="19979" y="62126"/>
                    <a:pt x="20009" y="62121"/>
                    <a:pt x="20038" y="62111"/>
                  </a:cubicBezTo>
                  <a:lnTo>
                    <a:pt x="42184" y="57675"/>
                  </a:lnTo>
                  <a:lnTo>
                    <a:pt x="40323" y="72417"/>
                  </a:lnTo>
                  <a:lnTo>
                    <a:pt x="40323" y="72417"/>
                  </a:lnTo>
                  <a:cubicBezTo>
                    <a:pt x="40166" y="72467"/>
                    <a:pt x="39920" y="72546"/>
                    <a:pt x="39596" y="72648"/>
                  </a:cubicBezTo>
                  <a:cubicBezTo>
                    <a:pt x="35344" y="74090"/>
                    <a:pt x="18005" y="79894"/>
                    <a:pt x="11646" y="81484"/>
                  </a:cubicBezTo>
                  <a:cubicBezTo>
                    <a:pt x="7838" y="82408"/>
                    <a:pt x="5176" y="82815"/>
                    <a:pt x="3402" y="82815"/>
                  </a:cubicBezTo>
                  <a:cubicBezTo>
                    <a:pt x="2330" y="82815"/>
                    <a:pt x="1590" y="82667"/>
                    <a:pt x="1183" y="82408"/>
                  </a:cubicBezTo>
                  <a:cubicBezTo>
                    <a:pt x="962" y="82297"/>
                    <a:pt x="851" y="82186"/>
                    <a:pt x="740" y="82038"/>
                  </a:cubicBezTo>
                  <a:cubicBezTo>
                    <a:pt x="666" y="81853"/>
                    <a:pt x="629" y="81706"/>
                    <a:pt x="629" y="81484"/>
                  </a:cubicBezTo>
                  <a:cubicBezTo>
                    <a:pt x="629" y="81484"/>
                    <a:pt x="629" y="81336"/>
                    <a:pt x="666" y="81188"/>
                  </a:cubicBezTo>
                  <a:cubicBezTo>
                    <a:pt x="925" y="79746"/>
                    <a:pt x="2219" y="74459"/>
                    <a:pt x="3993" y="67361"/>
                  </a:cubicBezTo>
                  <a:cubicBezTo>
                    <a:pt x="6655" y="56676"/>
                    <a:pt x="10426" y="41777"/>
                    <a:pt x="13569" y="29207"/>
                  </a:cubicBezTo>
                  <a:cubicBezTo>
                    <a:pt x="15121" y="22922"/>
                    <a:pt x="16526" y="17229"/>
                    <a:pt x="17561" y="12903"/>
                  </a:cubicBezTo>
                  <a:cubicBezTo>
                    <a:pt x="18079" y="10759"/>
                    <a:pt x="18486" y="8947"/>
                    <a:pt x="18781" y="7616"/>
                  </a:cubicBezTo>
                  <a:cubicBezTo>
                    <a:pt x="19077" y="6248"/>
                    <a:pt x="19262" y="5361"/>
                    <a:pt x="19299" y="4954"/>
                  </a:cubicBezTo>
                  <a:cubicBezTo>
                    <a:pt x="19447" y="3106"/>
                    <a:pt x="19928" y="2034"/>
                    <a:pt x="20445" y="1405"/>
                  </a:cubicBezTo>
                  <a:cubicBezTo>
                    <a:pt x="21000" y="777"/>
                    <a:pt x="21591" y="629"/>
                    <a:pt x="22072" y="629"/>
                  </a:cubicBezTo>
                  <a:cubicBezTo>
                    <a:pt x="22626" y="629"/>
                    <a:pt x="24068" y="740"/>
                    <a:pt x="25362" y="814"/>
                  </a:cubicBezTo>
                  <a:cubicBezTo>
                    <a:pt x="26656" y="925"/>
                    <a:pt x="27802" y="1035"/>
                    <a:pt x="27802" y="1035"/>
                  </a:cubicBezTo>
                  <a:cubicBezTo>
                    <a:pt x="27822" y="1039"/>
                    <a:pt x="27841" y="1041"/>
                    <a:pt x="27859" y="1041"/>
                  </a:cubicBezTo>
                  <a:cubicBezTo>
                    <a:pt x="28017" y="1041"/>
                    <a:pt x="28135" y="909"/>
                    <a:pt x="28135" y="777"/>
                  </a:cubicBezTo>
                  <a:cubicBezTo>
                    <a:pt x="28172" y="592"/>
                    <a:pt x="28024" y="444"/>
                    <a:pt x="27876" y="444"/>
                  </a:cubicBezTo>
                  <a:cubicBezTo>
                    <a:pt x="27876" y="444"/>
                    <a:pt x="26693" y="333"/>
                    <a:pt x="25399" y="222"/>
                  </a:cubicBezTo>
                  <a:cubicBezTo>
                    <a:pt x="24105" y="111"/>
                    <a:pt x="22663" y="0"/>
                    <a:pt x="2207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5" name="Google Shape;1932;p37"/>
            <p:cNvSpPr/>
            <p:nvPr/>
          </p:nvSpPr>
          <p:spPr>
            <a:xfrm>
              <a:off x="7391880" y="3624480"/>
              <a:ext cx="209160" cy="304200"/>
            </a:xfrm>
            <a:custGeom>
              <a:avLst/>
              <a:gdLst>
                <a:gd name="textAreaLeft" fmla="*/ 0 w 209160"/>
                <a:gd name="textAreaRight" fmla="*/ 209520 w 209160"/>
                <a:gd name="textAreaTop" fmla="*/ 0 h 304200"/>
                <a:gd name="textAreaBottom" fmla="*/ 304560 h 304200"/>
              </a:gdLst>
              <a:ahLst/>
              <a:rect l="textAreaLeft" t="textAreaTop" r="textAreaRight" b="textAreaBottom"/>
              <a:pathLst>
                <a:path w="11092" h="16121">
                  <a:moveTo>
                    <a:pt x="1258" y="1"/>
                  </a:moveTo>
                  <a:lnTo>
                    <a:pt x="1" y="15713"/>
                  </a:lnTo>
                  <a:lnTo>
                    <a:pt x="10130" y="16120"/>
                  </a:lnTo>
                  <a:lnTo>
                    <a:pt x="11092" y="851"/>
                  </a:lnTo>
                  <a:lnTo>
                    <a:pt x="1258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6" name="Google Shape;1933;p37"/>
            <p:cNvSpPr/>
            <p:nvPr/>
          </p:nvSpPr>
          <p:spPr>
            <a:xfrm>
              <a:off x="7385760" y="3618720"/>
              <a:ext cx="221760" cy="316440"/>
            </a:xfrm>
            <a:custGeom>
              <a:avLst/>
              <a:gdLst>
                <a:gd name="textAreaLeft" fmla="*/ 0 w 221760"/>
                <a:gd name="textAreaRight" fmla="*/ 222120 w 221760"/>
                <a:gd name="textAreaTop" fmla="*/ 0 h 316440"/>
                <a:gd name="textAreaBottom" fmla="*/ 316800 h 316440"/>
              </a:gdLst>
              <a:ahLst/>
              <a:rect l="textAreaLeft" t="textAreaTop" r="textAreaRight" b="textAreaBottom"/>
              <a:pathLst>
                <a:path w="11758" h="16763">
                  <a:moveTo>
                    <a:pt x="1864" y="633"/>
                  </a:moveTo>
                  <a:lnTo>
                    <a:pt x="11092" y="1420"/>
                  </a:lnTo>
                  <a:lnTo>
                    <a:pt x="10205" y="16134"/>
                  </a:lnTo>
                  <a:lnTo>
                    <a:pt x="666" y="15728"/>
                  </a:lnTo>
                  <a:lnTo>
                    <a:pt x="1864" y="633"/>
                  </a:lnTo>
                  <a:close/>
                  <a:moveTo>
                    <a:pt x="1562" y="1"/>
                  </a:moveTo>
                  <a:cubicBezTo>
                    <a:pt x="1499" y="1"/>
                    <a:pt x="1433" y="35"/>
                    <a:pt x="1406" y="89"/>
                  </a:cubicBezTo>
                  <a:cubicBezTo>
                    <a:pt x="1332" y="126"/>
                    <a:pt x="1295" y="200"/>
                    <a:pt x="1295" y="274"/>
                  </a:cubicBezTo>
                  <a:lnTo>
                    <a:pt x="38" y="16023"/>
                  </a:lnTo>
                  <a:cubicBezTo>
                    <a:pt x="1" y="16097"/>
                    <a:pt x="38" y="16171"/>
                    <a:pt x="112" y="16245"/>
                  </a:cubicBezTo>
                  <a:cubicBezTo>
                    <a:pt x="149" y="16319"/>
                    <a:pt x="223" y="16356"/>
                    <a:pt x="334" y="16356"/>
                  </a:cubicBezTo>
                  <a:lnTo>
                    <a:pt x="10463" y="16763"/>
                  </a:lnTo>
                  <a:cubicBezTo>
                    <a:pt x="10648" y="16763"/>
                    <a:pt x="10759" y="16615"/>
                    <a:pt x="10796" y="16467"/>
                  </a:cubicBezTo>
                  <a:lnTo>
                    <a:pt x="11720" y="1161"/>
                  </a:lnTo>
                  <a:cubicBezTo>
                    <a:pt x="11757" y="1013"/>
                    <a:pt x="11610" y="865"/>
                    <a:pt x="11462" y="829"/>
                  </a:cubicBezTo>
                  <a:lnTo>
                    <a:pt x="1628" y="15"/>
                  </a:lnTo>
                  <a:cubicBezTo>
                    <a:pt x="1608" y="5"/>
                    <a:pt x="1585" y="1"/>
                    <a:pt x="156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7" name="Google Shape;1934;p37"/>
            <p:cNvSpPr/>
            <p:nvPr/>
          </p:nvSpPr>
          <p:spPr>
            <a:xfrm>
              <a:off x="7484760" y="3549960"/>
              <a:ext cx="52920" cy="119160"/>
            </a:xfrm>
            <a:custGeom>
              <a:avLst/>
              <a:gdLst>
                <a:gd name="textAreaLeft" fmla="*/ 0 w 52920"/>
                <a:gd name="textAreaRight" fmla="*/ 53280 w 52920"/>
                <a:gd name="textAreaTop" fmla="*/ 0 h 119160"/>
                <a:gd name="textAreaBottom" fmla="*/ 119520 h 119160"/>
              </a:gdLst>
              <a:ahLst/>
              <a:rect l="textAreaLeft" t="textAreaTop" r="textAreaRight" b="textAreaBottom"/>
              <a:pathLst>
                <a:path w="2811" h="6323">
                  <a:moveTo>
                    <a:pt x="149" y="0"/>
                  </a:moveTo>
                  <a:lnTo>
                    <a:pt x="1" y="6174"/>
                  </a:lnTo>
                  <a:lnTo>
                    <a:pt x="2663" y="6322"/>
                  </a:lnTo>
                  <a:lnTo>
                    <a:pt x="281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9760" bIns="59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8" name="Google Shape;1935;p37"/>
            <p:cNvSpPr/>
            <p:nvPr/>
          </p:nvSpPr>
          <p:spPr>
            <a:xfrm>
              <a:off x="7479360" y="3544200"/>
              <a:ext cx="64080" cy="130320"/>
            </a:xfrm>
            <a:custGeom>
              <a:avLst/>
              <a:gdLst>
                <a:gd name="textAreaLeft" fmla="*/ 0 w 64080"/>
                <a:gd name="textAreaRight" fmla="*/ 64440 w 64080"/>
                <a:gd name="textAreaTop" fmla="*/ 0 h 130320"/>
                <a:gd name="textAreaBottom" fmla="*/ 130680 h 130320"/>
              </a:gdLst>
              <a:ahLst/>
              <a:rect l="textAreaLeft" t="textAreaTop" r="textAreaRight" b="textAreaBottom"/>
              <a:pathLst>
                <a:path w="3403" h="6914">
                  <a:moveTo>
                    <a:pt x="2774" y="592"/>
                  </a:moveTo>
                  <a:lnTo>
                    <a:pt x="2663" y="6285"/>
                  </a:lnTo>
                  <a:lnTo>
                    <a:pt x="629" y="6174"/>
                  </a:lnTo>
                  <a:lnTo>
                    <a:pt x="735" y="592"/>
                  </a:lnTo>
                  <a:close/>
                  <a:moveTo>
                    <a:pt x="445" y="0"/>
                  </a:moveTo>
                  <a:cubicBezTo>
                    <a:pt x="260" y="0"/>
                    <a:pt x="149" y="111"/>
                    <a:pt x="149" y="296"/>
                  </a:cubicBezTo>
                  <a:lnTo>
                    <a:pt x="1" y="6470"/>
                  </a:lnTo>
                  <a:cubicBezTo>
                    <a:pt x="1" y="6618"/>
                    <a:pt x="112" y="6766"/>
                    <a:pt x="297" y="6766"/>
                  </a:cubicBezTo>
                  <a:lnTo>
                    <a:pt x="2959" y="6914"/>
                  </a:lnTo>
                  <a:cubicBezTo>
                    <a:pt x="3032" y="6914"/>
                    <a:pt x="3106" y="6877"/>
                    <a:pt x="3180" y="6840"/>
                  </a:cubicBezTo>
                  <a:cubicBezTo>
                    <a:pt x="3254" y="6766"/>
                    <a:pt x="3254" y="6692"/>
                    <a:pt x="3291" y="6618"/>
                  </a:cubicBezTo>
                  <a:lnTo>
                    <a:pt x="3402" y="296"/>
                  </a:lnTo>
                  <a:cubicBezTo>
                    <a:pt x="3402" y="222"/>
                    <a:pt x="3402" y="148"/>
                    <a:pt x="3328" y="74"/>
                  </a:cubicBezTo>
                  <a:cubicBezTo>
                    <a:pt x="3254" y="0"/>
                    <a:pt x="3180" y="0"/>
                    <a:pt x="310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5160" bIns="65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69" name="Google Shape;1936;p37"/>
            <p:cNvSpPr/>
            <p:nvPr/>
          </p:nvSpPr>
          <p:spPr>
            <a:xfrm>
              <a:off x="8175600" y="3459240"/>
              <a:ext cx="981000" cy="810360"/>
            </a:xfrm>
            <a:custGeom>
              <a:avLst/>
              <a:gdLst>
                <a:gd name="textAreaLeft" fmla="*/ 0 w 981000"/>
                <a:gd name="textAreaRight" fmla="*/ 981360 w 981000"/>
                <a:gd name="textAreaTop" fmla="*/ 0 h 810360"/>
                <a:gd name="textAreaBottom" fmla="*/ 810720 h 810360"/>
              </a:gdLst>
              <a:ahLst/>
              <a:rect l="textAreaLeft" t="textAreaTop" r="textAreaRight" b="textAreaBottom"/>
              <a:pathLst>
                <a:path w="51945" h="42926">
                  <a:moveTo>
                    <a:pt x="19915" y="0"/>
                  </a:moveTo>
                  <a:cubicBezTo>
                    <a:pt x="19319" y="0"/>
                    <a:pt x="18770" y="363"/>
                    <a:pt x="18523" y="927"/>
                  </a:cubicBezTo>
                  <a:lnTo>
                    <a:pt x="481" y="40412"/>
                  </a:lnTo>
                  <a:cubicBezTo>
                    <a:pt x="1" y="41447"/>
                    <a:pt x="740" y="42667"/>
                    <a:pt x="1886" y="42667"/>
                  </a:cubicBezTo>
                  <a:lnTo>
                    <a:pt x="31167" y="42926"/>
                  </a:lnTo>
                  <a:cubicBezTo>
                    <a:pt x="31758" y="42926"/>
                    <a:pt x="32350" y="42593"/>
                    <a:pt x="32609" y="42039"/>
                  </a:cubicBezTo>
                  <a:lnTo>
                    <a:pt x="51464" y="3145"/>
                  </a:lnTo>
                  <a:cubicBezTo>
                    <a:pt x="51944" y="2110"/>
                    <a:pt x="51205" y="890"/>
                    <a:pt x="50059" y="853"/>
                  </a:cubicBezTo>
                  <a:lnTo>
                    <a:pt x="20002" y="3"/>
                  </a:lnTo>
                  <a:cubicBezTo>
                    <a:pt x="19973" y="1"/>
                    <a:pt x="19944" y="0"/>
                    <a:pt x="19915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0" name="Google Shape;1937;p37"/>
            <p:cNvSpPr/>
            <p:nvPr/>
          </p:nvSpPr>
          <p:spPr>
            <a:xfrm>
              <a:off x="8175600" y="3452760"/>
              <a:ext cx="980280" cy="822240"/>
            </a:xfrm>
            <a:custGeom>
              <a:avLst/>
              <a:gdLst>
                <a:gd name="textAreaLeft" fmla="*/ 0 w 980280"/>
                <a:gd name="textAreaRight" fmla="*/ 980640 w 980280"/>
                <a:gd name="textAreaTop" fmla="*/ 0 h 822240"/>
                <a:gd name="textAreaBottom" fmla="*/ 822600 h 822240"/>
              </a:gdLst>
              <a:ahLst/>
              <a:rect l="textAreaLeft" t="textAreaTop" r="textAreaRight" b="textAreaBottom"/>
              <a:pathLst>
                <a:path w="51908" h="43552">
                  <a:moveTo>
                    <a:pt x="20002" y="629"/>
                  </a:moveTo>
                  <a:lnTo>
                    <a:pt x="50059" y="1516"/>
                  </a:lnTo>
                  <a:cubicBezTo>
                    <a:pt x="50798" y="1516"/>
                    <a:pt x="51316" y="2144"/>
                    <a:pt x="51316" y="2810"/>
                  </a:cubicBezTo>
                  <a:cubicBezTo>
                    <a:pt x="51316" y="2995"/>
                    <a:pt x="51279" y="3180"/>
                    <a:pt x="51168" y="3364"/>
                  </a:cubicBezTo>
                  <a:lnTo>
                    <a:pt x="32313" y="42221"/>
                  </a:lnTo>
                  <a:cubicBezTo>
                    <a:pt x="32128" y="42664"/>
                    <a:pt x="31647" y="42960"/>
                    <a:pt x="31167" y="42960"/>
                  </a:cubicBezTo>
                  <a:lnTo>
                    <a:pt x="1886" y="42701"/>
                  </a:lnTo>
                  <a:cubicBezTo>
                    <a:pt x="1147" y="42701"/>
                    <a:pt x="629" y="42073"/>
                    <a:pt x="629" y="41407"/>
                  </a:cubicBezTo>
                  <a:cubicBezTo>
                    <a:pt x="629" y="41222"/>
                    <a:pt x="666" y="41038"/>
                    <a:pt x="740" y="40890"/>
                  </a:cubicBezTo>
                  <a:lnTo>
                    <a:pt x="18819" y="1368"/>
                  </a:lnTo>
                  <a:cubicBezTo>
                    <a:pt x="19003" y="924"/>
                    <a:pt x="19484" y="629"/>
                    <a:pt x="19965" y="629"/>
                  </a:cubicBezTo>
                  <a:close/>
                  <a:moveTo>
                    <a:pt x="19965" y="0"/>
                  </a:moveTo>
                  <a:cubicBezTo>
                    <a:pt x="19225" y="0"/>
                    <a:pt x="18560" y="444"/>
                    <a:pt x="18227" y="1109"/>
                  </a:cubicBezTo>
                  <a:lnTo>
                    <a:pt x="185" y="40631"/>
                  </a:lnTo>
                  <a:cubicBezTo>
                    <a:pt x="74" y="40890"/>
                    <a:pt x="1" y="41149"/>
                    <a:pt x="1" y="41407"/>
                  </a:cubicBezTo>
                  <a:cubicBezTo>
                    <a:pt x="1" y="42406"/>
                    <a:pt x="814" y="43293"/>
                    <a:pt x="1886" y="43293"/>
                  </a:cubicBezTo>
                  <a:lnTo>
                    <a:pt x="31167" y="43552"/>
                  </a:lnTo>
                  <a:cubicBezTo>
                    <a:pt x="31906" y="43552"/>
                    <a:pt x="32572" y="43145"/>
                    <a:pt x="32867" y="42479"/>
                  </a:cubicBezTo>
                  <a:lnTo>
                    <a:pt x="51722" y="3623"/>
                  </a:lnTo>
                  <a:cubicBezTo>
                    <a:pt x="51870" y="3364"/>
                    <a:pt x="51907" y="3069"/>
                    <a:pt x="51907" y="2810"/>
                  </a:cubicBezTo>
                  <a:cubicBezTo>
                    <a:pt x="51907" y="1812"/>
                    <a:pt x="51168" y="924"/>
                    <a:pt x="50059" y="887"/>
                  </a:cubicBezTo>
                  <a:lnTo>
                    <a:pt x="20039" y="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1" name="Google Shape;1938;p37"/>
            <p:cNvSpPr/>
            <p:nvPr/>
          </p:nvSpPr>
          <p:spPr>
            <a:xfrm>
              <a:off x="8267040" y="3998520"/>
              <a:ext cx="40320" cy="71280"/>
            </a:xfrm>
            <a:custGeom>
              <a:avLst/>
              <a:gdLst>
                <a:gd name="textAreaLeft" fmla="*/ 0 w 40320"/>
                <a:gd name="textAreaRight" fmla="*/ 40680 w 40320"/>
                <a:gd name="textAreaTop" fmla="*/ 0 h 71280"/>
                <a:gd name="textAreaBottom" fmla="*/ 71640 h 71280"/>
              </a:gdLst>
              <a:ahLst/>
              <a:rect l="textAreaLeft" t="textAreaTop" r="textAreaRight" b="textAreaBottom"/>
              <a:pathLst>
                <a:path w="2145" h="3793">
                  <a:moveTo>
                    <a:pt x="1777" y="0"/>
                  </a:moveTo>
                  <a:cubicBezTo>
                    <a:pt x="1650" y="0"/>
                    <a:pt x="1544" y="69"/>
                    <a:pt x="1516" y="177"/>
                  </a:cubicBezTo>
                  <a:lnTo>
                    <a:pt x="38" y="3357"/>
                  </a:lnTo>
                  <a:cubicBezTo>
                    <a:pt x="1" y="3504"/>
                    <a:pt x="38" y="3689"/>
                    <a:pt x="223" y="3763"/>
                  </a:cubicBezTo>
                  <a:cubicBezTo>
                    <a:pt x="262" y="3783"/>
                    <a:pt x="304" y="3792"/>
                    <a:pt x="347" y="3792"/>
                  </a:cubicBezTo>
                  <a:cubicBezTo>
                    <a:pt x="461" y="3792"/>
                    <a:pt x="575" y="3724"/>
                    <a:pt x="629" y="3615"/>
                  </a:cubicBezTo>
                  <a:lnTo>
                    <a:pt x="2071" y="436"/>
                  </a:lnTo>
                  <a:cubicBezTo>
                    <a:pt x="2145" y="288"/>
                    <a:pt x="2071" y="103"/>
                    <a:pt x="1923" y="29"/>
                  </a:cubicBezTo>
                  <a:cubicBezTo>
                    <a:pt x="1874" y="9"/>
                    <a:pt x="1824" y="0"/>
                    <a:pt x="177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5640" bIns="356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2" name="Google Shape;1939;p37"/>
            <p:cNvSpPr/>
            <p:nvPr/>
          </p:nvSpPr>
          <p:spPr>
            <a:xfrm>
              <a:off x="8314560" y="3464640"/>
              <a:ext cx="340560" cy="499680"/>
            </a:xfrm>
            <a:custGeom>
              <a:avLst/>
              <a:gdLst>
                <a:gd name="textAreaLeft" fmla="*/ 0 w 340560"/>
                <a:gd name="textAreaRight" fmla="*/ 340920 w 340560"/>
                <a:gd name="textAreaTop" fmla="*/ 0 h 499680"/>
                <a:gd name="textAreaBottom" fmla="*/ 500040 h 499680"/>
              </a:gdLst>
              <a:ahLst/>
              <a:rect l="textAreaLeft" t="textAreaTop" r="textAreaRight" b="textAreaBottom"/>
              <a:pathLst>
                <a:path w="18043" h="26464">
                  <a:moveTo>
                    <a:pt x="13236" y="1"/>
                  </a:moveTo>
                  <a:cubicBezTo>
                    <a:pt x="12460" y="1"/>
                    <a:pt x="11794" y="407"/>
                    <a:pt x="11499" y="1110"/>
                  </a:cubicBezTo>
                  <a:lnTo>
                    <a:pt x="75" y="26028"/>
                  </a:lnTo>
                  <a:cubicBezTo>
                    <a:pt x="1" y="26176"/>
                    <a:pt x="75" y="26361"/>
                    <a:pt x="223" y="26435"/>
                  </a:cubicBezTo>
                  <a:cubicBezTo>
                    <a:pt x="272" y="26454"/>
                    <a:pt x="322" y="26464"/>
                    <a:pt x="368" y="26464"/>
                  </a:cubicBezTo>
                  <a:cubicBezTo>
                    <a:pt x="496" y="26464"/>
                    <a:pt x="602" y="26395"/>
                    <a:pt x="629" y="26287"/>
                  </a:cubicBezTo>
                  <a:lnTo>
                    <a:pt x="12053" y="1369"/>
                  </a:lnTo>
                  <a:cubicBezTo>
                    <a:pt x="12275" y="888"/>
                    <a:pt x="12719" y="592"/>
                    <a:pt x="13236" y="592"/>
                  </a:cubicBezTo>
                  <a:lnTo>
                    <a:pt x="13273" y="592"/>
                  </a:lnTo>
                  <a:lnTo>
                    <a:pt x="17710" y="740"/>
                  </a:lnTo>
                  <a:cubicBezTo>
                    <a:pt x="17894" y="740"/>
                    <a:pt x="18042" y="592"/>
                    <a:pt x="18042" y="444"/>
                  </a:cubicBezTo>
                  <a:cubicBezTo>
                    <a:pt x="18042" y="259"/>
                    <a:pt x="17931" y="112"/>
                    <a:pt x="17747" y="112"/>
                  </a:cubicBezTo>
                  <a:lnTo>
                    <a:pt x="13273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3" name="Google Shape;1940;p37"/>
            <p:cNvSpPr/>
            <p:nvPr/>
          </p:nvSpPr>
          <p:spPr>
            <a:xfrm>
              <a:off x="8670240" y="3467520"/>
              <a:ext cx="56160" cy="12960"/>
            </a:xfrm>
            <a:custGeom>
              <a:avLst/>
              <a:gdLst>
                <a:gd name="textAreaLeft" fmla="*/ 0 w 56160"/>
                <a:gd name="textAreaRight" fmla="*/ 56520 w 56160"/>
                <a:gd name="textAreaTop" fmla="*/ 0 h 12960"/>
                <a:gd name="textAreaBottom" fmla="*/ 13320 h 12960"/>
              </a:gdLst>
              <a:ahLst/>
              <a:rect l="textAreaLeft" t="textAreaTop" r="textAreaRight" b="textAreaBottom"/>
              <a:pathLst>
                <a:path w="2996" h="703">
                  <a:moveTo>
                    <a:pt x="333" y="1"/>
                  </a:moveTo>
                  <a:cubicBezTo>
                    <a:pt x="149" y="1"/>
                    <a:pt x="1" y="148"/>
                    <a:pt x="1" y="296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2663" y="703"/>
                  </a:lnTo>
                  <a:cubicBezTo>
                    <a:pt x="2847" y="703"/>
                    <a:pt x="2995" y="555"/>
                    <a:pt x="2995" y="407"/>
                  </a:cubicBezTo>
                  <a:cubicBezTo>
                    <a:pt x="2995" y="222"/>
                    <a:pt x="2847" y="74"/>
                    <a:pt x="2700" y="74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480" bIns="64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4" name="Google Shape;1941;p37"/>
            <p:cNvSpPr/>
            <p:nvPr/>
          </p:nvSpPr>
          <p:spPr>
            <a:xfrm>
              <a:off x="8873280" y="3911040"/>
              <a:ext cx="198720" cy="85680"/>
            </a:xfrm>
            <a:custGeom>
              <a:avLst/>
              <a:gdLst>
                <a:gd name="textAreaLeft" fmla="*/ 0 w 198720"/>
                <a:gd name="textAreaRight" fmla="*/ 199080 w 198720"/>
                <a:gd name="textAreaTop" fmla="*/ 0 h 85680"/>
                <a:gd name="textAreaBottom" fmla="*/ 86040 h 85680"/>
              </a:gdLst>
              <a:ahLst/>
              <a:rect l="textAreaLeft" t="textAreaTop" r="textAreaRight" b="textAreaBottom"/>
              <a:pathLst>
                <a:path w="10529" h="4546">
                  <a:moveTo>
                    <a:pt x="9134" y="1"/>
                  </a:moveTo>
                  <a:cubicBezTo>
                    <a:pt x="9019" y="1"/>
                    <a:pt x="8895" y="12"/>
                    <a:pt x="8762" y="35"/>
                  </a:cubicBezTo>
                  <a:cubicBezTo>
                    <a:pt x="8762" y="35"/>
                    <a:pt x="5287" y="1551"/>
                    <a:pt x="2625" y="2586"/>
                  </a:cubicBezTo>
                  <a:cubicBezTo>
                    <a:pt x="0" y="3621"/>
                    <a:pt x="1479" y="4545"/>
                    <a:pt x="2551" y="4545"/>
                  </a:cubicBezTo>
                  <a:cubicBezTo>
                    <a:pt x="3586" y="4545"/>
                    <a:pt x="7616" y="3325"/>
                    <a:pt x="9132" y="2364"/>
                  </a:cubicBezTo>
                  <a:cubicBezTo>
                    <a:pt x="10529" y="1512"/>
                    <a:pt x="10481" y="1"/>
                    <a:pt x="9134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2840" bIns="428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5" name="Google Shape;1942;p37"/>
            <p:cNvSpPr/>
            <p:nvPr/>
          </p:nvSpPr>
          <p:spPr>
            <a:xfrm>
              <a:off x="8900640" y="3922920"/>
              <a:ext cx="158760" cy="68040"/>
            </a:xfrm>
            <a:custGeom>
              <a:avLst/>
              <a:gdLst>
                <a:gd name="textAreaLeft" fmla="*/ 0 w 158760"/>
                <a:gd name="textAreaRight" fmla="*/ 159120 w 158760"/>
                <a:gd name="textAreaTop" fmla="*/ 0 h 68040"/>
                <a:gd name="textAreaBottom" fmla="*/ 68400 h 68040"/>
              </a:gdLst>
              <a:ahLst/>
              <a:rect l="textAreaLeft" t="textAreaTop" r="textAreaRight" b="textAreaBottom"/>
              <a:pathLst>
                <a:path w="8430" h="3624">
                  <a:moveTo>
                    <a:pt x="8355" y="0"/>
                  </a:moveTo>
                  <a:cubicBezTo>
                    <a:pt x="7801" y="222"/>
                    <a:pt x="7135" y="481"/>
                    <a:pt x="6507" y="703"/>
                  </a:cubicBezTo>
                  <a:cubicBezTo>
                    <a:pt x="5139" y="1220"/>
                    <a:pt x="3697" y="1627"/>
                    <a:pt x="2551" y="1886"/>
                  </a:cubicBezTo>
                  <a:cubicBezTo>
                    <a:pt x="2218" y="1997"/>
                    <a:pt x="1922" y="2034"/>
                    <a:pt x="1627" y="2108"/>
                  </a:cubicBezTo>
                  <a:cubicBezTo>
                    <a:pt x="1516" y="2145"/>
                    <a:pt x="1405" y="2182"/>
                    <a:pt x="1294" y="2219"/>
                  </a:cubicBezTo>
                  <a:cubicBezTo>
                    <a:pt x="776" y="2440"/>
                    <a:pt x="444" y="2625"/>
                    <a:pt x="222" y="2810"/>
                  </a:cubicBezTo>
                  <a:cubicBezTo>
                    <a:pt x="37" y="2958"/>
                    <a:pt x="0" y="3069"/>
                    <a:pt x="37" y="3106"/>
                  </a:cubicBezTo>
                  <a:cubicBezTo>
                    <a:pt x="37" y="3143"/>
                    <a:pt x="37" y="3180"/>
                    <a:pt x="74" y="3254"/>
                  </a:cubicBezTo>
                  <a:cubicBezTo>
                    <a:pt x="111" y="3328"/>
                    <a:pt x="222" y="3365"/>
                    <a:pt x="333" y="3439"/>
                  </a:cubicBezTo>
                  <a:cubicBezTo>
                    <a:pt x="518" y="3550"/>
                    <a:pt x="850" y="3624"/>
                    <a:pt x="1072" y="3624"/>
                  </a:cubicBezTo>
                  <a:lnTo>
                    <a:pt x="1109" y="3624"/>
                  </a:lnTo>
                  <a:cubicBezTo>
                    <a:pt x="1294" y="3624"/>
                    <a:pt x="1738" y="3550"/>
                    <a:pt x="2292" y="3439"/>
                  </a:cubicBezTo>
                  <a:cubicBezTo>
                    <a:pt x="2810" y="3291"/>
                    <a:pt x="3475" y="3106"/>
                    <a:pt x="4141" y="2921"/>
                  </a:cubicBezTo>
                  <a:cubicBezTo>
                    <a:pt x="5435" y="2477"/>
                    <a:pt x="6840" y="1923"/>
                    <a:pt x="7542" y="1479"/>
                  </a:cubicBezTo>
                  <a:cubicBezTo>
                    <a:pt x="8171" y="1110"/>
                    <a:pt x="8429" y="592"/>
                    <a:pt x="8429" y="259"/>
                  </a:cubicBezTo>
                  <a:cubicBezTo>
                    <a:pt x="8429" y="148"/>
                    <a:pt x="8392" y="74"/>
                    <a:pt x="8355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6" name="Google Shape;1943;p37"/>
            <p:cNvSpPr/>
            <p:nvPr/>
          </p:nvSpPr>
          <p:spPr>
            <a:xfrm>
              <a:off x="8889480" y="3904560"/>
              <a:ext cx="181080" cy="98280"/>
            </a:xfrm>
            <a:custGeom>
              <a:avLst/>
              <a:gdLst>
                <a:gd name="textAreaLeft" fmla="*/ 0 w 181080"/>
                <a:gd name="textAreaRight" fmla="*/ 181440 w 181080"/>
                <a:gd name="textAreaTop" fmla="*/ 0 h 98280"/>
                <a:gd name="textAreaBottom" fmla="*/ 98640 h 98280"/>
              </a:gdLst>
              <a:ahLst/>
              <a:rect l="textAreaLeft" t="textAreaTop" r="textAreaRight" b="textAreaBottom"/>
              <a:pathLst>
                <a:path w="9613" h="5214">
                  <a:moveTo>
                    <a:pt x="8282" y="629"/>
                  </a:moveTo>
                  <a:cubicBezTo>
                    <a:pt x="8578" y="629"/>
                    <a:pt x="8726" y="703"/>
                    <a:pt x="8836" y="814"/>
                  </a:cubicBezTo>
                  <a:cubicBezTo>
                    <a:pt x="8947" y="924"/>
                    <a:pt x="9021" y="1035"/>
                    <a:pt x="9021" y="1220"/>
                  </a:cubicBezTo>
                  <a:cubicBezTo>
                    <a:pt x="9021" y="1553"/>
                    <a:pt x="8763" y="2071"/>
                    <a:pt x="8134" y="2440"/>
                  </a:cubicBezTo>
                  <a:cubicBezTo>
                    <a:pt x="7432" y="2884"/>
                    <a:pt x="6027" y="3438"/>
                    <a:pt x="4733" y="3882"/>
                  </a:cubicBezTo>
                  <a:cubicBezTo>
                    <a:pt x="4067" y="4067"/>
                    <a:pt x="3402" y="4252"/>
                    <a:pt x="2884" y="4400"/>
                  </a:cubicBezTo>
                  <a:cubicBezTo>
                    <a:pt x="2330" y="4511"/>
                    <a:pt x="1886" y="4585"/>
                    <a:pt x="1701" y="4585"/>
                  </a:cubicBezTo>
                  <a:cubicBezTo>
                    <a:pt x="1442" y="4585"/>
                    <a:pt x="1110" y="4511"/>
                    <a:pt x="925" y="4400"/>
                  </a:cubicBezTo>
                  <a:cubicBezTo>
                    <a:pt x="814" y="4326"/>
                    <a:pt x="703" y="4289"/>
                    <a:pt x="666" y="4215"/>
                  </a:cubicBezTo>
                  <a:cubicBezTo>
                    <a:pt x="629" y="4141"/>
                    <a:pt x="629" y="4104"/>
                    <a:pt x="629" y="4067"/>
                  </a:cubicBezTo>
                  <a:cubicBezTo>
                    <a:pt x="592" y="4030"/>
                    <a:pt x="629" y="3919"/>
                    <a:pt x="814" y="3771"/>
                  </a:cubicBezTo>
                  <a:cubicBezTo>
                    <a:pt x="1036" y="3586"/>
                    <a:pt x="1368" y="3401"/>
                    <a:pt x="1886" y="3180"/>
                  </a:cubicBezTo>
                  <a:cubicBezTo>
                    <a:pt x="4319" y="2234"/>
                    <a:pt x="7431" y="886"/>
                    <a:pt x="7949" y="661"/>
                  </a:cubicBezTo>
                  <a:lnTo>
                    <a:pt x="7949" y="661"/>
                  </a:lnTo>
                  <a:lnTo>
                    <a:pt x="7949" y="666"/>
                  </a:lnTo>
                  <a:cubicBezTo>
                    <a:pt x="8060" y="629"/>
                    <a:pt x="8171" y="629"/>
                    <a:pt x="8282" y="629"/>
                  </a:cubicBezTo>
                  <a:close/>
                  <a:moveTo>
                    <a:pt x="8282" y="0"/>
                  </a:moveTo>
                  <a:cubicBezTo>
                    <a:pt x="8134" y="0"/>
                    <a:pt x="8023" y="37"/>
                    <a:pt x="7875" y="37"/>
                  </a:cubicBezTo>
                  <a:lnTo>
                    <a:pt x="7801" y="74"/>
                  </a:lnTo>
                  <a:cubicBezTo>
                    <a:pt x="7801" y="74"/>
                    <a:pt x="6914" y="444"/>
                    <a:pt x="5731" y="961"/>
                  </a:cubicBezTo>
                  <a:cubicBezTo>
                    <a:pt x="4511" y="1479"/>
                    <a:pt x="2995" y="2107"/>
                    <a:pt x="1664" y="2625"/>
                  </a:cubicBezTo>
                  <a:cubicBezTo>
                    <a:pt x="1110" y="2847"/>
                    <a:pt x="703" y="3069"/>
                    <a:pt x="444" y="3291"/>
                  </a:cubicBezTo>
                  <a:cubicBezTo>
                    <a:pt x="148" y="3512"/>
                    <a:pt x="0" y="3808"/>
                    <a:pt x="0" y="4067"/>
                  </a:cubicBezTo>
                  <a:cubicBezTo>
                    <a:pt x="0" y="4289"/>
                    <a:pt x="74" y="4474"/>
                    <a:pt x="185" y="4622"/>
                  </a:cubicBezTo>
                  <a:cubicBezTo>
                    <a:pt x="370" y="4806"/>
                    <a:pt x="629" y="4954"/>
                    <a:pt x="888" y="5065"/>
                  </a:cubicBezTo>
                  <a:cubicBezTo>
                    <a:pt x="1147" y="5139"/>
                    <a:pt x="1405" y="5213"/>
                    <a:pt x="1701" y="5213"/>
                  </a:cubicBezTo>
                  <a:cubicBezTo>
                    <a:pt x="1997" y="5176"/>
                    <a:pt x="2441" y="5102"/>
                    <a:pt x="2995" y="4991"/>
                  </a:cubicBezTo>
                  <a:cubicBezTo>
                    <a:pt x="3845" y="4769"/>
                    <a:pt x="4918" y="4474"/>
                    <a:pt x="5916" y="4104"/>
                  </a:cubicBezTo>
                  <a:cubicBezTo>
                    <a:pt x="6914" y="3734"/>
                    <a:pt x="7838" y="3365"/>
                    <a:pt x="8467" y="2995"/>
                  </a:cubicBezTo>
                  <a:cubicBezTo>
                    <a:pt x="9206" y="2514"/>
                    <a:pt x="9613" y="1849"/>
                    <a:pt x="9613" y="1220"/>
                  </a:cubicBezTo>
                  <a:cubicBezTo>
                    <a:pt x="9613" y="887"/>
                    <a:pt x="9502" y="592"/>
                    <a:pt x="9243" y="370"/>
                  </a:cubicBezTo>
                  <a:cubicBezTo>
                    <a:pt x="9021" y="148"/>
                    <a:pt x="8689" y="0"/>
                    <a:pt x="828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9320" bIns="49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7" name="Google Shape;1944;p37"/>
            <p:cNvSpPr/>
            <p:nvPr/>
          </p:nvSpPr>
          <p:spPr>
            <a:xfrm>
              <a:off x="8850240" y="3841200"/>
              <a:ext cx="270720" cy="117000"/>
            </a:xfrm>
            <a:custGeom>
              <a:avLst/>
              <a:gdLst>
                <a:gd name="textAreaLeft" fmla="*/ 0 w 270720"/>
                <a:gd name="textAreaRight" fmla="*/ 271080 w 270720"/>
                <a:gd name="textAreaTop" fmla="*/ 0 h 117000"/>
                <a:gd name="textAreaBottom" fmla="*/ 117360 h 117000"/>
              </a:gdLst>
              <a:ahLst/>
              <a:rect l="textAreaLeft" t="textAreaTop" r="textAreaRight" b="textAreaBottom"/>
              <a:pathLst>
                <a:path w="14342" h="6215">
                  <a:moveTo>
                    <a:pt x="12382" y="1"/>
                  </a:moveTo>
                  <a:cubicBezTo>
                    <a:pt x="12234" y="1"/>
                    <a:pt x="12075" y="14"/>
                    <a:pt x="11905" y="41"/>
                  </a:cubicBezTo>
                  <a:cubicBezTo>
                    <a:pt x="11905" y="41"/>
                    <a:pt x="7172" y="2111"/>
                    <a:pt x="3586" y="3516"/>
                  </a:cubicBezTo>
                  <a:cubicBezTo>
                    <a:pt x="0" y="4921"/>
                    <a:pt x="2034" y="6215"/>
                    <a:pt x="3438" y="6215"/>
                  </a:cubicBezTo>
                  <a:cubicBezTo>
                    <a:pt x="4880" y="6215"/>
                    <a:pt x="10389" y="4551"/>
                    <a:pt x="12422" y="3257"/>
                  </a:cubicBezTo>
                  <a:cubicBezTo>
                    <a:pt x="14341" y="2058"/>
                    <a:pt x="14259" y="1"/>
                    <a:pt x="12382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680" bIns="586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8" name="Google Shape;1945;p37"/>
            <p:cNvSpPr/>
            <p:nvPr/>
          </p:nvSpPr>
          <p:spPr>
            <a:xfrm>
              <a:off x="8885880" y="3847320"/>
              <a:ext cx="219600" cy="105120"/>
            </a:xfrm>
            <a:custGeom>
              <a:avLst/>
              <a:gdLst>
                <a:gd name="textAreaLeft" fmla="*/ 0 w 219600"/>
                <a:gd name="textAreaRight" fmla="*/ 219960 w 219600"/>
                <a:gd name="textAreaTop" fmla="*/ 0 h 105120"/>
                <a:gd name="textAreaBottom" fmla="*/ 105480 h 105120"/>
              </a:gdLst>
              <a:ahLst/>
              <a:rect l="textAreaLeft" t="textAreaTop" r="textAreaRight" b="textAreaBottom"/>
              <a:pathLst>
                <a:path w="11647" h="5584">
                  <a:moveTo>
                    <a:pt x="10722" y="1"/>
                  </a:moveTo>
                  <a:cubicBezTo>
                    <a:pt x="10685" y="38"/>
                    <a:pt x="10648" y="38"/>
                    <a:pt x="10611" y="75"/>
                  </a:cubicBezTo>
                  <a:cubicBezTo>
                    <a:pt x="9724" y="629"/>
                    <a:pt x="8356" y="1221"/>
                    <a:pt x="6877" y="1738"/>
                  </a:cubicBezTo>
                  <a:cubicBezTo>
                    <a:pt x="5731" y="2145"/>
                    <a:pt x="4548" y="2515"/>
                    <a:pt x="3513" y="2773"/>
                  </a:cubicBezTo>
                  <a:cubicBezTo>
                    <a:pt x="2921" y="3032"/>
                    <a:pt x="2367" y="3254"/>
                    <a:pt x="1812" y="3476"/>
                  </a:cubicBezTo>
                  <a:cubicBezTo>
                    <a:pt x="1073" y="3772"/>
                    <a:pt x="629" y="4030"/>
                    <a:pt x="333" y="4252"/>
                  </a:cubicBezTo>
                  <a:cubicBezTo>
                    <a:pt x="75" y="4511"/>
                    <a:pt x="1" y="4696"/>
                    <a:pt x="1" y="4770"/>
                  </a:cubicBezTo>
                  <a:cubicBezTo>
                    <a:pt x="1" y="4881"/>
                    <a:pt x="38" y="4955"/>
                    <a:pt x="112" y="5029"/>
                  </a:cubicBezTo>
                  <a:cubicBezTo>
                    <a:pt x="185" y="5139"/>
                    <a:pt x="296" y="5213"/>
                    <a:pt x="444" y="5287"/>
                  </a:cubicBezTo>
                  <a:cubicBezTo>
                    <a:pt x="777" y="5472"/>
                    <a:pt x="1184" y="5583"/>
                    <a:pt x="1553" y="5583"/>
                  </a:cubicBezTo>
                  <a:lnTo>
                    <a:pt x="1590" y="5583"/>
                  </a:lnTo>
                  <a:cubicBezTo>
                    <a:pt x="1886" y="5583"/>
                    <a:pt x="2478" y="5472"/>
                    <a:pt x="3217" y="5287"/>
                  </a:cubicBezTo>
                  <a:cubicBezTo>
                    <a:pt x="3956" y="5139"/>
                    <a:pt x="4807" y="4881"/>
                    <a:pt x="5731" y="4585"/>
                  </a:cubicBezTo>
                  <a:cubicBezTo>
                    <a:pt x="7506" y="4030"/>
                    <a:pt x="9391" y="3291"/>
                    <a:pt x="10389" y="2662"/>
                  </a:cubicBezTo>
                  <a:cubicBezTo>
                    <a:pt x="11240" y="2108"/>
                    <a:pt x="11646" y="1405"/>
                    <a:pt x="11609" y="888"/>
                  </a:cubicBezTo>
                  <a:cubicBezTo>
                    <a:pt x="11609" y="629"/>
                    <a:pt x="11535" y="407"/>
                    <a:pt x="11351" y="259"/>
                  </a:cubicBezTo>
                  <a:cubicBezTo>
                    <a:pt x="11240" y="111"/>
                    <a:pt x="11018" y="38"/>
                    <a:pt x="10722" y="1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2560" bIns="52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79" name="Google Shape;1946;p37"/>
            <p:cNvSpPr/>
            <p:nvPr/>
          </p:nvSpPr>
          <p:spPr>
            <a:xfrm>
              <a:off x="8874000" y="3835440"/>
              <a:ext cx="242640" cy="128160"/>
            </a:xfrm>
            <a:custGeom>
              <a:avLst/>
              <a:gdLst>
                <a:gd name="textAreaLeft" fmla="*/ 0 w 242640"/>
                <a:gd name="textAreaRight" fmla="*/ 243000 w 242640"/>
                <a:gd name="textAreaTop" fmla="*/ 0 h 128160"/>
                <a:gd name="textAreaBottom" fmla="*/ 128520 h 128160"/>
              </a:gdLst>
              <a:ahLst/>
              <a:rect l="textAreaLeft" t="textAreaTop" r="textAreaRight" b="textAreaBottom"/>
              <a:pathLst>
                <a:path w="12866" h="6803">
                  <a:moveTo>
                    <a:pt x="11128" y="629"/>
                  </a:moveTo>
                  <a:cubicBezTo>
                    <a:pt x="11572" y="629"/>
                    <a:pt x="11831" y="739"/>
                    <a:pt x="11979" y="887"/>
                  </a:cubicBezTo>
                  <a:cubicBezTo>
                    <a:pt x="12163" y="1035"/>
                    <a:pt x="12237" y="1257"/>
                    <a:pt x="12237" y="1516"/>
                  </a:cubicBezTo>
                  <a:cubicBezTo>
                    <a:pt x="12274" y="2033"/>
                    <a:pt x="11868" y="2736"/>
                    <a:pt x="11017" y="3290"/>
                  </a:cubicBezTo>
                  <a:cubicBezTo>
                    <a:pt x="10019" y="3919"/>
                    <a:pt x="8134" y="4658"/>
                    <a:pt x="6359" y="5213"/>
                  </a:cubicBezTo>
                  <a:cubicBezTo>
                    <a:pt x="5435" y="5509"/>
                    <a:pt x="4584" y="5767"/>
                    <a:pt x="3845" y="5915"/>
                  </a:cubicBezTo>
                  <a:cubicBezTo>
                    <a:pt x="3106" y="6100"/>
                    <a:pt x="2477" y="6211"/>
                    <a:pt x="2181" y="6211"/>
                  </a:cubicBezTo>
                  <a:cubicBezTo>
                    <a:pt x="1849" y="6211"/>
                    <a:pt x="1405" y="6100"/>
                    <a:pt x="1072" y="5915"/>
                  </a:cubicBezTo>
                  <a:cubicBezTo>
                    <a:pt x="924" y="5841"/>
                    <a:pt x="813" y="5767"/>
                    <a:pt x="740" y="5657"/>
                  </a:cubicBezTo>
                  <a:cubicBezTo>
                    <a:pt x="666" y="5583"/>
                    <a:pt x="629" y="5509"/>
                    <a:pt x="629" y="5398"/>
                  </a:cubicBezTo>
                  <a:cubicBezTo>
                    <a:pt x="629" y="5324"/>
                    <a:pt x="703" y="5139"/>
                    <a:pt x="961" y="4880"/>
                  </a:cubicBezTo>
                  <a:cubicBezTo>
                    <a:pt x="1257" y="4658"/>
                    <a:pt x="1701" y="4400"/>
                    <a:pt x="2440" y="4104"/>
                  </a:cubicBezTo>
                  <a:cubicBezTo>
                    <a:pt x="5763" y="2802"/>
                    <a:pt x="10101" y="929"/>
                    <a:pt x="10721" y="661"/>
                  </a:cubicBezTo>
                  <a:lnTo>
                    <a:pt x="10721" y="661"/>
                  </a:lnTo>
                  <a:lnTo>
                    <a:pt x="10722" y="666"/>
                  </a:lnTo>
                  <a:cubicBezTo>
                    <a:pt x="10869" y="629"/>
                    <a:pt x="11017" y="629"/>
                    <a:pt x="11128" y="629"/>
                  </a:cubicBezTo>
                  <a:close/>
                  <a:moveTo>
                    <a:pt x="11128" y="0"/>
                  </a:moveTo>
                  <a:cubicBezTo>
                    <a:pt x="10980" y="0"/>
                    <a:pt x="10796" y="0"/>
                    <a:pt x="10611" y="37"/>
                  </a:cubicBezTo>
                  <a:lnTo>
                    <a:pt x="10537" y="74"/>
                  </a:lnTo>
                  <a:cubicBezTo>
                    <a:pt x="10537" y="74"/>
                    <a:pt x="10241" y="185"/>
                    <a:pt x="9723" y="407"/>
                  </a:cubicBezTo>
                  <a:cubicBezTo>
                    <a:pt x="8245" y="1035"/>
                    <a:pt x="4880" y="2477"/>
                    <a:pt x="2218" y="3512"/>
                  </a:cubicBezTo>
                  <a:cubicBezTo>
                    <a:pt x="1442" y="3808"/>
                    <a:pt x="924" y="4104"/>
                    <a:pt x="555" y="4437"/>
                  </a:cubicBezTo>
                  <a:cubicBezTo>
                    <a:pt x="222" y="4732"/>
                    <a:pt x="0" y="5065"/>
                    <a:pt x="0" y="5398"/>
                  </a:cubicBezTo>
                  <a:cubicBezTo>
                    <a:pt x="0" y="5657"/>
                    <a:pt x="111" y="5878"/>
                    <a:pt x="259" y="6063"/>
                  </a:cubicBezTo>
                  <a:cubicBezTo>
                    <a:pt x="481" y="6322"/>
                    <a:pt x="777" y="6507"/>
                    <a:pt x="1146" y="6618"/>
                  </a:cubicBezTo>
                  <a:cubicBezTo>
                    <a:pt x="1479" y="6729"/>
                    <a:pt x="1849" y="6803"/>
                    <a:pt x="2181" y="6803"/>
                  </a:cubicBezTo>
                  <a:cubicBezTo>
                    <a:pt x="2588" y="6803"/>
                    <a:pt x="3217" y="6692"/>
                    <a:pt x="3956" y="6507"/>
                  </a:cubicBezTo>
                  <a:cubicBezTo>
                    <a:pt x="5102" y="6248"/>
                    <a:pt x="6544" y="5841"/>
                    <a:pt x="7912" y="5324"/>
                  </a:cubicBezTo>
                  <a:cubicBezTo>
                    <a:pt x="9243" y="4843"/>
                    <a:pt x="10537" y="4326"/>
                    <a:pt x="11350" y="3808"/>
                  </a:cubicBezTo>
                  <a:cubicBezTo>
                    <a:pt x="12348" y="3180"/>
                    <a:pt x="12866" y="2329"/>
                    <a:pt x="12866" y="1516"/>
                  </a:cubicBezTo>
                  <a:cubicBezTo>
                    <a:pt x="12866" y="1109"/>
                    <a:pt x="12718" y="703"/>
                    <a:pt x="12422" y="444"/>
                  </a:cubicBezTo>
                  <a:cubicBezTo>
                    <a:pt x="12090" y="148"/>
                    <a:pt x="11683" y="0"/>
                    <a:pt x="1112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4080" bIns="64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0" name="Google Shape;1947;p37"/>
            <p:cNvSpPr/>
            <p:nvPr/>
          </p:nvSpPr>
          <p:spPr>
            <a:xfrm>
              <a:off x="8825760" y="3776760"/>
              <a:ext cx="295920" cy="127800"/>
            </a:xfrm>
            <a:custGeom>
              <a:avLst/>
              <a:gdLst>
                <a:gd name="textAreaLeft" fmla="*/ 0 w 295920"/>
                <a:gd name="textAreaRight" fmla="*/ 296280 w 295920"/>
                <a:gd name="textAreaTop" fmla="*/ 0 h 127800"/>
                <a:gd name="textAreaBottom" fmla="*/ 128160 h 127800"/>
              </a:gdLst>
              <a:ahLst/>
              <a:rect l="textAreaLeft" t="textAreaTop" r="textAreaRight" b="textAreaBottom"/>
              <a:pathLst>
                <a:path w="15687" h="6781">
                  <a:moveTo>
                    <a:pt x="13608" y="0"/>
                  </a:moveTo>
                  <a:cubicBezTo>
                    <a:pt x="13436" y="0"/>
                    <a:pt x="13251" y="17"/>
                    <a:pt x="13051" y="51"/>
                  </a:cubicBezTo>
                  <a:cubicBezTo>
                    <a:pt x="13051" y="51"/>
                    <a:pt x="7875" y="2307"/>
                    <a:pt x="3919" y="3823"/>
                  </a:cubicBezTo>
                  <a:cubicBezTo>
                    <a:pt x="0" y="5375"/>
                    <a:pt x="2255" y="6780"/>
                    <a:pt x="3808" y="6780"/>
                  </a:cubicBezTo>
                  <a:cubicBezTo>
                    <a:pt x="5324" y="6780"/>
                    <a:pt x="11387" y="4969"/>
                    <a:pt x="13642" y="3564"/>
                  </a:cubicBezTo>
                  <a:cubicBezTo>
                    <a:pt x="15687" y="2269"/>
                    <a:pt x="15627" y="0"/>
                    <a:pt x="1360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4080" bIns="64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1" name="Google Shape;1948;p37"/>
            <p:cNvSpPr/>
            <p:nvPr/>
          </p:nvSpPr>
          <p:spPr>
            <a:xfrm>
              <a:off x="8864280" y="3783960"/>
              <a:ext cx="241920" cy="114840"/>
            </a:xfrm>
            <a:custGeom>
              <a:avLst/>
              <a:gdLst>
                <a:gd name="textAreaLeft" fmla="*/ 0 w 241920"/>
                <a:gd name="textAreaRight" fmla="*/ 242280 w 241920"/>
                <a:gd name="textAreaTop" fmla="*/ 0 h 114840"/>
                <a:gd name="textAreaBottom" fmla="*/ 115200 h 114840"/>
              </a:gdLst>
              <a:ahLst/>
              <a:rect l="textAreaLeft" t="textAreaTop" r="textAreaRight" b="textAreaBottom"/>
              <a:pathLst>
                <a:path w="12830" h="6101">
                  <a:moveTo>
                    <a:pt x="12090" y="0"/>
                  </a:moveTo>
                  <a:cubicBezTo>
                    <a:pt x="12053" y="0"/>
                    <a:pt x="12016" y="37"/>
                    <a:pt x="12016" y="37"/>
                  </a:cubicBezTo>
                  <a:cubicBezTo>
                    <a:pt x="10278" y="1109"/>
                    <a:pt x="6286" y="2440"/>
                    <a:pt x="3845" y="2995"/>
                  </a:cubicBezTo>
                  <a:cubicBezTo>
                    <a:pt x="3217" y="3254"/>
                    <a:pt x="2625" y="3512"/>
                    <a:pt x="2034" y="3734"/>
                  </a:cubicBezTo>
                  <a:cubicBezTo>
                    <a:pt x="1221" y="4067"/>
                    <a:pt x="703" y="4363"/>
                    <a:pt x="407" y="4622"/>
                  </a:cubicBezTo>
                  <a:cubicBezTo>
                    <a:pt x="74" y="4880"/>
                    <a:pt x="1" y="5065"/>
                    <a:pt x="1" y="5213"/>
                  </a:cubicBezTo>
                  <a:cubicBezTo>
                    <a:pt x="1" y="5287"/>
                    <a:pt x="38" y="5398"/>
                    <a:pt x="148" y="5509"/>
                  </a:cubicBezTo>
                  <a:cubicBezTo>
                    <a:pt x="222" y="5583"/>
                    <a:pt x="370" y="5694"/>
                    <a:pt x="555" y="5805"/>
                  </a:cubicBezTo>
                  <a:cubicBezTo>
                    <a:pt x="888" y="5989"/>
                    <a:pt x="1368" y="6100"/>
                    <a:pt x="1738" y="6100"/>
                  </a:cubicBezTo>
                  <a:lnTo>
                    <a:pt x="1775" y="6100"/>
                  </a:lnTo>
                  <a:cubicBezTo>
                    <a:pt x="2108" y="6100"/>
                    <a:pt x="2773" y="5989"/>
                    <a:pt x="3550" y="5805"/>
                  </a:cubicBezTo>
                  <a:cubicBezTo>
                    <a:pt x="4363" y="5620"/>
                    <a:pt x="5324" y="5324"/>
                    <a:pt x="6323" y="5028"/>
                  </a:cubicBezTo>
                  <a:cubicBezTo>
                    <a:pt x="8282" y="4400"/>
                    <a:pt x="10352" y="3586"/>
                    <a:pt x="11424" y="2921"/>
                  </a:cubicBezTo>
                  <a:cubicBezTo>
                    <a:pt x="12386" y="2329"/>
                    <a:pt x="12829" y="1516"/>
                    <a:pt x="12792" y="925"/>
                  </a:cubicBezTo>
                  <a:cubicBezTo>
                    <a:pt x="12792" y="629"/>
                    <a:pt x="12718" y="407"/>
                    <a:pt x="12534" y="222"/>
                  </a:cubicBezTo>
                  <a:cubicBezTo>
                    <a:pt x="12423" y="111"/>
                    <a:pt x="12275" y="37"/>
                    <a:pt x="12090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0" bIns="576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2" name="Google Shape;1949;p37"/>
            <p:cNvSpPr/>
            <p:nvPr/>
          </p:nvSpPr>
          <p:spPr>
            <a:xfrm>
              <a:off x="8853120" y="3770640"/>
              <a:ext cx="264240" cy="139320"/>
            </a:xfrm>
            <a:custGeom>
              <a:avLst/>
              <a:gdLst>
                <a:gd name="textAreaLeft" fmla="*/ 0 w 264240"/>
                <a:gd name="textAreaRight" fmla="*/ 264600 w 264240"/>
                <a:gd name="textAreaTop" fmla="*/ 0 h 139320"/>
                <a:gd name="textAreaBottom" fmla="*/ 139680 h 139320"/>
              </a:gdLst>
              <a:ahLst/>
              <a:rect l="textAreaLeft" t="textAreaTop" r="textAreaRight" b="textAreaBottom"/>
              <a:pathLst>
                <a:path w="14012" h="7395">
                  <a:moveTo>
                    <a:pt x="12163" y="629"/>
                  </a:moveTo>
                  <a:cubicBezTo>
                    <a:pt x="12607" y="629"/>
                    <a:pt x="12903" y="740"/>
                    <a:pt x="13125" y="925"/>
                  </a:cubicBezTo>
                  <a:cubicBezTo>
                    <a:pt x="13309" y="1110"/>
                    <a:pt x="13383" y="1332"/>
                    <a:pt x="13383" y="1628"/>
                  </a:cubicBezTo>
                  <a:cubicBezTo>
                    <a:pt x="13420" y="2219"/>
                    <a:pt x="12977" y="3032"/>
                    <a:pt x="12015" y="3624"/>
                  </a:cubicBezTo>
                  <a:cubicBezTo>
                    <a:pt x="10943" y="4289"/>
                    <a:pt x="8873" y="5103"/>
                    <a:pt x="6914" y="5731"/>
                  </a:cubicBezTo>
                  <a:cubicBezTo>
                    <a:pt x="5915" y="6027"/>
                    <a:pt x="4954" y="6323"/>
                    <a:pt x="4141" y="6508"/>
                  </a:cubicBezTo>
                  <a:cubicBezTo>
                    <a:pt x="3364" y="6692"/>
                    <a:pt x="2699" y="6803"/>
                    <a:pt x="2366" y="6803"/>
                  </a:cubicBezTo>
                  <a:cubicBezTo>
                    <a:pt x="1959" y="6803"/>
                    <a:pt x="1479" y="6692"/>
                    <a:pt x="1146" y="6508"/>
                  </a:cubicBezTo>
                  <a:cubicBezTo>
                    <a:pt x="961" y="6397"/>
                    <a:pt x="813" y="6286"/>
                    <a:pt x="739" y="6212"/>
                  </a:cubicBezTo>
                  <a:cubicBezTo>
                    <a:pt x="629" y="6101"/>
                    <a:pt x="592" y="5990"/>
                    <a:pt x="592" y="5916"/>
                  </a:cubicBezTo>
                  <a:cubicBezTo>
                    <a:pt x="592" y="5768"/>
                    <a:pt x="665" y="5583"/>
                    <a:pt x="998" y="5325"/>
                  </a:cubicBezTo>
                  <a:cubicBezTo>
                    <a:pt x="1294" y="5066"/>
                    <a:pt x="1812" y="4770"/>
                    <a:pt x="2625" y="4437"/>
                  </a:cubicBezTo>
                  <a:cubicBezTo>
                    <a:pt x="6268" y="2994"/>
                    <a:pt x="11030" y="943"/>
                    <a:pt x="11682" y="662"/>
                  </a:cubicBezTo>
                  <a:lnTo>
                    <a:pt x="11682" y="662"/>
                  </a:lnTo>
                  <a:lnTo>
                    <a:pt x="11683" y="666"/>
                  </a:lnTo>
                  <a:cubicBezTo>
                    <a:pt x="11831" y="629"/>
                    <a:pt x="12015" y="629"/>
                    <a:pt x="12163" y="629"/>
                  </a:cubicBezTo>
                  <a:close/>
                  <a:moveTo>
                    <a:pt x="12163" y="1"/>
                  </a:moveTo>
                  <a:cubicBezTo>
                    <a:pt x="11978" y="1"/>
                    <a:pt x="11794" y="38"/>
                    <a:pt x="11572" y="75"/>
                  </a:cubicBezTo>
                  <a:lnTo>
                    <a:pt x="11498" y="75"/>
                  </a:lnTo>
                  <a:cubicBezTo>
                    <a:pt x="11498" y="75"/>
                    <a:pt x="11165" y="223"/>
                    <a:pt x="10611" y="444"/>
                  </a:cubicBezTo>
                  <a:cubicBezTo>
                    <a:pt x="8984" y="1147"/>
                    <a:pt x="5324" y="2700"/>
                    <a:pt x="2366" y="3883"/>
                  </a:cubicBezTo>
                  <a:cubicBezTo>
                    <a:pt x="1553" y="4178"/>
                    <a:pt x="961" y="4511"/>
                    <a:pt x="592" y="4844"/>
                  </a:cubicBezTo>
                  <a:cubicBezTo>
                    <a:pt x="222" y="5177"/>
                    <a:pt x="0" y="5546"/>
                    <a:pt x="0" y="5916"/>
                  </a:cubicBezTo>
                  <a:cubicBezTo>
                    <a:pt x="0" y="6175"/>
                    <a:pt x="111" y="6397"/>
                    <a:pt x="259" y="6582"/>
                  </a:cubicBezTo>
                  <a:cubicBezTo>
                    <a:pt x="481" y="6877"/>
                    <a:pt x="813" y="7062"/>
                    <a:pt x="1183" y="7210"/>
                  </a:cubicBezTo>
                  <a:cubicBezTo>
                    <a:pt x="1553" y="7321"/>
                    <a:pt x="1959" y="7395"/>
                    <a:pt x="2366" y="7395"/>
                  </a:cubicBezTo>
                  <a:cubicBezTo>
                    <a:pt x="2810" y="7395"/>
                    <a:pt x="3475" y="7284"/>
                    <a:pt x="4289" y="7099"/>
                  </a:cubicBezTo>
                  <a:cubicBezTo>
                    <a:pt x="5546" y="6803"/>
                    <a:pt x="7098" y="6323"/>
                    <a:pt x="8614" y="5805"/>
                  </a:cubicBezTo>
                  <a:cubicBezTo>
                    <a:pt x="10093" y="5288"/>
                    <a:pt x="11461" y="4696"/>
                    <a:pt x="12348" y="4142"/>
                  </a:cubicBezTo>
                  <a:cubicBezTo>
                    <a:pt x="13420" y="3439"/>
                    <a:pt x="14012" y="2515"/>
                    <a:pt x="14012" y="1628"/>
                  </a:cubicBezTo>
                  <a:cubicBezTo>
                    <a:pt x="14012" y="1184"/>
                    <a:pt x="13864" y="777"/>
                    <a:pt x="13531" y="481"/>
                  </a:cubicBezTo>
                  <a:cubicBezTo>
                    <a:pt x="13199" y="186"/>
                    <a:pt x="12718" y="1"/>
                    <a:pt x="121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9840" bIns="698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3" name="Google Shape;1950;p37"/>
            <p:cNvSpPr/>
            <p:nvPr/>
          </p:nvSpPr>
          <p:spPr>
            <a:xfrm>
              <a:off x="8833680" y="3717360"/>
              <a:ext cx="296280" cy="127440"/>
            </a:xfrm>
            <a:custGeom>
              <a:avLst/>
              <a:gdLst>
                <a:gd name="textAreaLeft" fmla="*/ 0 w 296280"/>
                <a:gd name="textAreaRight" fmla="*/ 296640 w 296280"/>
                <a:gd name="textAreaTop" fmla="*/ 0 h 127440"/>
                <a:gd name="textAreaBottom" fmla="*/ 127800 h 127440"/>
              </a:gdLst>
              <a:ahLst/>
              <a:rect l="textAreaLeft" t="textAreaTop" r="textAreaRight" b="textAreaBottom"/>
              <a:pathLst>
                <a:path w="15699" h="6773">
                  <a:moveTo>
                    <a:pt x="13576" y="0"/>
                  </a:moveTo>
                  <a:cubicBezTo>
                    <a:pt x="13413" y="0"/>
                    <a:pt x="13239" y="14"/>
                    <a:pt x="13051" y="44"/>
                  </a:cubicBezTo>
                  <a:cubicBezTo>
                    <a:pt x="13051" y="44"/>
                    <a:pt x="7876" y="2299"/>
                    <a:pt x="3957" y="3852"/>
                  </a:cubicBezTo>
                  <a:cubicBezTo>
                    <a:pt x="1" y="5368"/>
                    <a:pt x="2256" y="6773"/>
                    <a:pt x="3809" y="6773"/>
                  </a:cubicBezTo>
                  <a:cubicBezTo>
                    <a:pt x="5362" y="6773"/>
                    <a:pt x="11388" y="4961"/>
                    <a:pt x="13643" y="3556"/>
                  </a:cubicBezTo>
                  <a:cubicBezTo>
                    <a:pt x="15699" y="2254"/>
                    <a:pt x="15627" y="0"/>
                    <a:pt x="13576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3720" bIns="63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4" name="Google Shape;1951;p37"/>
            <p:cNvSpPr/>
            <p:nvPr/>
          </p:nvSpPr>
          <p:spPr>
            <a:xfrm>
              <a:off x="8866440" y="3717720"/>
              <a:ext cx="253080" cy="127440"/>
            </a:xfrm>
            <a:custGeom>
              <a:avLst/>
              <a:gdLst>
                <a:gd name="textAreaLeft" fmla="*/ 0 w 253080"/>
                <a:gd name="textAreaRight" fmla="*/ 253440 w 253080"/>
                <a:gd name="textAreaTop" fmla="*/ 0 h 127440"/>
                <a:gd name="textAreaBottom" fmla="*/ 127800 h 127440"/>
              </a:gdLst>
              <a:ahLst/>
              <a:rect l="textAreaLeft" t="textAreaTop" r="textAreaRight" b="textAreaBottom"/>
              <a:pathLst>
                <a:path w="13421" h="6766">
                  <a:moveTo>
                    <a:pt x="11868" y="0"/>
                  </a:moveTo>
                  <a:cubicBezTo>
                    <a:pt x="11683" y="0"/>
                    <a:pt x="11535" y="0"/>
                    <a:pt x="11313" y="37"/>
                  </a:cubicBezTo>
                  <a:cubicBezTo>
                    <a:pt x="11313" y="37"/>
                    <a:pt x="6138" y="2292"/>
                    <a:pt x="2219" y="3845"/>
                  </a:cubicBezTo>
                  <a:cubicBezTo>
                    <a:pt x="592" y="4473"/>
                    <a:pt x="0" y="5065"/>
                    <a:pt x="0" y="5583"/>
                  </a:cubicBezTo>
                  <a:cubicBezTo>
                    <a:pt x="0" y="6285"/>
                    <a:pt x="1147" y="6766"/>
                    <a:pt x="2071" y="6766"/>
                  </a:cubicBezTo>
                  <a:cubicBezTo>
                    <a:pt x="3624" y="6766"/>
                    <a:pt x="9650" y="4954"/>
                    <a:pt x="11905" y="3549"/>
                  </a:cubicBezTo>
                  <a:cubicBezTo>
                    <a:pt x="11905" y="3549"/>
                    <a:pt x="11942" y="3512"/>
                    <a:pt x="11979" y="3512"/>
                  </a:cubicBezTo>
                  <a:cubicBezTo>
                    <a:pt x="12164" y="3364"/>
                    <a:pt x="12349" y="3216"/>
                    <a:pt x="12533" y="3069"/>
                  </a:cubicBezTo>
                  <a:cubicBezTo>
                    <a:pt x="13125" y="2514"/>
                    <a:pt x="13421" y="1886"/>
                    <a:pt x="13421" y="1331"/>
                  </a:cubicBezTo>
                  <a:cubicBezTo>
                    <a:pt x="13421" y="592"/>
                    <a:pt x="12903" y="0"/>
                    <a:pt x="11868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3720" bIns="63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5" name="Google Shape;1952;p37"/>
            <p:cNvSpPr/>
            <p:nvPr/>
          </p:nvSpPr>
          <p:spPr>
            <a:xfrm>
              <a:off x="8860680" y="3711240"/>
              <a:ext cx="264240" cy="140040"/>
            </a:xfrm>
            <a:custGeom>
              <a:avLst/>
              <a:gdLst>
                <a:gd name="textAreaLeft" fmla="*/ 0 w 264240"/>
                <a:gd name="textAreaRight" fmla="*/ 264600 w 264240"/>
                <a:gd name="textAreaTop" fmla="*/ 0 h 140040"/>
                <a:gd name="textAreaBottom" fmla="*/ 140400 h 140040"/>
              </a:gdLst>
              <a:ahLst/>
              <a:rect l="textAreaLeft" t="textAreaTop" r="textAreaRight" b="textAreaBottom"/>
              <a:pathLst>
                <a:path w="14013" h="7432">
                  <a:moveTo>
                    <a:pt x="12164" y="629"/>
                  </a:moveTo>
                  <a:cubicBezTo>
                    <a:pt x="12608" y="629"/>
                    <a:pt x="12903" y="777"/>
                    <a:pt x="13125" y="925"/>
                  </a:cubicBezTo>
                  <a:cubicBezTo>
                    <a:pt x="13310" y="1109"/>
                    <a:pt x="13384" y="1331"/>
                    <a:pt x="13421" y="1664"/>
                  </a:cubicBezTo>
                  <a:cubicBezTo>
                    <a:pt x="13421" y="2219"/>
                    <a:pt x="12977" y="3032"/>
                    <a:pt x="12016" y="3623"/>
                  </a:cubicBezTo>
                  <a:cubicBezTo>
                    <a:pt x="10944" y="4289"/>
                    <a:pt x="8874" y="5102"/>
                    <a:pt x="6914" y="5731"/>
                  </a:cubicBezTo>
                  <a:cubicBezTo>
                    <a:pt x="5916" y="6027"/>
                    <a:pt x="4955" y="6322"/>
                    <a:pt x="4141" y="6507"/>
                  </a:cubicBezTo>
                  <a:cubicBezTo>
                    <a:pt x="3365" y="6692"/>
                    <a:pt x="2700" y="6803"/>
                    <a:pt x="2367" y="6803"/>
                  </a:cubicBezTo>
                  <a:cubicBezTo>
                    <a:pt x="1960" y="6803"/>
                    <a:pt x="1480" y="6692"/>
                    <a:pt x="1147" y="6507"/>
                  </a:cubicBezTo>
                  <a:cubicBezTo>
                    <a:pt x="962" y="6433"/>
                    <a:pt x="814" y="6322"/>
                    <a:pt x="740" y="6211"/>
                  </a:cubicBezTo>
                  <a:cubicBezTo>
                    <a:pt x="629" y="6100"/>
                    <a:pt x="592" y="6027"/>
                    <a:pt x="592" y="5916"/>
                  </a:cubicBezTo>
                  <a:cubicBezTo>
                    <a:pt x="592" y="5805"/>
                    <a:pt x="666" y="5583"/>
                    <a:pt x="999" y="5324"/>
                  </a:cubicBezTo>
                  <a:cubicBezTo>
                    <a:pt x="1295" y="5065"/>
                    <a:pt x="1812" y="4770"/>
                    <a:pt x="2626" y="4437"/>
                  </a:cubicBezTo>
                  <a:cubicBezTo>
                    <a:pt x="6544" y="2884"/>
                    <a:pt x="11757" y="666"/>
                    <a:pt x="11757" y="666"/>
                  </a:cubicBezTo>
                  <a:lnTo>
                    <a:pt x="11751" y="654"/>
                  </a:lnTo>
                  <a:lnTo>
                    <a:pt x="11751" y="654"/>
                  </a:lnTo>
                  <a:cubicBezTo>
                    <a:pt x="11905" y="629"/>
                    <a:pt x="12035" y="629"/>
                    <a:pt x="12164" y="629"/>
                  </a:cubicBezTo>
                  <a:close/>
                  <a:moveTo>
                    <a:pt x="12164" y="0"/>
                  </a:moveTo>
                  <a:cubicBezTo>
                    <a:pt x="11979" y="0"/>
                    <a:pt x="11794" y="37"/>
                    <a:pt x="11572" y="74"/>
                  </a:cubicBezTo>
                  <a:lnTo>
                    <a:pt x="11499" y="74"/>
                  </a:lnTo>
                  <a:cubicBezTo>
                    <a:pt x="11499" y="74"/>
                    <a:pt x="11166" y="222"/>
                    <a:pt x="10648" y="481"/>
                  </a:cubicBezTo>
                  <a:cubicBezTo>
                    <a:pt x="8985" y="1183"/>
                    <a:pt x="5324" y="2736"/>
                    <a:pt x="2367" y="3882"/>
                  </a:cubicBezTo>
                  <a:cubicBezTo>
                    <a:pt x="1553" y="4215"/>
                    <a:pt x="962" y="4511"/>
                    <a:pt x="592" y="4843"/>
                  </a:cubicBezTo>
                  <a:cubicBezTo>
                    <a:pt x="223" y="5176"/>
                    <a:pt x="1" y="5546"/>
                    <a:pt x="1" y="5916"/>
                  </a:cubicBezTo>
                  <a:cubicBezTo>
                    <a:pt x="1" y="6174"/>
                    <a:pt x="112" y="6433"/>
                    <a:pt x="259" y="6618"/>
                  </a:cubicBezTo>
                  <a:cubicBezTo>
                    <a:pt x="481" y="6877"/>
                    <a:pt x="851" y="7062"/>
                    <a:pt x="1184" y="7210"/>
                  </a:cubicBezTo>
                  <a:cubicBezTo>
                    <a:pt x="1553" y="7357"/>
                    <a:pt x="1960" y="7431"/>
                    <a:pt x="2367" y="7431"/>
                  </a:cubicBezTo>
                  <a:cubicBezTo>
                    <a:pt x="2810" y="7431"/>
                    <a:pt x="3476" y="7284"/>
                    <a:pt x="4289" y="7099"/>
                  </a:cubicBezTo>
                  <a:cubicBezTo>
                    <a:pt x="5546" y="6803"/>
                    <a:pt x="7099" y="6359"/>
                    <a:pt x="8615" y="5805"/>
                  </a:cubicBezTo>
                  <a:cubicBezTo>
                    <a:pt x="10094" y="5287"/>
                    <a:pt x="11462" y="4696"/>
                    <a:pt x="12349" y="4141"/>
                  </a:cubicBezTo>
                  <a:cubicBezTo>
                    <a:pt x="13458" y="3476"/>
                    <a:pt x="14013" y="2514"/>
                    <a:pt x="14013" y="1664"/>
                  </a:cubicBezTo>
                  <a:cubicBezTo>
                    <a:pt x="14013" y="1220"/>
                    <a:pt x="13865" y="777"/>
                    <a:pt x="13532" y="481"/>
                  </a:cubicBezTo>
                  <a:cubicBezTo>
                    <a:pt x="13199" y="185"/>
                    <a:pt x="12719" y="0"/>
                    <a:pt x="1216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200" bIns="70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6" name="Google Shape;1953;p37"/>
            <p:cNvSpPr/>
            <p:nvPr/>
          </p:nvSpPr>
          <p:spPr>
            <a:xfrm>
              <a:off x="7809480" y="2253600"/>
              <a:ext cx="641520" cy="791280"/>
            </a:xfrm>
            <a:custGeom>
              <a:avLst/>
              <a:gdLst>
                <a:gd name="textAreaLeft" fmla="*/ 0 w 641520"/>
                <a:gd name="textAreaRight" fmla="*/ 641880 w 641520"/>
                <a:gd name="textAreaTop" fmla="*/ 0 h 791280"/>
                <a:gd name="textAreaBottom" fmla="*/ 791640 h 791280"/>
              </a:gdLst>
              <a:ahLst/>
              <a:rect l="textAreaLeft" t="textAreaTop" r="textAreaRight" b="textAreaBottom"/>
              <a:pathLst>
                <a:path w="33977" h="41912">
                  <a:moveTo>
                    <a:pt x="14309" y="0"/>
                  </a:moveTo>
                  <a:cubicBezTo>
                    <a:pt x="14309" y="0"/>
                    <a:pt x="4216" y="6470"/>
                    <a:pt x="2108" y="8984"/>
                  </a:cubicBezTo>
                  <a:cubicBezTo>
                    <a:pt x="1" y="11535"/>
                    <a:pt x="962" y="16859"/>
                    <a:pt x="1110" y="18560"/>
                  </a:cubicBezTo>
                  <a:cubicBezTo>
                    <a:pt x="1258" y="20223"/>
                    <a:pt x="1406" y="31462"/>
                    <a:pt x="2367" y="33274"/>
                  </a:cubicBezTo>
                  <a:cubicBezTo>
                    <a:pt x="3333" y="35063"/>
                    <a:pt x="6205" y="41911"/>
                    <a:pt x="15275" y="41911"/>
                  </a:cubicBezTo>
                  <a:cubicBezTo>
                    <a:pt x="15575" y="41911"/>
                    <a:pt x="15881" y="41904"/>
                    <a:pt x="16194" y="41888"/>
                  </a:cubicBezTo>
                  <a:cubicBezTo>
                    <a:pt x="23255" y="41592"/>
                    <a:pt x="26805" y="35825"/>
                    <a:pt x="28210" y="32165"/>
                  </a:cubicBezTo>
                  <a:cubicBezTo>
                    <a:pt x="29614" y="28505"/>
                    <a:pt x="29910" y="24290"/>
                    <a:pt x="29910" y="24290"/>
                  </a:cubicBezTo>
                  <a:cubicBezTo>
                    <a:pt x="29910" y="24290"/>
                    <a:pt x="33977" y="23588"/>
                    <a:pt x="33977" y="20223"/>
                  </a:cubicBezTo>
                  <a:cubicBezTo>
                    <a:pt x="33977" y="17022"/>
                    <a:pt x="33173" y="13318"/>
                    <a:pt x="31439" y="13318"/>
                  </a:cubicBezTo>
                  <a:cubicBezTo>
                    <a:pt x="31351" y="13318"/>
                    <a:pt x="31260" y="13327"/>
                    <a:pt x="31167" y="13347"/>
                  </a:cubicBezTo>
                  <a:cubicBezTo>
                    <a:pt x="30206" y="13569"/>
                    <a:pt x="28912" y="15750"/>
                    <a:pt x="28912" y="15750"/>
                  </a:cubicBezTo>
                  <a:cubicBezTo>
                    <a:pt x="28912" y="15750"/>
                    <a:pt x="23588" y="12238"/>
                    <a:pt x="19078" y="7025"/>
                  </a:cubicBezTo>
                  <a:cubicBezTo>
                    <a:pt x="14604" y="1812"/>
                    <a:pt x="14309" y="0"/>
                    <a:pt x="14309" y="0"/>
                  </a:cubicBezTo>
                  <a:close/>
                </a:path>
              </a:pathLst>
            </a:custGeom>
            <a:solidFill>
              <a:srgbClr val="adada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7" name="Google Shape;1954;p37"/>
            <p:cNvSpPr/>
            <p:nvPr/>
          </p:nvSpPr>
          <p:spPr>
            <a:xfrm>
              <a:off x="7830720" y="2253600"/>
              <a:ext cx="524880" cy="302760"/>
            </a:xfrm>
            <a:custGeom>
              <a:avLst/>
              <a:gdLst>
                <a:gd name="textAreaLeft" fmla="*/ 0 w 524880"/>
                <a:gd name="textAreaRight" fmla="*/ 525240 w 524880"/>
                <a:gd name="textAreaTop" fmla="*/ 0 h 302760"/>
                <a:gd name="textAreaBottom" fmla="*/ 303120 h 302760"/>
              </a:gdLst>
              <a:ahLst/>
              <a:rect l="textAreaLeft" t="textAreaTop" r="textAreaRight" b="textAreaBottom"/>
              <a:pathLst>
                <a:path w="27802" h="16045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20307" y="16045"/>
                    <a:pt x="26183" y="16045"/>
                  </a:cubicBezTo>
                  <a:cubicBezTo>
                    <a:pt x="26742" y="16045"/>
                    <a:pt x="27285" y="15952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8" name="Google Shape;1955;p37"/>
            <p:cNvSpPr/>
            <p:nvPr/>
          </p:nvSpPr>
          <p:spPr>
            <a:xfrm>
              <a:off x="7829280" y="2570400"/>
              <a:ext cx="622080" cy="474480"/>
            </a:xfrm>
            <a:custGeom>
              <a:avLst/>
              <a:gdLst>
                <a:gd name="textAreaLeft" fmla="*/ 0 w 622080"/>
                <a:gd name="textAreaRight" fmla="*/ 622440 w 622080"/>
                <a:gd name="textAreaTop" fmla="*/ 0 h 474480"/>
                <a:gd name="textAreaBottom" fmla="*/ 474840 h 474480"/>
              </a:gdLst>
              <a:ahLst/>
              <a:rect l="textAreaLeft" t="textAreaTop" r="textAreaRight" b="textAreaBottom"/>
              <a:pathLst>
                <a:path w="32941" h="25145">
                  <a:moveTo>
                    <a:pt x="3235" y="0"/>
                  </a:moveTo>
                  <a:cubicBezTo>
                    <a:pt x="3026" y="0"/>
                    <a:pt x="2810" y="6"/>
                    <a:pt x="2588" y="18"/>
                  </a:cubicBezTo>
                  <a:cubicBezTo>
                    <a:pt x="1479" y="92"/>
                    <a:pt x="666" y="536"/>
                    <a:pt x="0" y="1090"/>
                  </a:cubicBezTo>
                  <a:cubicBezTo>
                    <a:pt x="37" y="1349"/>
                    <a:pt x="74" y="1608"/>
                    <a:pt x="74" y="1793"/>
                  </a:cubicBezTo>
                  <a:cubicBezTo>
                    <a:pt x="222" y="3456"/>
                    <a:pt x="370" y="14695"/>
                    <a:pt x="1331" y="16507"/>
                  </a:cubicBezTo>
                  <a:cubicBezTo>
                    <a:pt x="2297" y="18296"/>
                    <a:pt x="5169" y="25144"/>
                    <a:pt x="14239" y="25144"/>
                  </a:cubicBezTo>
                  <a:cubicBezTo>
                    <a:pt x="14539" y="25144"/>
                    <a:pt x="14845" y="25137"/>
                    <a:pt x="15158" y="25121"/>
                  </a:cubicBezTo>
                  <a:cubicBezTo>
                    <a:pt x="22219" y="24825"/>
                    <a:pt x="25769" y="19058"/>
                    <a:pt x="27174" y="15398"/>
                  </a:cubicBezTo>
                  <a:cubicBezTo>
                    <a:pt x="28578" y="11738"/>
                    <a:pt x="28874" y="7523"/>
                    <a:pt x="28874" y="7523"/>
                  </a:cubicBezTo>
                  <a:cubicBezTo>
                    <a:pt x="28874" y="7523"/>
                    <a:pt x="32941" y="6821"/>
                    <a:pt x="32941" y="3456"/>
                  </a:cubicBezTo>
                  <a:cubicBezTo>
                    <a:pt x="32941" y="2791"/>
                    <a:pt x="32904" y="2088"/>
                    <a:pt x="32830" y="1386"/>
                  </a:cubicBezTo>
                  <a:cubicBezTo>
                    <a:pt x="32719" y="2458"/>
                    <a:pt x="32497" y="3641"/>
                    <a:pt x="32054" y="4602"/>
                  </a:cubicBezTo>
                  <a:cubicBezTo>
                    <a:pt x="31225" y="6421"/>
                    <a:pt x="29447" y="6673"/>
                    <a:pt x="28528" y="6673"/>
                  </a:cubicBezTo>
                  <a:cubicBezTo>
                    <a:pt x="28176" y="6673"/>
                    <a:pt x="27950" y="6636"/>
                    <a:pt x="27950" y="6636"/>
                  </a:cubicBezTo>
                  <a:cubicBezTo>
                    <a:pt x="27950" y="6636"/>
                    <a:pt x="26101" y="16248"/>
                    <a:pt x="23587" y="19206"/>
                  </a:cubicBezTo>
                  <a:cubicBezTo>
                    <a:pt x="21937" y="21148"/>
                    <a:pt x="18421" y="22899"/>
                    <a:pt x="14265" y="22899"/>
                  </a:cubicBezTo>
                  <a:cubicBezTo>
                    <a:pt x="12091" y="22899"/>
                    <a:pt x="9743" y="22420"/>
                    <a:pt x="7394" y="21239"/>
                  </a:cubicBezTo>
                  <a:cubicBezTo>
                    <a:pt x="555" y="17838"/>
                    <a:pt x="1479" y="9409"/>
                    <a:pt x="1479" y="9409"/>
                  </a:cubicBezTo>
                  <a:cubicBezTo>
                    <a:pt x="1479" y="9409"/>
                    <a:pt x="5583" y="9409"/>
                    <a:pt x="7172" y="5527"/>
                  </a:cubicBezTo>
                  <a:cubicBezTo>
                    <a:pt x="8677" y="1853"/>
                    <a:pt x="6936" y="0"/>
                    <a:pt x="323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89" name="Google Shape;1956;p37"/>
            <p:cNvSpPr/>
            <p:nvPr/>
          </p:nvSpPr>
          <p:spPr>
            <a:xfrm>
              <a:off x="7829280" y="2570760"/>
              <a:ext cx="622080" cy="474480"/>
            </a:xfrm>
            <a:custGeom>
              <a:avLst/>
              <a:gdLst>
                <a:gd name="textAreaLeft" fmla="*/ 0 w 622080"/>
                <a:gd name="textAreaRight" fmla="*/ 622440 w 622080"/>
                <a:gd name="textAreaTop" fmla="*/ 0 h 474480"/>
                <a:gd name="textAreaBottom" fmla="*/ 474840 h 474480"/>
              </a:gdLst>
              <a:ahLst/>
              <a:rect l="textAreaLeft" t="textAreaTop" r="textAreaRight" b="textAreaBottom"/>
              <a:pathLst>
                <a:path w="32941" h="25141">
                  <a:moveTo>
                    <a:pt x="2588" y="0"/>
                  </a:moveTo>
                  <a:cubicBezTo>
                    <a:pt x="1479" y="74"/>
                    <a:pt x="666" y="518"/>
                    <a:pt x="0" y="1072"/>
                  </a:cubicBezTo>
                  <a:cubicBezTo>
                    <a:pt x="37" y="1331"/>
                    <a:pt x="74" y="1553"/>
                    <a:pt x="74" y="1775"/>
                  </a:cubicBezTo>
                  <a:cubicBezTo>
                    <a:pt x="222" y="3401"/>
                    <a:pt x="370" y="14197"/>
                    <a:pt x="1294" y="16378"/>
                  </a:cubicBezTo>
                  <a:cubicBezTo>
                    <a:pt x="1294" y="16415"/>
                    <a:pt x="1331" y="16452"/>
                    <a:pt x="1331" y="16489"/>
                  </a:cubicBezTo>
                  <a:cubicBezTo>
                    <a:pt x="1405" y="16637"/>
                    <a:pt x="1479" y="16785"/>
                    <a:pt x="1590" y="16970"/>
                  </a:cubicBezTo>
                  <a:cubicBezTo>
                    <a:pt x="1664" y="17155"/>
                    <a:pt x="1812" y="17376"/>
                    <a:pt x="1923" y="17598"/>
                  </a:cubicBezTo>
                  <a:cubicBezTo>
                    <a:pt x="2255" y="18227"/>
                    <a:pt x="2699" y="19003"/>
                    <a:pt x="3327" y="19816"/>
                  </a:cubicBezTo>
                  <a:cubicBezTo>
                    <a:pt x="3475" y="20038"/>
                    <a:pt x="3623" y="20260"/>
                    <a:pt x="3808" y="20482"/>
                  </a:cubicBezTo>
                  <a:cubicBezTo>
                    <a:pt x="3919" y="20593"/>
                    <a:pt x="3993" y="20667"/>
                    <a:pt x="4067" y="20778"/>
                  </a:cubicBezTo>
                  <a:cubicBezTo>
                    <a:pt x="6026" y="22996"/>
                    <a:pt x="9169" y="25140"/>
                    <a:pt x="14271" y="25140"/>
                  </a:cubicBezTo>
                  <a:cubicBezTo>
                    <a:pt x="14567" y="25140"/>
                    <a:pt x="14862" y="25140"/>
                    <a:pt x="15158" y="25103"/>
                  </a:cubicBezTo>
                  <a:cubicBezTo>
                    <a:pt x="16748" y="25029"/>
                    <a:pt x="18190" y="24697"/>
                    <a:pt x="19447" y="24142"/>
                  </a:cubicBezTo>
                  <a:cubicBezTo>
                    <a:pt x="19853" y="23957"/>
                    <a:pt x="20223" y="23772"/>
                    <a:pt x="20593" y="23587"/>
                  </a:cubicBezTo>
                  <a:lnTo>
                    <a:pt x="20630" y="23550"/>
                  </a:lnTo>
                  <a:cubicBezTo>
                    <a:pt x="20852" y="23403"/>
                    <a:pt x="21073" y="23292"/>
                    <a:pt x="21295" y="23144"/>
                  </a:cubicBezTo>
                  <a:cubicBezTo>
                    <a:pt x="22811" y="22109"/>
                    <a:pt x="24031" y="20815"/>
                    <a:pt x="24992" y="19484"/>
                  </a:cubicBezTo>
                  <a:cubicBezTo>
                    <a:pt x="25140" y="19299"/>
                    <a:pt x="25251" y="19114"/>
                    <a:pt x="25399" y="18892"/>
                  </a:cubicBezTo>
                  <a:cubicBezTo>
                    <a:pt x="25584" y="18596"/>
                    <a:pt x="25769" y="18301"/>
                    <a:pt x="25953" y="18005"/>
                  </a:cubicBezTo>
                  <a:cubicBezTo>
                    <a:pt x="26064" y="17783"/>
                    <a:pt x="26175" y="17598"/>
                    <a:pt x="26286" y="17376"/>
                  </a:cubicBezTo>
                  <a:cubicBezTo>
                    <a:pt x="26656" y="16674"/>
                    <a:pt x="26952" y="16008"/>
                    <a:pt x="27174" y="15380"/>
                  </a:cubicBezTo>
                  <a:cubicBezTo>
                    <a:pt x="28578" y="11720"/>
                    <a:pt x="28874" y="7505"/>
                    <a:pt x="28874" y="7505"/>
                  </a:cubicBezTo>
                  <a:cubicBezTo>
                    <a:pt x="28874" y="7505"/>
                    <a:pt x="32941" y="6803"/>
                    <a:pt x="32941" y="3438"/>
                  </a:cubicBezTo>
                  <a:cubicBezTo>
                    <a:pt x="32941" y="2773"/>
                    <a:pt x="32904" y="2070"/>
                    <a:pt x="32830" y="1368"/>
                  </a:cubicBezTo>
                  <a:cubicBezTo>
                    <a:pt x="32719" y="2440"/>
                    <a:pt x="32497" y="3623"/>
                    <a:pt x="32054" y="4584"/>
                  </a:cubicBezTo>
                  <a:cubicBezTo>
                    <a:pt x="31203" y="6433"/>
                    <a:pt x="29392" y="6655"/>
                    <a:pt x="28467" y="6655"/>
                  </a:cubicBezTo>
                  <a:cubicBezTo>
                    <a:pt x="28135" y="6655"/>
                    <a:pt x="27950" y="6618"/>
                    <a:pt x="27950" y="6618"/>
                  </a:cubicBezTo>
                  <a:cubicBezTo>
                    <a:pt x="27950" y="6618"/>
                    <a:pt x="26101" y="16230"/>
                    <a:pt x="23587" y="19188"/>
                  </a:cubicBezTo>
                  <a:cubicBezTo>
                    <a:pt x="21961" y="21147"/>
                    <a:pt x="18411" y="22885"/>
                    <a:pt x="14271" y="22885"/>
                  </a:cubicBezTo>
                  <a:cubicBezTo>
                    <a:pt x="12090" y="22885"/>
                    <a:pt x="9760" y="22404"/>
                    <a:pt x="7394" y="21221"/>
                  </a:cubicBezTo>
                  <a:cubicBezTo>
                    <a:pt x="1997" y="18522"/>
                    <a:pt x="1442" y="12718"/>
                    <a:pt x="1405" y="10389"/>
                  </a:cubicBezTo>
                  <a:cubicBezTo>
                    <a:pt x="1405" y="9760"/>
                    <a:pt x="1479" y="9391"/>
                    <a:pt x="1479" y="9391"/>
                  </a:cubicBezTo>
                  <a:cubicBezTo>
                    <a:pt x="1479" y="9391"/>
                    <a:pt x="5583" y="9391"/>
                    <a:pt x="7172" y="5509"/>
                  </a:cubicBezTo>
                  <a:cubicBezTo>
                    <a:pt x="7542" y="4584"/>
                    <a:pt x="7727" y="3808"/>
                    <a:pt x="7727" y="3143"/>
                  </a:cubicBezTo>
                  <a:cubicBezTo>
                    <a:pt x="7727" y="1035"/>
                    <a:pt x="6026" y="0"/>
                    <a:pt x="3254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0" name="Google Shape;1957;p37"/>
            <p:cNvSpPr/>
            <p:nvPr/>
          </p:nvSpPr>
          <p:spPr>
            <a:xfrm>
              <a:off x="8084160" y="2515680"/>
              <a:ext cx="212040" cy="212040"/>
            </a:xfrm>
            <a:custGeom>
              <a:avLst/>
              <a:gdLst>
                <a:gd name="textAreaLeft" fmla="*/ 0 w 212040"/>
                <a:gd name="textAreaRight" fmla="*/ 212400 w 212040"/>
                <a:gd name="textAreaTop" fmla="*/ 0 h 212040"/>
                <a:gd name="textAreaBottom" fmla="*/ 212400 h 212040"/>
              </a:gdLst>
              <a:ahLst/>
              <a:rect l="textAreaLeft" t="textAreaTop" r="textAreaRight" b="textAreaBottom"/>
              <a:pathLst>
                <a:path w="11240" h="1124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2514"/>
                    <a:pt x="8725" y="0"/>
                    <a:pt x="562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1" name="Google Shape;1958;p37"/>
            <p:cNvSpPr/>
            <p:nvPr/>
          </p:nvSpPr>
          <p:spPr>
            <a:xfrm>
              <a:off x="8084160" y="2515680"/>
              <a:ext cx="212040" cy="212040"/>
            </a:xfrm>
            <a:custGeom>
              <a:avLst/>
              <a:gdLst>
                <a:gd name="textAreaLeft" fmla="*/ 0 w 212040"/>
                <a:gd name="textAreaRight" fmla="*/ 212400 w 212040"/>
                <a:gd name="textAreaTop" fmla="*/ 0 h 212040"/>
                <a:gd name="textAreaBottom" fmla="*/ 212400 h 212040"/>
              </a:gdLst>
              <a:ahLst/>
              <a:rect l="textAreaLeft" t="textAreaTop" r="textAreaRight" b="textAreaBottom"/>
              <a:pathLst>
                <a:path w="11240" h="1124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3624"/>
                    <a:pt x="10204" y="1886"/>
                    <a:pt x="8652" y="888"/>
                  </a:cubicBezTo>
                  <a:cubicBezTo>
                    <a:pt x="8504" y="814"/>
                    <a:pt x="8393" y="740"/>
                    <a:pt x="8282" y="666"/>
                  </a:cubicBezTo>
                  <a:cubicBezTo>
                    <a:pt x="7468" y="222"/>
                    <a:pt x="6581" y="0"/>
                    <a:pt x="5620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2" name="Google Shape;1959;p37"/>
            <p:cNvSpPr/>
            <p:nvPr/>
          </p:nvSpPr>
          <p:spPr>
            <a:xfrm>
              <a:off x="7830720" y="2253600"/>
              <a:ext cx="524880" cy="302760"/>
            </a:xfrm>
            <a:custGeom>
              <a:avLst/>
              <a:gdLst>
                <a:gd name="textAreaLeft" fmla="*/ 0 w 524880"/>
                <a:gd name="textAreaRight" fmla="*/ 525240 w 524880"/>
                <a:gd name="textAreaTop" fmla="*/ 0 h 302760"/>
                <a:gd name="textAreaBottom" fmla="*/ 303120 h 302760"/>
              </a:gdLst>
              <a:ahLst/>
              <a:rect l="textAreaLeft" t="textAreaTop" r="textAreaRight" b="textAreaBottom"/>
              <a:pathLst>
                <a:path w="27802" h="16046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16970" y="11683"/>
                    <a:pt x="21702" y="14530"/>
                  </a:cubicBezTo>
                  <a:cubicBezTo>
                    <a:pt x="21813" y="14604"/>
                    <a:pt x="21924" y="14678"/>
                    <a:pt x="22072" y="14752"/>
                  </a:cubicBezTo>
                  <a:cubicBezTo>
                    <a:pt x="23439" y="15528"/>
                    <a:pt x="24844" y="16046"/>
                    <a:pt x="26175" y="16046"/>
                  </a:cubicBezTo>
                  <a:cubicBezTo>
                    <a:pt x="26730" y="16046"/>
                    <a:pt x="27284" y="15935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rgbClr val="9c9c9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3" name="Google Shape;1960;p37"/>
            <p:cNvSpPr/>
            <p:nvPr/>
          </p:nvSpPr>
          <p:spPr>
            <a:xfrm>
              <a:off x="8240400" y="2528280"/>
              <a:ext cx="6480" cy="3960"/>
            </a:xfrm>
            <a:custGeom>
              <a:avLst/>
              <a:gdLst>
                <a:gd name="textAreaLeft" fmla="*/ 0 w 6480"/>
                <a:gd name="textAreaRight" fmla="*/ 6840 w 6480"/>
                <a:gd name="textAreaTop" fmla="*/ 0 h 3960"/>
                <a:gd name="textAreaBottom" fmla="*/ 4320 h 3960"/>
              </a:gdLst>
              <a:ahLst/>
              <a:rect l="textAreaLeft" t="textAreaTop" r="textAreaRight" b="textAreaBottom"/>
              <a:pathLst>
                <a:path w="371" h="223">
                  <a:moveTo>
                    <a:pt x="371" y="223"/>
                  </a:moveTo>
                  <a:cubicBezTo>
                    <a:pt x="223" y="149"/>
                    <a:pt x="112" y="75"/>
                    <a:pt x="1" y="1"/>
                  </a:cubicBezTo>
                  <a:cubicBezTo>
                    <a:pt x="112" y="75"/>
                    <a:pt x="223" y="149"/>
                    <a:pt x="371" y="223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160" bIns="2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4" name="Google Shape;1961;p37"/>
            <p:cNvSpPr/>
            <p:nvPr/>
          </p:nvSpPr>
          <p:spPr>
            <a:xfrm>
              <a:off x="7818120" y="2248200"/>
              <a:ext cx="639360" cy="802800"/>
            </a:xfrm>
            <a:custGeom>
              <a:avLst/>
              <a:gdLst>
                <a:gd name="textAreaLeft" fmla="*/ 0 w 639360"/>
                <a:gd name="textAreaRight" fmla="*/ 639720 w 639360"/>
                <a:gd name="textAreaTop" fmla="*/ 0 h 802800"/>
                <a:gd name="textAreaBottom" fmla="*/ 803160 h 802800"/>
              </a:gdLst>
              <a:ahLst/>
              <a:rect l="textAreaLeft" t="textAreaTop" r="textAreaRight" b="textAreaBottom"/>
              <a:pathLst>
                <a:path w="33866" h="42523">
                  <a:moveTo>
                    <a:pt x="13708" y="776"/>
                  </a:moveTo>
                  <a:cubicBezTo>
                    <a:pt x="14019" y="1589"/>
                    <a:pt x="15032" y="3606"/>
                    <a:pt x="18412" y="7512"/>
                  </a:cubicBezTo>
                  <a:cubicBezTo>
                    <a:pt x="22959" y="12762"/>
                    <a:pt x="28283" y="16274"/>
                    <a:pt x="28320" y="16311"/>
                  </a:cubicBezTo>
                  <a:cubicBezTo>
                    <a:pt x="28394" y="16348"/>
                    <a:pt x="28468" y="16348"/>
                    <a:pt x="28542" y="16348"/>
                  </a:cubicBezTo>
                  <a:cubicBezTo>
                    <a:pt x="28616" y="16311"/>
                    <a:pt x="28690" y="16274"/>
                    <a:pt x="28764" y="16200"/>
                  </a:cubicBezTo>
                  <a:cubicBezTo>
                    <a:pt x="28764" y="16200"/>
                    <a:pt x="28764" y="16163"/>
                    <a:pt x="28801" y="16089"/>
                  </a:cubicBezTo>
                  <a:cubicBezTo>
                    <a:pt x="28912" y="15904"/>
                    <a:pt x="29244" y="15386"/>
                    <a:pt x="29651" y="14906"/>
                  </a:cubicBezTo>
                  <a:cubicBezTo>
                    <a:pt x="29836" y="14647"/>
                    <a:pt x="30058" y="14425"/>
                    <a:pt x="30280" y="14277"/>
                  </a:cubicBezTo>
                  <a:cubicBezTo>
                    <a:pt x="30464" y="14092"/>
                    <a:pt x="30649" y="13982"/>
                    <a:pt x="30797" y="13945"/>
                  </a:cubicBezTo>
                  <a:cubicBezTo>
                    <a:pt x="30871" y="13945"/>
                    <a:pt x="30945" y="13908"/>
                    <a:pt x="31019" y="13908"/>
                  </a:cubicBezTo>
                  <a:cubicBezTo>
                    <a:pt x="31315" y="13908"/>
                    <a:pt x="31610" y="14092"/>
                    <a:pt x="31869" y="14425"/>
                  </a:cubicBezTo>
                  <a:cubicBezTo>
                    <a:pt x="32313" y="14980"/>
                    <a:pt x="32683" y="15904"/>
                    <a:pt x="32904" y="17013"/>
                  </a:cubicBezTo>
                  <a:cubicBezTo>
                    <a:pt x="33126" y="18085"/>
                    <a:pt x="33237" y="19342"/>
                    <a:pt x="33237" y="20525"/>
                  </a:cubicBezTo>
                  <a:cubicBezTo>
                    <a:pt x="33237" y="21302"/>
                    <a:pt x="33015" y="21930"/>
                    <a:pt x="32646" y="22411"/>
                  </a:cubicBezTo>
                  <a:cubicBezTo>
                    <a:pt x="32128" y="23150"/>
                    <a:pt x="31315" y="23631"/>
                    <a:pt x="30649" y="23927"/>
                  </a:cubicBezTo>
                  <a:cubicBezTo>
                    <a:pt x="30280" y="24075"/>
                    <a:pt x="29984" y="24149"/>
                    <a:pt x="29762" y="24222"/>
                  </a:cubicBezTo>
                  <a:cubicBezTo>
                    <a:pt x="29651" y="24259"/>
                    <a:pt x="29577" y="24259"/>
                    <a:pt x="29503" y="24296"/>
                  </a:cubicBezTo>
                  <a:lnTo>
                    <a:pt x="29429" y="24296"/>
                  </a:lnTo>
                  <a:cubicBezTo>
                    <a:pt x="29281" y="24333"/>
                    <a:pt x="29170" y="24444"/>
                    <a:pt x="29170" y="24592"/>
                  </a:cubicBezTo>
                  <a:cubicBezTo>
                    <a:pt x="29170" y="24592"/>
                    <a:pt x="29170" y="24629"/>
                    <a:pt x="29133" y="24777"/>
                  </a:cubicBezTo>
                  <a:cubicBezTo>
                    <a:pt x="29059" y="25590"/>
                    <a:pt x="28690" y="29213"/>
                    <a:pt x="27507" y="32356"/>
                  </a:cubicBezTo>
                  <a:cubicBezTo>
                    <a:pt x="26804" y="34168"/>
                    <a:pt x="25584" y="36460"/>
                    <a:pt x="23662" y="38382"/>
                  </a:cubicBezTo>
                  <a:cubicBezTo>
                    <a:pt x="21776" y="40268"/>
                    <a:pt x="19188" y="41747"/>
                    <a:pt x="15750" y="41894"/>
                  </a:cubicBezTo>
                  <a:cubicBezTo>
                    <a:pt x="15454" y="41894"/>
                    <a:pt x="15159" y="41931"/>
                    <a:pt x="14863" y="41931"/>
                  </a:cubicBezTo>
                  <a:cubicBezTo>
                    <a:pt x="10389" y="41931"/>
                    <a:pt x="7506" y="40231"/>
                    <a:pt x="5546" y="38345"/>
                  </a:cubicBezTo>
                  <a:cubicBezTo>
                    <a:pt x="4585" y="37421"/>
                    <a:pt x="3883" y="36386"/>
                    <a:pt x="3328" y="35535"/>
                  </a:cubicBezTo>
                  <a:cubicBezTo>
                    <a:pt x="2810" y="34648"/>
                    <a:pt x="2441" y="33909"/>
                    <a:pt x="2219" y="33428"/>
                  </a:cubicBezTo>
                  <a:cubicBezTo>
                    <a:pt x="2108" y="33280"/>
                    <a:pt x="1997" y="32911"/>
                    <a:pt x="1923" y="32430"/>
                  </a:cubicBezTo>
                  <a:cubicBezTo>
                    <a:pt x="1590" y="30766"/>
                    <a:pt x="1369" y="27735"/>
                    <a:pt x="1221" y="24925"/>
                  </a:cubicBezTo>
                  <a:cubicBezTo>
                    <a:pt x="1110" y="22115"/>
                    <a:pt x="1036" y="19564"/>
                    <a:pt x="999" y="18825"/>
                  </a:cubicBezTo>
                  <a:cubicBezTo>
                    <a:pt x="925" y="17937"/>
                    <a:pt x="629" y="16237"/>
                    <a:pt x="629" y="14388"/>
                  </a:cubicBezTo>
                  <a:cubicBezTo>
                    <a:pt x="629" y="12540"/>
                    <a:pt x="925" y="10654"/>
                    <a:pt x="1886" y="9508"/>
                  </a:cubicBezTo>
                  <a:cubicBezTo>
                    <a:pt x="2404" y="8917"/>
                    <a:pt x="3402" y="8029"/>
                    <a:pt x="4659" y="7068"/>
                  </a:cubicBezTo>
                  <a:cubicBezTo>
                    <a:pt x="6507" y="5626"/>
                    <a:pt x="8837" y="3999"/>
                    <a:pt x="10722" y="2742"/>
                  </a:cubicBezTo>
                  <a:cubicBezTo>
                    <a:pt x="11683" y="2114"/>
                    <a:pt x="12497" y="1559"/>
                    <a:pt x="13088" y="1190"/>
                  </a:cubicBezTo>
                  <a:cubicBezTo>
                    <a:pt x="13338" y="1018"/>
                    <a:pt x="13548" y="879"/>
                    <a:pt x="13708" y="776"/>
                  </a:cubicBezTo>
                  <a:close/>
                  <a:moveTo>
                    <a:pt x="13875" y="1"/>
                  </a:moveTo>
                  <a:cubicBezTo>
                    <a:pt x="13814" y="1"/>
                    <a:pt x="13759" y="22"/>
                    <a:pt x="13717" y="44"/>
                  </a:cubicBezTo>
                  <a:cubicBezTo>
                    <a:pt x="13717" y="44"/>
                    <a:pt x="11166" y="1670"/>
                    <a:pt x="8393" y="3593"/>
                  </a:cubicBezTo>
                  <a:cubicBezTo>
                    <a:pt x="6988" y="4554"/>
                    <a:pt x="5509" y="5626"/>
                    <a:pt x="4252" y="6587"/>
                  </a:cubicBezTo>
                  <a:cubicBezTo>
                    <a:pt x="3032" y="7549"/>
                    <a:pt x="1997" y="8436"/>
                    <a:pt x="1405" y="9101"/>
                  </a:cubicBezTo>
                  <a:cubicBezTo>
                    <a:pt x="296" y="10469"/>
                    <a:pt x="1" y="12503"/>
                    <a:pt x="1" y="14388"/>
                  </a:cubicBezTo>
                  <a:cubicBezTo>
                    <a:pt x="1" y="16274"/>
                    <a:pt x="296" y="18048"/>
                    <a:pt x="370" y="18862"/>
                  </a:cubicBezTo>
                  <a:cubicBezTo>
                    <a:pt x="444" y="19675"/>
                    <a:pt x="518" y="22928"/>
                    <a:pt x="666" y="26182"/>
                  </a:cubicBezTo>
                  <a:cubicBezTo>
                    <a:pt x="777" y="27809"/>
                    <a:pt x="888" y="29435"/>
                    <a:pt x="1036" y="30803"/>
                  </a:cubicBezTo>
                  <a:cubicBezTo>
                    <a:pt x="1110" y="31469"/>
                    <a:pt x="1221" y="32060"/>
                    <a:pt x="1295" y="32578"/>
                  </a:cubicBezTo>
                  <a:cubicBezTo>
                    <a:pt x="1405" y="33058"/>
                    <a:pt x="1516" y="33465"/>
                    <a:pt x="1664" y="33724"/>
                  </a:cubicBezTo>
                  <a:cubicBezTo>
                    <a:pt x="1886" y="34168"/>
                    <a:pt x="2256" y="34944"/>
                    <a:pt x="2810" y="35831"/>
                  </a:cubicBezTo>
                  <a:cubicBezTo>
                    <a:pt x="3661" y="37199"/>
                    <a:pt x="4918" y="38900"/>
                    <a:pt x="6840" y="40231"/>
                  </a:cubicBezTo>
                  <a:cubicBezTo>
                    <a:pt x="8800" y="41562"/>
                    <a:pt x="11388" y="42523"/>
                    <a:pt x="14863" y="42523"/>
                  </a:cubicBezTo>
                  <a:lnTo>
                    <a:pt x="15750" y="42523"/>
                  </a:lnTo>
                  <a:cubicBezTo>
                    <a:pt x="19373" y="42338"/>
                    <a:pt x="22109" y="40785"/>
                    <a:pt x="24105" y="38789"/>
                  </a:cubicBezTo>
                  <a:cubicBezTo>
                    <a:pt x="26102" y="36829"/>
                    <a:pt x="27359" y="34426"/>
                    <a:pt x="28061" y="32578"/>
                  </a:cubicBezTo>
                  <a:cubicBezTo>
                    <a:pt x="29304" y="29392"/>
                    <a:pt x="29668" y="25795"/>
                    <a:pt x="29745" y="24860"/>
                  </a:cubicBezTo>
                  <a:lnTo>
                    <a:pt x="29745" y="24860"/>
                  </a:lnTo>
                  <a:cubicBezTo>
                    <a:pt x="30118" y="24769"/>
                    <a:pt x="30873" y="24565"/>
                    <a:pt x="31647" y="24112"/>
                  </a:cubicBezTo>
                  <a:cubicBezTo>
                    <a:pt x="32202" y="23779"/>
                    <a:pt x="32757" y="23335"/>
                    <a:pt x="33163" y="22781"/>
                  </a:cubicBezTo>
                  <a:cubicBezTo>
                    <a:pt x="33570" y="22189"/>
                    <a:pt x="33866" y="21450"/>
                    <a:pt x="33866" y="20525"/>
                  </a:cubicBezTo>
                  <a:cubicBezTo>
                    <a:pt x="33866" y="18899"/>
                    <a:pt x="33644" y="17161"/>
                    <a:pt x="33200" y="15793"/>
                  </a:cubicBezTo>
                  <a:cubicBezTo>
                    <a:pt x="32978" y="15091"/>
                    <a:pt x="32720" y="14499"/>
                    <a:pt x="32387" y="14056"/>
                  </a:cubicBezTo>
                  <a:cubicBezTo>
                    <a:pt x="32017" y="13612"/>
                    <a:pt x="31537" y="13316"/>
                    <a:pt x="31019" y="13316"/>
                  </a:cubicBezTo>
                  <a:cubicBezTo>
                    <a:pt x="30908" y="13316"/>
                    <a:pt x="30760" y="13316"/>
                    <a:pt x="30649" y="13353"/>
                  </a:cubicBezTo>
                  <a:cubicBezTo>
                    <a:pt x="30316" y="13427"/>
                    <a:pt x="30021" y="13649"/>
                    <a:pt x="29762" y="13871"/>
                  </a:cubicBezTo>
                  <a:cubicBezTo>
                    <a:pt x="29193" y="14414"/>
                    <a:pt x="28661" y="15173"/>
                    <a:pt x="28392" y="15581"/>
                  </a:cubicBezTo>
                  <a:lnTo>
                    <a:pt x="28392" y="15581"/>
                  </a:lnTo>
                  <a:cubicBezTo>
                    <a:pt x="27251" y="14793"/>
                    <a:pt x="22729" y="11599"/>
                    <a:pt x="18893" y="7142"/>
                  </a:cubicBezTo>
                  <a:cubicBezTo>
                    <a:pt x="16637" y="4554"/>
                    <a:pt x="15454" y="2816"/>
                    <a:pt x="14863" y="1707"/>
                  </a:cubicBezTo>
                  <a:cubicBezTo>
                    <a:pt x="14530" y="1190"/>
                    <a:pt x="14382" y="783"/>
                    <a:pt x="14271" y="561"/>
                  </a:cubicBezTo>
                  <a:cubicBezTo>
                    <a:pt x="14234" y="450"/>
                    <a:pt x="14197" y="376"/>
                    <a:pt x="14197" y="302"/>
                  </a:cubicBezTo>
                  <a:lnTo>
                    <a:pt x="14197" y="265"/>
                  </a:lnTo>
                  <a:cubicBezTo>
                    <a:pt x="14160" y="155"/>
                    <a:pt x="14086" y="81"/>
                    <a:pt x="14012" y="44"/>
                  </a:cubicBezTo>
                  <a:cubicBezTo>
                    <a:pt x="13966" y="12"/>
                    <a:pt x="13919" y="1"/>
                    <a:pt x="13875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5" name="Google Shape;1962;p37"/>
            <p:cNvSpPr/>
            <p:nvPr/>
          </p:nvSpPr>
          <p:spPr>
            <a:xfrm>
              <a:off x="7785720" y="2479320"/>
              <a:ext cx="216720" cy="217440"/>
            </a:xfrm>
            <a:custGeom>
              <a:avLst/>
              <a:gdLst>
                <a:gd name="textAreaLeft" fmla="*/ 0 w 216720"/>
                <a:gd name="textAreaRight" fmla="*/ 217080 w 216720"/>
                <a:gd name="textAreaTop" fmla="*/ 0 h 217440"/>
                <a:gd name="textAreaBottom" fmla="*/ 217800 h 217440"/>
              </a:gdLst>
              <a:ahLst/>
              <a:rect l="textAreaLeft" t="textAreaTop" r="textAreaRight" b="textAreaBottom"/>
              <a:pathLst>
                <a:path w="11499" h="11536">
                  <a:moveTo>
                    <a:pt x="5731" y="1"/>
                  </a:moveTo>
                  <a:cubicBezTo>
                    <a:pt x="2552" y="1"/>
                    <a:pt x="1" y="2589"/>
                    <a:pt x="1" y="5768"/>
                  </a:cubicBezTo>
                  <a:cubicBezTo>
                    <a:pt x="1" y="8948"/>
                    <a:pt x="2552" y="11536"/>
                    <a:pt x="5731" y="11536"/>
                  </a:cubicBezTo>
                  <a:cubicBezTo>
                    <a:pt x="8911" y="11536"/>
                    <a:pt x="11499" y="8948"/>
                    <a:pt x="11499" y="5768"/>
                  </a:cubicBezTo>
                  <a:cubicBezTo>
                    <a:pt x="11499" y="2589"/>
                    <a:pt x="8911" y="1"/>
                    <a:pt x="5731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6" name="Google Shape;1963;p37"/>
            <p:cNvSpPr/>
            <p:nvPr/>
          </p:nvSpPr>
          <p:spPr>
            <a:xfrm>
              <a:off x="7804800" y="2555280"/>
              <a:ext cx="198000" cy="141480"/>
            </a:xfrm>
            <a:custGeom>
              <a:avLst/>
              <a:gdLst>
                <a:gd name="textAreaLeft" fmla="*/ 0 w 198000"/>
                <a:gd name="textAreaRight" fmla="*/ 198360 w 198000"/>
                <a:gd name="textAreaTop" fmla="*/ 0 h 141480"/>
                <a:gd name="textAreaBottom" fmla="*/ 141840 h 141480"/>
              </a:gdLst>
              <a:ahLst/>
              <a:rect l="textAreaLeft" t="textAreaTop" r="textAreaRight" b="textAreaBottom"/>
              <a:pathLst>
                <a:path w="10500" h="7506">
                  <a:moveTo>
                    <a:pt x="10241" y="1"/>
                  </a:moveTo>
                  <a:cubicBezTo>
                    <a:pt x="9760" y="1036"/>
                    <a:pt x="9169" y="1849"/>
                    <a:pt x="8577" y="1886"/>
                  </a:cubicBezTo>
                  <a:cubicBezTo>
                    <a:pt x="8232" y="1919"/>
                    <a:pt x="7936" y="1932"/>
                    <a:pt x="7674" y="1932"/>
                  </a:cubicBezTo>
                  <a:cubicBezTo>
                    <a:pt x="6621" y="1932"/>
                    <a:pt x="6125" y="1720"/>
                    <a:pt x="5209" y="1720"/>
                  </a:cubicBezTo>
                  <a:cubicBezTo>
                    <a:pt x="5063" y="1720"/>
                    <a:pt x="4905" y="1726"/>
                    <a:pt x="4732" y="1738"/>
                  </a:cubicBezTo>
                  <a:cubicBezTo>
                    <a:pt x="3771" y="1775"/>
                    <a:pt x="1479" y="3661"/>
                    <a:pt x="0" y="4955"/>
                  </a:cubicBezTo>
                  <a:cubicBezTo>
                    <a:pt x="1035" y="6471"/>
                    <a:pt x="2773" y="7506"/>
                    <a:pt x="4732" y="7506"/>
                  </a:cubicBezTo>
                  <a:cubicBezTo>
                    <a:pt x="7912" y="7506"/>
                    <a:pt x="10500" y="4918"/>
                    <a:pt x="10500" y="1738"/>
                  </a:cubicBezTo>
                  <a:cubicBezTo>
                    <a:pt x="10500" y="1110"/>
                    <a:pt x="10426" y="555"/>
                    <a:pt x="1024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920" bIns="709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7" name="Google Shape;1964;p37"/>
            <p:cNvSpPr/>
            <p:nvPr/>
          </p:nvSpPr>
          <p:spPr>
            <a:xfrm>
              <a:off x="7779600" y="2473920"/>
              <a:ext cx="228600" cy="228600"/>
            </a:xfrm>
            <a:custGeom>
              <a:avLst/>
              <a:gdLst>
                <a:gd name="textAreaLeft" fmla="*/ 0 w 228600"/>
                <a:gd name="textAreaRight" fmla="*/ 228960 w 228600"/>
                <a:gd name="textAreaTop" fmla="*/ 0 h 228600"/>
                <a:gd name="textAreaBottom" fmla="*/ 228960 h 228600"/>
              </a:gdLst>
              <a:ahLst/>
              <a:rect l="textAreaLeft" t="textAreaTop" r="textAreaRight" b="textAreaBottom"/>
              <a:pathLst>
                <a:path w="12127" h="12127">
                  <a:moveTo>
                    <a:pt x="6063" y="592"/>
                  </a:moveTo>
                  <a:cubicBezTo>
                    <a:pt x="7579" y="592"/>
                    <a:pt x="8947" y="1220"/>
                    <a:pt x="9945" y="2218"/>
                  </a:cubicBezTo>
                  <a:cubicBezTo>
                    <a:pt x="10907" y="3180"/>
                    <a:pt x="11535" y="4548"/>
                    <a:pt x="11535" y="6063"/>
                  </a:cubicBezTo>
                  <a:cubicBezTo>
                    <a:pt x="11535" y="7542"/>
                    <a:pt x="10907" y="8910"/>
                    <a:pt x="9945" y="9908"/>
                  </a:cubicBezTo>
                  <a:cubicBezTo>
                    <a:pt x="8947" y="10907"/>
                    <a:pt x="7579" y="11498"/>
                    <a:pt x="6063" y="11498"/>
                  </a:cubicBezTo>
                  <a:cubicBezTo>
                    <a:pt x="4585" y="11498"/>
                    <a:pt x="3217" y="10907"/>
                    <a:pt x="2218" y="9908"/>
                  </a:cubicBezTo>
                  <a:cubicBezTo>
                    <a:pt x="1220" y="8910"/>
                    <a:pt x="629" y="7542"/>
                    <a:pt x="629" y="6063"/>
                  </a:cubicBezTo>
                  <a:cubicBezTo>
                    <a:pt x="629" y="4548"/>
                    <a:pt x="1220" y="3180"/>
                    <a:pt x="2218" y="2218"/>
                  </a:cubicBezTo>
                  <a:cubicBezTo>
                    <a:pt x="3217" y="1220"/>
                    <a:pt x="4585" y="592"/>
                    <a:pt x="6063" y="592"/>
                  </a:cubicBezTo>
                  <a:close/>
                  <a:moveTo>
                    <a:pt x="6063" y="0"/>
                  </a:moveTo>
                  <a:cubicBezTo>
                    <a:pt x="2736" y="0"/>
                    <a:pt x="0" y="2699"/>
                    <a:pt x="0" y="6063"/>
                  </a:cubicBezTo>
                  <a:cubicBezTo>
                    <a:pt x="0" y="9391"/>
                    <a:pt x="2736" y="12127"/>
                    <a:pt x="6063" y="12127"/>
                  </a:cubicBezTo>
                  <a:cubicBezTo>
                    <a:pt x="9428" y="12127"/>
                    <a:pt x="12127" y="9391"/>
                    <a:pt x="12127" y="6063"/>
                  </a:cubicBezTo>
                  <a:cubicBezTo>
                    <a:pt x="12127" y="2699"/>
                    <a:pt x="9428" y="0"/>
                    <a:pt x="606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8" name="Google Shape;1965;p37"/>
            <p:cNvSpPr/>
            <p:nvPr/>
          </p:nvSpPr>
          <p:spPr>
            <a:xfrm>
              <a:off x="8082720" y="2479320"/>
              <a:ext cx="217440" cy="217440"/>
            </a:xfrm>
            <a:custGeom>
              <a:avLst/>
              <a:gdLst>
                <a:gd name="textAreaLeft" fmla="*/ 0 w 217440"/>
                <a:gd name="textAreaRight" fmla="*/ 217800 w 217440"/>
                <a:gd name="textAreaTop" fmla="*/ 0 h 217440"/>
                <a:gd name="textAreaBottom" fmla="*/ 217800 h 217440"/>
              </a:gdLst>
              <a:ahLst/>
              <a:rect l="textAreaLeft" t="textAreaTop" r="textAreaRight" b="textAreaBottom"/>
              <a:pathLst>
                <a:path w="11536" h="11536">
                  <a:moveTo>
                    <a:pt x="5768" y="1"/>
                  </a:moveTo>
                  <a:cubicBezTo>
                    <a:pt x="2588" y="1"/>
                    <a:pt x="0" y="2589"/>
                    <a:pt x="0" y="5768"/>
                  </a:cubicBezTo>
                  <a:cubicBezTo>
                    <a:pt x="0" y="8948"/>
                    <a:pt x="2588" y="11536"/>
                    <a:pt x="5768" y="11536"/>
                  </a:cubicBezTo>
                  <a:cubicBezTo>
                    <a:pt x="8947" y="11536"/>
                    <a:pt x="11535" y="8948"/>
                    <a:pt x="11535" y="5768"/>
                  </a:cubicBezTo>
                  <a:cubicBezTo>
                    <a:pt x="11535" y="2589"/>
                    <a:pt x="8947" y="1"/>
                    <a:pt x="576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899" name="Google Shape;1966;p37"/>
            <p:cNvSpPr/>
            <p:nvPr/>
          </p:nvSpPr>
          <p:spPr>
            <a:xfrm>
              <a:off x="8093880" y="2554200"/>
              <a:ext cx="206280" cy="142920"/>
            </a:xfrm>
            <a:custGeom>
              <a:avLst/>
              <a:gdLst>
                <a:gd name="textAreaLeft" fmla="*/ 0 w 206280"/>
                <a:gd name="textAreaRight" fmla="*/ 206640 w 206280"/>
                <a:gd name="textAreaTop" fmla="*/ 0 h 142920"/>
                <a:gd name="textAreaBottom" fmla="*/ 143280 h 142920"/>
              </a:gdLst>
              <a:ahLst/>
              <a:rect l="textAreaLeft" t="textAreaTop" r="textAreaRight" b="textAreaBottom"/>
              <a:pathLst>
                <a:path w="10945" h="7580">
                  <a:moveTo>
                    <a:pt x="10649" y="1"/>
                  </a:moveTo>
                  <a:cubicBezTo>
                    <a:pt x="9701" y="1685"/>
                    <a:pt x="8654" y="2154"/>
                    <a:pt x="7554" y="2154"/>
                  </a:cubicBezTo>
                  <a:cubicBezTo>
                    <a:pt x="6337" y="2154"/>
                    <a:pt x="5054" y="1579"/>
                    <a:pt x="3772" y="1443"/>
                  </a:cubicBezTo>
                  <a:cubicBezTo>
                    <a:pt x="3709" y="1436"/>
                    <a:pt x="3646" y="1433"/>
                    <a:pt x="3583" y="1433"/>
                  </a:cubicBezTo>
                  <a:cubicBezTo>
                    <a:pt x="2177" y="1433"/>
                    <a:pt x="886" y="2981"/>
                    <a:pt x="1" y="4326"/>
                  </a:cubicBezTo>
                  <a:cubicBezTo>
                    <a:pt x="925" y="6249"/>
                    <a:pt x="2885" y="7580"/>
                    <a:pt x="5177" y="7580"/>
                  </a:cubicBezTo>
                  <a:cubicBezTo>
                    <a:pt x="8356" y="7580"/>
                    <a:pt x="10944" y="4992"/>
                    <a:pt x="10944" y="1812"/>
                  </a:cubicBezTo>
                  <a:cubicBezTo>
                    <a:pt x="10944" y="1184"/>
                    <a:pt x="10833" y="555"/>
                    <a:pt x="10649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1640" bIns="716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0" name="Google Shape;1967;p37"/>
            <p:cNvSpPr/>
            <p:nvPr/>
          </p:nvSpPr>
          <p:spPr>
            <a:xfrm>
              <a:off x="8076960" y="2473920"/>
              <a:ext cx="228600" cy="228600"/>
            </a:xfrm>
            <a:custGeom>
              <a:avLst/>
              <a:gdLst>
                <a:gd name="textAreaLeft" fmla="*/ 0 w 228600"/>
                <a:gd name="textAreaRight" fmla="*/ 228960 w 228600"/>
                <a:gd name="textAreaTop" fmla="*/ 0 h 228600"/>
                <a:gd name="textAreaBottom" fmla="*/ 228960 h 228600"/>
              </a:gdLst>
              <a:ahLst/>
              <a:rect l="textAreaLeft" t="textAreaTop" r="textAreaRight" b="textAreaBottom"/>
              <a:pathLst>
                <a:path w="12128" h="12127">
                  <a:moveTo>
                    <a:pt x="6064" y="592"/>
                  </a:moveTo>
                  <a:cubicBezTo>
                    <a:pt x="7580" y="592"/>
                    <a:pt x="8911" y="1220"/>
                    <a:pt x="9909" y="2218"/>
                  </a:cubicBezTo>
                  <a:cubicBezTo>
                    <a:pt x="10907" y="3180"/>
                    <a:pt x="11499" y="4548"/>
                    <a:pt x="11499" y="6063"/>
                  </a:cubicBezTo>
                  <a:cubicBezTo>
                    <a:pt x="11499" y="7542"/>
                    <a:pt x="10907" y="8910"/>
                    <a:pt x="9909" y="9908"/>
                  </a:cubicBezTo>
                  <a:cubicBezTo>
                    <a:pt x="8911" y="10907"/>
                    <a:pt x="7580" y="11498"/>
                    <a:pt x="6064" y="11498"/>
                  </a:cubicBezTo>
                  <a:cubicBezTo>
                    <a:pt x="4548" y="11498"/>
                    <a:pt x="3180" y="10907"/>
                    <a:pt x="2219" y="9908"/>
                  </a:cubicBezTo>
                  <a:cubicBezTo>
                    <a:pt x="1221" y="8910"/>
                    <a:pt x="592" y="7542"/>
                    <a:pt x="592" y="6063"/>
                  </a:cubicBezTo>
                  <a:cubicBezTo>
                    <a:pt x="592" y="4548"/>
                    <a:pt x="1221" y="3180"/>
                    <a:pt x="2219" y="2218"/>
                  </a:cubicBezTo>
                  <a:cubicBezTo>
                    <a:pt x="3180" y="1220"/>
                    <a:pt x="4548" y="592"/>
                    <a:pt x="6064" y="592"/>
                  </a:cubicBezTo>
                  <a:close/>
                  <a:moveTo>
                    <a:pt x="6064" y="0"/>
                  </a:moveTo>
                  <a:cubicBezTo>
                    <a:pt x="2700" y="0"/>
                    <a:pt x="1" y="2699"/>
                    <a:pt x="1" y="6063"/>
                  </a:cubicBezTo>
                  <a:cubicBezTo>
                    <a:pt x="1" y="9391"/>
                    <a:pt x="2700" y="12127"/>
                    <a:pt x="6064" y="12127"/>
                  </a:cubicBezTo>
                  <a:cubicBezTo>
                    <a:pt x="9391" y="12127"/>
                    <a:pt x="12127" y="9391"/>
                    <a:pt x="12127" y="6063"/>
                  </a:cubicBezTo>
                  <a:cubicBezTo>
                    <a:pt x="12127" y="2699"/>
                    <a:pt x="9391" y="0"/>
                    <a:pt x="606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1" name="Google Shape;1968;p37"/>
            <p:cNvSpPr/>
            <p:nvPr/>
          </p:nvSpPr>
          <p:spPr>
            <a:xfrm>
              <a:off x="7996680" y="2521800"/>
              <a:ext cx="97560" cy="29160"/>
            </a:xfrm>
            <a:custGeom>
              <a:avLst/>
              <a:gdLst>
                <a:gd name="textAreaLeft" fmla="*/ 0 w 97560"/>
                <a:gd name="textAreaRight" fmla="*/ 97920 w 97560"/>
                <a:gd name="textAreaTop" fmla="*/ 0 h 29160"/>
                <a:gd name="textAreaBottom" fmla="*/ 29520 h 29160"/>
              </a:gdLst>
              <a:ahLst/>
              <a:rect l="textAreaLeft" t="textAreaTop" r="textAreaRight" b="textAreaBottom"/>
              <a:pathLst>
                <a:path w="5176" h="1563">
                  <a:moveTo>
                    <a:pt x="2736" y="0"/>
                  </a:moveTo>
                  <a:cubicBezTo>
                    <a:pt x="1257" y="37"/>
                    <a:pt x="148" y="998"/>
                    <a:pt x="148" y="1035"/>
                  </a:cubicBezTo>
                  <a:cubicBezTo>
                    <a:pt x="0" y="1146"/>
                    <a:pt x="0" y="1331"/>
                    <a:pt x="111" y="1442"/>
                  </a:cubicBezTo>
                  <a:cubicBezTo>
                    <a:pt x="170" y="1521"/>
                    <a:pt x="251" y="1558"/>
                    <a:pt x="336" y="1558"/>
                  </a:cubicBezTo>
                  <a:cubicBezTo>
                    <a:pt x="409" y="1558"/>
                    <a:pt x="486" y="1530"/>
                    <a:pt x="555" y="1479"/>
                  </a:cubicBezTo>
                  <a:cubicBezTo>
                    <a:pt x="629" y="1405"/>
                    <a:pt x="1627" y="629"/>
                    <a:pt x="2736" y="629"/>
                  </a:cubicBezTo>
                  <a:cubicBezTo>
                    <a:pt x="3327" y="629"/>
                    <a:pt x="3956" y="814"/>
                    <a:pt x="4621" y="1479"/>
                  </a:cubicBezTo>
                  <a:cubicBezTo>
                    <a:pt x="4677" y="1534"/>
                    <a:pt x="4751" y="1562"/>
                    <a:pt x="4829" y="1562"/>
                  </a:cubicBezTo>
                  <a:cubicBezTo>
                    <a:pt x="4908" y="1562"/>
                    <a:pt x="4991" y="1534"/>
                    <a:pt x="5065" y="1479"/>
                  </a:cubicBezTo>
                  <a:cubicBezTo>
                    <a:pt x="5176" y="1368"/>
                    <a:pt x="5176" y="1146"/>
                    <a:pt x="5065" y="1035"/>
                  </a:cubicBezTo>
                  <a:cubicBezTo>
                    <a:pt x="4289" y="296"/>
                    <a:pt x="3475" y="0"/>
                    <a:pt x="2736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760" bIns="14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2" name="Google Shape;1969;p37"/>
            <p:cNvSpPr/>
            <p:nvPr/>
          </p:nvSpPr>
          <p:spPr>
            <a:xfrm>
              <a:off x="7848000" y="2399760"/>
              <a:ext cx="116280" cy="56160"/>
            </a:xfrm>
            <a:custGeom>
              <a:avLst/>
              <a:gdLst>
                <a:gd name="textAreaLeft" fmla="*/ 0 w 116280"/>
                <a:gd name="textAreaRight" fmla="*/ 116640 w 116280"/>
                <a:gd name="textAreaTop" fmla="*/ 0 h 56160"/>
                <a:gd name="textAreaBottom" fmla="*/ 56520 h 56160"/>
              </a:gdLst>
              <a:ahLst/>
              <a:rect l="textAreaLeft" t="textAreaTop" r="textAreaRight" b="textAreaBottom"/>
              <a:pathLst>
                <a:path w="6175" h="2986">
                  <a:moveTo>
                    <a:pt x="4807" y="0"/>
                  </a:moveTo>
                  <a:cubicBezTo>
                    <a:pt x="3328" y="0"/>
                    <a:pt x="2145" y="629"/>
                    <a:pt x="1331" y="1257"/>
                  </a:cubicBezTo>
                  <a:cubicBezTo>
                    <a:pt x="555" y="1849"/>
                    <a:pt x="111" y="2477"/>
                    <a:pt x="111" y="2477"/>
                  </a:cubicBezTo>
                  <a:cubicBezTo>
                    <a:pt x="0" y="2625"/>
                    <a:pt x="37" y="2810"/>
                    <a:pt x="185" y="2921"/>
                  </a:cubicBezTo>
                  <a:cubicBezTo>
                    <a:pt x="229" y="2965"/>
                    <a:pt x="290" y="2985"/>
                    <a:pt x="352" y="2985"/>
                  </a:cubicBezTo>
                  <a:cubicBezTo>
                    <a:pt x="448" y="2985"/>
                    <a:pt x="547" y="2937"/>
                    <a:pt x="592" y="2847"/>
                  </a:cubicBezTo>
                  <a:lnTo>
                    <a:pt x="629" y="2847"/>
                  </a:lnTo>
                  <a:cubicBezTo>
                    <a:pt x="703" y="2699"/>
                    <a:pt x="1146" y="2145"/>
                    <a:pt x="1849" y="1627"/>
                  </a:cubicBezTo>
                  <a:cubicBezTo>
                    <a:pt x="2588" y="1109"/>
                    <a:pt x="3586" y="629"/>
                    <a:pt x="4807" y="629"/>
                  </a:cubicBezTo>
                  <a:cubicBezTo>
                    <a:pt x="5102" y="629"/>
                    <a:pt x="5435" y="666"/>
                    <a:pt x="5768" y="740"/>
                  </a:cubicBezTo>
                  <a:cubicBezTo>
                    <a:pt x="5787" y="744"/>
                    <a:pt x="5807" y="747"/>
                    <a:pt x="5827" y="747"/>
                  </a:cubicBezTo>
                  <a:cubicBezTo>
                    <a:pt x="5961" y="747"/>
                    <a:pt x="6105" y="642"/>
                    <a:pt x="6137" y="481"/>
                  </a:cubicBezTo>
                  <a:cubicBezTo>
                    <a:pt x="6174" y="333"/>
                    <a:pt x="6064" y="148"/>
                    <a:pt x="5879" y="111"/>
                  </a:cubicBezTo>
                  <a:cubicBezTo>
                    <a:pt x="5509" y="37"/>
                    <a:pt x="5139" y="0"/>
                    <a:pt x="480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8080" bIns="28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3" name="Google Shape;1970;p37"/>
            <p:cNvSpPr/>
            <p:nvPr/>
          </p:nvSpPr>
          <p:spPr>
            <a:xfrm>
              <a:off x="8091720" y="2392200"/>
              <a:ext cx="137880" cy="60840"/>
            </a:xfrm>
            <a:custGeom>
              <a:avLst/>
              <a:gdLst>
                <a:gd name="textAreaLeft" fmla="*/ 0 w 137880"/>
                <a:gd name="textAreaRight" fmla="*/ 138240 w 137880"/>
                <a:gd name="textAreaTop" fmla="*/ 0 h 60840"/>
                <a:gd name="textAreaBottom" fmla="*/ 61200 h 60840"/>
              </a:gdLst>
              <a:ahLst/>
              <a:rect l="textAreaLeft" t="textAreaTop" r="textAreaRight" b="textAreaBottom"/>
              <a:pathLst>
                <a:path w="7321" h="3248">
                  <a:moveTo>
                    <a:pt x="1923" y="1"/>
                  </a:moveTo>
                  <a:cubicBezTo>
                    <a:pt x="924" y="1"/>
                    <a:pt x="259" y="259"/>
                    <a:pt x="259" y="259"/>
                  </a:cubicBezTo>
                  <a:cubicBezTo>
                    <a:pt x="74" y="333"/>
                    <a:pt x="0" y="518"/>
                    <a:pt x="74" y="666"/>
                  </a:cubicBezTo>
                  <a:cubicBezTo>
                    <a:pt x="135" y="789"/>
                    <a:pt x="273" y="860"/>
                    <a:pt x="402" y="860"/>
                  </a:cubicBezTo>
                  <a:cubicBezTo>
                    <a:pt x="429" y="860"/>
                    <a:pt x="455" y="857"/>
                    <a:pt x="481" y="851"/>
                  </a:cubicBezTo>
                  <a:cubicBezTo>
                    <a:pt x="518" y="814"/>
                    <a:pt x="1072" y="592"/>
                    <a:pt x="1923" y="592"/>
                  </a:cubicBezTo>
                  <a:cubicBezTo>
                    <a:pt x="3143" y="592"/>
                    <a:pt x="4917" y="1036"/>
                    <a:pt x="6729" y="3143"/>
                  </a:cubicBezTo>
                  <a:cubicBezTo>
                    <a:pt x="6793" y="3208"/>
                    <a:pt x="6883" y="3247"/>
                    <a:pt x="6975" y="3247"/>
                  </a:cubicBezTo>
                  <a:cubicBezTo>
                    <a:pt x="7042" y="3247"/>
                    <a:pt x="7110" y="3227"/>
                    <a:pt x="7172" y="3180"/>
                  </a:cubicBezTo>
                  <a:cubicBezTo>
                    <a:pt x="7283" y="3069"/>
                    <a:pt x="7320" y="2884"/>
                    <a:pt x="7209" y="2736"/>
                  </a:cubicBezTo>
                  <a:cubicBezTo>
                    <a:pt x="5287" y="481"/>
                    <a:pt x="3290" y="1"/>
                    <a:pt x="192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0600" bIns="306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4" name="Google Shape;1971;p37"/>
            <p:cNvSpPr/>
            <p:nvPr/>
          </p:nvSpPr>
          <p:spPr>
            <a:xfrm>
              <a:off x="7965360" y="2579760"/>
              <a:ext cx="73080" cy="20232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202320"/>
                <a:gd name="textAreaBottom" fmla="*/ 202680 h 202320"/>
              </a:gdLst>
              <a:ahLst/>
              <a:rect l="textAreaLeft" t="textAreaTop" r="textAreaRight" b="textAreaBottom"/>
              <a:pathLst>
                <a:path w="3883" h="10737">
                  <a:moveTo>
                    <a:pt x="2869" y="1"/>
                  </a:moveTo>
                  <a:cubicBezTo>
                    <a:pt x="2849" y="1"/>
                    <a:pt x="2829" y="3"/>
                    <a:pt x="2810" y="8"/>
                  </a:cubicBezTo>
                  <a:cubicBezTo>
                    <a:pt x="2625" y="8"/>
                    <a:pt x="2514" y="156"/>
                    <a:pt x="2551" y="340"/>
                  </a:cubicBezTo>
                  <a:cubicBezTo>
                    <a:pt x="2551" y="340"/>
                    <a:pt x="2551" y="377"/>
                    <a:pt x="2551" y="488"/>
                  </a:cubicBezTo>
                  <a:cubicBezTo>
                    <a:pt x="2588" y="747"/>
                    <a:pt x="2625" y="1413"/>
                    <a:pt x="2625" y="2189"/>
                  </a:cubicBezTo>
                  <a:cubicBezTo>
                    <a:pt x="2662" y="3187"/>
                    <a:pt x="2514" y="4407"/>
                    <a:pt x="2145" y="5073"/>
                  </a:cubicBezTo>
                  <a:cubicBezTo>
                    <a:pt x="1812" y="5664"/>
                    <a:pt x="1331" y="6182"/>
                    <a:pt x="851" y="6662"/>
                  </a:cubicBezTo>
                  <a:cubicBezTo>
                    <a:pt x="629" y="6921"/>
                    <a:pt x="444" y="7143"/>
                    <a:pt x="259" y="7402"/>
                  </a:cubicBezTo>
                  <a:cubicBezTo>
                    <a:pt x="111" y="7624"/>
                    <a:pt x="0" y="7919"/>
                    <a:pt x="0" y="8215"/>
                  </a:cubicBezTo>
                  <a:cubicBezTo>
                    <a:pt x="0" y="8437"/>
                    <a:pt x="74" y="8659"/>
                    <a:pt x="185" y="8881"/>
                  </a:cubicBezTo>
                  <a:cubicBezTo>
                    <a:pt x="629" y="9546"/>
                    <a:pt x="1442" y="9990"/>
                    <a:pt x="2145" y="10286"/>
                  </a:cubicBezTo>
                  <a:cubicBezTo>
                    <a:pt x="2847" y="10581"/>
                    <a:pt x="3476" y="10729"/>
                    <a:pt x="3476" y="10729"/>
                  </a:cubicBezTo>
                  <a:cubicBezTo>
                    <a:pt x="3495" y="10734"/>
                    <a:pt x="3514" y="10736"/>
                    <a:pt x="3534" y="10736"/>
                  </a:cubicBezTo>
                  <a:cubicBezTo>
                    <a:pt x="3669" y="10736"/>
                    <a:pt x="3813" y="10631"/>
                    <a:pt x="3845" y="10470"/>
                  </a:cubicBezTo>
                  <a:cubicBezTo>
                    <a:pt x="3882" y="10323"/>
                    <a:pt x="3771" y="10138"/>
                    <a:pt x="3624" y="10101"/>
                  </a:cubicBezTo>
                  <a:lnTo>
                    <a:pt x="3513" y="10101"/>
                  </a:lnTo>
                  <a:cubicBezTo>
                    <a:pt x="3291" y="10027"/>
                    <a:pt x="2736" y="9879"/>
                    <a:pt x="2145" y="9583"/>
                  </a:cubicBezTo>
                  <a:cubicBezTo>
                    <a:pt x="1553" y="9324"/>
                    <a:pt x="962" y="8955"/>
                    <a:pt x="703" y="8548"/>
                  </a:cubicBezTo>
                  <a:cubicBezTo>
                    <a:pt x="629" y="8437"/>
                    <a:pt x="592" y="8326"/>
                    <a:pt x="592" y="8215"/>
                  </a:cubicBezTo>
                  <a:cubicBezTo>
                    <a:pt x="592" y="8067"/>
                    <a:pt x="666" y="7919"/>
                    <a:pt x="777" y="7735"/>
                  </a:cubicBezTo>
                  <a:cubicBezTo>
                    <a:pt x="962" y="7439"/>
                    <a:pt x="1294" y="7106"/>
                    <a:pt x="1664" y="6699"/>
                  </a:cubicBezTo>
                  <a:cubicBezTo>
                    <a:pt x="2034" y="6330"/>
                    <a:pt x="2403" y="5886"/>
                    <a:pt x="2699" y="5368"/>
                  </a:cubicBezTo>
                  <a:cubicBezTo>
                    <a:pt x="3180" y="4481"/>
                    <a:pt x="3254" y="3224"/>
                    <a:pt x="3254" y="2189"/>
                  </a:cubicBezTo>
                  <a:cubicBezTo>
                    <a:pt x="3254" y="1117"/>
                    <a:pt x="3143" y="267"/>
                    <a:pt x="3143" y="267"/>
                  </a:cubicBezTo>
                  <a:cubicBezTo>
                    <a:pt x="3143" y="106"/>
                    <a:pt x="3003" y="1"/>
                    <a:pt x="2869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5" name="Google Shape;1972;p37"/>
            <p:cNvSpPr/>
            <p:nvPr/>
          </p:nvSpPr>
          <p:spPr>
            <a:xfrm>
              <a:off x="8015760" y="2799720"/>
              <a:ext cx="123120" cy="45720"/>
            </a:xfrm>
            <a:custGeom>
              <a:avLst/>
              <a:gdLst>
                <a:gd name="textAreaLeft" fmla="*/ 0 w 123120"/>
                <a:gd name="textAreaRight" fmla="*/ 123480 w 123120"/>
                <a:gd name="textAreaTop" fmla="*/ 0 h 45720"/>
                <a:gd name="textAreaBottom" fmla="*/ 46080 h 45720"/>
              </a:gdLst>
              <a:ahLst/>
              <a:rect l="textAreaLeft" t="textAreaTop" r="textAreaRight" b="textAreaBottom"/>
              <a:pathLst>
                <a:path w="6545" h="2446">
                  <a:moveTo>
                    <a:pt x="6229" y="0"/>
                  </a:moveTo>
                  <a:cubicBezTo>
                    <a:pt x="6140" y="0"/>
                    <a:pt x="6049" y="37"/>
                    <a:pt x="5990" y="116"/>
                  </a:cubicBezTo>
                  <a:cubicBezTo>
                    <a:pt x="4659" y="1521"/>
                    <a:pt x="2921" y="1817"/>
                    <a:pt x="1701" y="1817"/>
                  </a:cubicBezTo>
                  <a:cubicBezTo>
                    <a:pt x="1331" y="1817"/>
                    <a:pt x="998" y="1780"/>
                    <a:pt x="740" y="1743"/>
                  </a:cubicBezTo>
                  <a:cubicBezTo>
                    <a:pt x="629" y="1743"/>
                    <a:pt x="555" y="1743"/>
                    <a:pt x="481" y="1706"/>
                  </a:cubicBezTo>
                  <a:lnTo>
                    <a:pt x="407" y="1706"/>
                  </a:lnTo>
                  <a:cubicBezTo>
                    <a:pt x="376" y="1700"/>
                    <a:pt x="346" y="1697"/>
                    <a:pt x="318" y="1697"/>
                  </a:cubicBezTo>
                  <a:cubicBezTo>
                    <a:pt x="176" y="1697"/>
                    <a:pt x="68" y="1774"/>
                    <a:pt x="37" y="1928"/>
                  </a:cubicBezTo>
                  <a:cubicBezTo>
                    <a:pt x="0" y="2076"/>
                    <a:pt x="74" y="2261"/>
                    <a:pt x="259" y="2298"/>
                  </a:cubicBezTo>
                  <a:cubicBezTo>
                    <a:pt x="259" y="2298"/>
                    <a:pt x="851" y="2446"/>
                    <a:pt x="1701" y="2446"/>
                  </a:cubicBezTo>
                  <a:cubicBezTo>
                    <a:pt x="2995" y="2446"/>
                    <a:pt x="4917" y="2113"/>
                    <a:pt x="6433" y="523"/>
                  </a:cubicBezTo>
                  <a:cubicBezTo>
                    <a:pt x="6544" y="412"/>
                    <a:pt x="6544" y="190"/>
                    <a:pt x="6433" y="79"/>
                  </a:cubicBezTo>
                  <a:cubicBezTo>
                    <a:pt x="6382" y="28"/>
                    <a:pt x="6306" y="0"/>
                    <a:pt x="6229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3040" bIns="23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6" name="Google Shape;1973;p37"/>
            <p:cNvSpPr/>
            <p:nvPr/>
          </p:nvSpPr>
          <p:spPr>
            <a:xfrm>
              <a:off x="4726440" y="4561200"/>
              <a:ext cx="897840" cy="11520"/>
            </a:xfrm>
            <a:custGeom>
              <a:avLst/>
              <a:gdLst>
                <a:gd name="textAreaLeft" fmla="*/ 0 w 897840"/>
                <a:gd name="textAreaRight" fmla="*/ 898200 w 8978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47545" h="630">
                  <a:moveTo>
                    <a:pt x="334" y="1"/>
                  </a:moveTo>
                  <a:cubicBezTo>
                    <a:pt x="149" y="1"/>
                    <a:pt x="1" y="149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47249" y="629"/>
                  </a:lnTo>
                  <a:cubicBezTo>
                    <a:pt x="47397" y="629"/>
                    <a:pt x="47545" y="481"/>
                    <a:pt x="47545" y="296"/>
                  </a:cubicBezTo>
                  <a:cubicBezTo>
                    <a:pt x="47545" y="149"/>
                    <a:pt x="47397" y="1"/>
                    <a:pt x="4724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7" name="Google Shape;1974;p37"/>
            <p:cNvSpPr/>
            <p:nvPr/>
          </p:nvSpPr>
          <p:spPr>
            <a:xfrm>
              <a:off x="5717160" y="4561200"/>
              <a:ext cx="3055320" cy="11520"/>
            </a:xfrm>
            <a:custGeom>
              <a:avLst/>
              <a:gdLst>
                <a:gd name="textAreaLeft" fmla="*/ 0 w 3055320"/>
                <a:gd name="textAreaRight" fmla="*/ 3055680 w 30553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1747" h="630">
                  <a:moveTo>
                    <a:pt x="296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1451" y="629"/>
                  </a:lnTo>
                  <a:cubicBezTo>
                    <a:pt x="161599" y="629"/>
                    <a:pt x="161746" y="481"/>
                    <a:pt x="161746" y="296"/>
                  </a:cubicBezTo>
                  <a:cubicBezTo>
                    <a:pt x="161746" y="149"/>
                    <a:pt x="161599" y="1"/>
                    <a:pt x="16145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8" name="Google Shape;1975;p37"/>
            <p:cNvSpPr/>
            <p:nvPr/>
          </p:nvSpPr>
          <p:spPr>
            <a:xfrm>
              <a:off x="8847360" y="4561200"/>
              <a:ext cx="119880" cy="1152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6360" h="630">
                  <a:moveTo>
                    <a:pt x="333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6026" y="629"/>
                  </a:lnTo>
                  <a:cubicBezTo>
                    <a:pt x="6211" y="629"/>
                    <a:pt x="6359" y="481"/>
                    <a:pt x="6359" y="296"/>
                  </a:cubicBezTo>
                  <a:cubicBezTo>
                    <a:pt x="6359" y="149"/>
                    <a:pt x="6211" y="1"/>
                    <a:pt x="602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09" name="Google Shape;1976;p37"/>
            <p:cNvSpPr/>
            <p:nvPr/>
          </p:nvSpPr>
          <p:spPr>
            <a:xfrm>
              <a:off x="7108200" y="2888640"/>
              <a:ext cx="264240" cy="619200"/>
            </a:xfrm>
            <a:custGeom>
              <a:avLst/>
              <a:gdLst>
                <a:gd name="textAreaLeft" fmla="*/ 0 w 264240"/>
                <a:gd name="textAreaRight" fmla="*/ 264600 w 264240"/>
                <a:gd name="textAreaTop" fmla="*/ 0 h 619200"/>
                <a:gd name="textAreaBottom" fmla="*/ 619560 h 619200"/>
              </a:gdLst>
              <a:ahLst/>
              <a:rect l="textAreaLeft" t="textAreaTop" r="textAreaRight" b="textAreaBottom"/>
              <a:pathLst>
                <a:path w="14013" h="32794">
                  <a:moveTo>
                    <a:pt x="0" y="1"/>
                  </a:moveTo>
                  <a:lnTo>
                    <a:pt x="0" y="32794"/>
                  </a:lnTo>
                  <a:lnTo>
                    <a:pt x="14012" y="32794"/>
                  </a:lnTo>
                  <a:lnTo>
                    <a:pt x="14012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0" name="Google Shape;1977;p37"/>
            <p:cNvSpPr/>
            <p:nvPr/>
          </p:nvSpPr>
          <p:spPr>
            <a:xfrm>
              <a:off x="5270040" y="2202840"/>
              <a:ext cx="816120" cy="1305000"/>
            </a:xfrm>
            <a:custGeom>
              <a:avLst/>
              <a:gdLst>
                <a:gd name="textAreaLeft" fmla="*/ 0 w 816120"/>
                <a:gd name="textAreaRight" fmla="*/ 816480 w 816120"/>
                <a:gd name="textAreaTop" fmla="*/ 0 h 1305000"/>
                <a:gd name="textAreaBottom" fmla="*/ 1305360 h 1305000"/>
              </a:gdLst>
              <a:ahLst/>
              <a:rect l="textAreaLeft" t="textAreaTop" r="textAreaRight" b="textAreaBottom"/>
              <a:pathLst>
                <a:path w="43220" h="69099">
                  <a:moveTo>
                    <a:pt x="1" y="1"/>
                  </a:moveTo>
                  <a:lnTo>
                    <a:pt x="1" y="67768"/>
                  </a:lnTo>
                  <a:cubicBezTo>
                    <a:pt x="1073" y="68175"/>
                    <a:pt x="2145" y="68618"/>
                    <a:pt x="3217" y="69099"/>
                  </a:cubicBezTo>
                  <a:lnTo>
                    <a:pt x="22738" y="69099"/>
                  </a:lnTo>
                  <a:cubicBezTo>
                    <a:pt x="30686" y="58747"/>
                    <a:pt x="31537" y="19188"/>
                    <a:pt x="43220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1" name="Google Shape;1978;p37"/>
            <p:cNvSpPr/>
            <p:nvPr/>
          </p:nvSpPr>
          <p:spPr>
            <a:xfrm>
              <a:off x="5270040" y="2202840"/>
              <a:ext cx="2102760" cy="1305000"/>
            </a:xfrm>
            <a:custGeom>
              <a:avLst/>
              <a:gdLst>
                <a:gd name="textAreaLeft" fmla="*/ 0 w 2102760"/>
                <a:gd name="textAreaRight" fmla="*/ 2103120 w 2102760"/>
                <a:gd name="textAreaTop" fmla="*/ 0 h 1305000"/>
                <a:gd name="textAreaBottom" fmla="*/ 1305360 h 1305000"/>
              </a:gdLst>
              <a:ahLst/>
              <a:rect l="textAreaLeft" t="textAreaTop" r="textAreaRight" b="textAreaBottom"/>
              <a:pathLst>
                <a:path w="111320" h="69099">
                  <a:moveTo>
                    <a:pt x="1" y="67768"/>
                  </a:moveTo>
                  <a:lnTo>
                    <a:pt x="1" y="69099"/>
                  </a:lnTo>
                  <a:lnTo>
                    <a:pt x="3217" y="69099"/>
                  </a:lnTo>
                  <a:cubicBezTo>
                    <a:pt x="2145" y="68618"/>
                    <a:pt x="1073" y="68175"/>
                    <a:pt x="1" y="67768"/>
                  </a:cubicBezTo>
                  <a:close/>
                  <a:moveTo>
                    <a:pt x="43220" y="1"/>
                  </a:moveTo>
                  <a:cubicBezTo>
                    <a:pt x="31537" y="19188"/>
                    <a:pt x="30686" y="58747"/>
                    <a:pt x="22738" y="69099"/>
                  </a:cubicBezTo>
                  <a:lnTo>
                    <a:pt x="94904" y="69099"/>
                  </a:lnTo>
                  <a:cubicBezTo>
                    <a:pt x="95644" y="68433"/>
                    <a:pt x="96383" y="67768"/>
                    <a:pt x="97197" y="67102"/>
                  </a:cubicBezTo>
                  <a:cubicBezTo>
                    <a:pt x="100043" y="55678"/>
                    <a:pt x="102483" y="45770"/>
                    <a:pt x="103260" y="42036"/>
                  </a:cubicBezTo>
                  <a:cubicBezTo>
                    <a:pt x="103408" y="41297"/>
                    <a:pt x="103482" y="40816"/>
                    <a:pt x="103482" y="40594"/>
                  </a:cubicBezTo>
                  <a:cubicBezTo>
                    <a:pt x="103629" y="38672"/>
                    <a:pt x="104147" y="37452"/>
                    <a:pt x="104813" y="36675"/>
                  </a:cubicBezTo>
                  <a:cubicBezTo>
                    <a:pt x="105441" y="35936"/>
                    <a:pt x="106254" y="35677"/>
                    <a:pt x="106883" y="35677"/>
                  </a:cubicBezTo>
                  <a:cubicBezTo>
                    <a:pt x="107474" y="35677"/>
                    <a:pt x="108916" y="35788"/>
                    <a:pt x="110210" y="35899"/>
                  </a:cubicBezTo>
                  <a:cubicBezTo>
                    <a:pt x="110617" y="35936"/>
                    <a:pt x="110987" y="35973"/>
                    <a:pt x="111319" y="35973"/>
                  </a:cubicBezTo>
                  <a:lnTo>
                    <a:pt x="111319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2" name="Google Shape;1979;p37"/>
            <p:cNvSpPr/>
            <p:nvPr/>
          </p:nvSpPr>
          <p:spPr>
            <a:xfrm>
              <a:off x="7080480" y="3489840"/>
              <a:ext cx="20520" cy="176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17640"/>
                <a:gd name="textAreaBottom" fmla="*/ 18000 h 17640"/>
              </a:gdLst>
              <a:ahLst/>
              <a:rect l="textAreaLeft" t="textAreaTop" r="textAreaRight" b="textAreaBottom"/>
              <a:pathLst>
                <a:path w="1110" h="962">
                  <a:moveTo>
                    <a:pt x="1110" y="1"/>
                  </a:moveTo>
                  <a:cubicBezTo>
                    <a:pt x="740" y="333"/>
                    <a:pt x="370" y="629"/>
                    <a:pt x="1" y="962"/>
                  </a:cubicBezTo>
                  <a:lnTo>
                    <a:pt x="851" y="962"/>
                  </a:lnTo>
                  <a:cubicBezTo>
                    <a:pt x="925" y="629"/>
                    <a:pt x="999" y="333"/>
                    <a:pt x="1110" y="1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000" bIns="90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3" name="Google Shape;1980;p37"/>
            <p:cNvSpPr/>
            <p:nvPr/>
          </p:nvSpPr>
          <p:spPr>
            <a:xfrm>
              <a:off x="7062840" y="3470400"/>
              <a:ext cx="42840" cy="37440"/>
            </a:xfrm>
            <a:custGeom>
              <a:avLst/>
              <a:gdLst>
                <a:gd name="textAreaLeft" fmla="*/ 0 w 42840"/>
                <a:gd name="textAreaRight" fmla="*/ 43200 w 42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2293" h="1997">
                  <a:moveTo>
                    <a:pt x="2293" y="0"/>
                  </a:moveTo>
                  <a:lnTo>
                    <a:pt x="2293" y="0"/>
                  </a:lnTo>
                  <a:cubicBezTo>
                    <a:pt x="1479" y="666"/>
                    <a:pt x="740" y="1331"/>
                    <a:pt x="0" y="1997"/>
                  </a:cubicBezTo>
                  <a:lnTo>
                    <a:pt x="925" y="1997"/>
                  </a:lnTo>
                  <a:cubicBezTo>
                    <a:pt x="1294" y="1664"/>
                    <a:pt x="1664" y="1368"/>
                    <a:pt x="2034" y="1036"/>
                  </a:cubicBezTo>
                  <a:cubicBezTo>
                    <a:pt x="2108" y="703"/>
                    <a:pt x="2182" y="333"/>
                    <a:pt x="2293" y="0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4" name="Google Shape;1981;p37"/>
            <p:cNvSpPr/>
            <p:nvPr/>
          </p:nvSpPr>
          <p:spPr>
            <a:xfrm>
              <a:off x="7096320" y="2876760"/>
              <a:ext cx="276120" cy="631080"/>
            </a:xfrm>
            <a:custGeom>
              <a:avLst/>
              <a:gdLst>
                <a:gd name="textAreaLeft" fmla="*/ 0 w 276120"/>
                <a:gd name="textAreaRight" fmla="*/ 276480 w 276120"/>
                <a:gd name="textAreaTop" fmla="*/ 0 h 631080"/>
                <a:gd name="textAreaBottom" fmla="*/ 631440 h 631080"/>
              </a:gdLst>
              <a:ahLst/>
              <a:rect l="textAreaLeft" t="textAreaTop" r="textAreaRight" b="textAreaBottom"/>
              <a:pathLst>
                <a:path w="14642" h="33422">
                  <a:moveTo>
                    <a:pt x="10205" y="0"/>
                  </a:moveTo>
                  <a:cubicBezTo>
                    <a:pt x="9576" y="0"/>
                    <a:pt x="8763" y="259"/>
                    <a:pt x="8135" y="998"/>
                  </a:cubicBezTo>
                  <a:cubicBezTo>
                    <a:pt x="7469" y="1775"/>
                    <a:pt x="6951" y="2995"/>
                    <a:pt x="6804" y="4917"/>
                  </a:cubicBezTo>
                  <a:cubicBezTo>
                    <a:pt x="6804" y="5139"/>
                    <a:pt x="6730" y="5620"/>
                    <a:pt x="6582" y="6359"/>
                  </a:cubicBezTo>
                  <a:cubicBezTo>
                    <a:pt x="5805" y="10093"/>
                    <a:pt x="3365" y="20001"/>
                    <a:pt x="519" y="31425"/>
                  </a:cubicBezTo>
                  <a:cubicBezTo>
                    <a:pt x="408" y="31758"/>
                    <a:pt x="334" y="32128"/>
                    <a:pt x="260" y="32461"/>
                  </a:cubicBezTo>
                  <a:cubicBezTo>
                    <a:pt x="149" y="32793"/>
                    <a:pt x="75" y="33089"/>
                    <a:pt x="1" y="33422"/>
                  </a:cubicBezTo>
                  <a:lnTo>
                    <a:pt x="629" y="33422"/>
                  </a:lnTo>
                  <a:cubicBezTo>
                    <a:pt x="999" y="31980"/>
                    <a:pt x="1369" y="30575"/>
                    <a:pt x="1702" y="29207"/>
                  </a:cubicBezTo>
                  <a:cubicBezTo>
                    <a:pt x="3254" y="22922"/>
                    <a:pt x="4659" y="17229"/>
                    <a:pt x="5694" y="12903"/>
                  </a:cubicBezTo>
                  <a:cubicBezTo>
                    <a:pt x="6212" y="10759"/>
                    <a:pt x="6619" y="8947"/>
                    <a:pt x="6914" y="7616"/>
                  </a:cubicBezTo>
                  <a:cubicBezTo>
                    <a:pt x="7210" y="6248"/>
                    <a:pt x="7395" y="5361"/>
                    <a:pt x="7432" y="4954"/>
                  </a:cubicBezTo>
                  <a:cubicBezTo>
                    <a:pt x="7580" y="3106"/>
                    <a:pt x="8061" y="2034"/>
                    <a:pt x="8578" y="1405"/>
                  </a:cubicBezTo>
                  <a:cubicBezTo>
                    <a:pt x="9133" y="777"/>
                    <a:pt x="9724" y="629"/>
                    <a:pt x="10205" y="629"/>
                  </a:cubicBezTo>
                  <a:cubicBezTo>
                    <a:pt x="10759" y="629"/>
                    <a:pt x="12201" y="740"/>
                    <a:pt x="13495" y="814"/>
                  </a:cubicBezTo>
                  <a:cubicBezTo>
                    <a:pt x="13902" y="851"/>
                    <a:pt x="14309" y="888"/>
                    <a:pt x="14641" y="925"/>
                  </a:cubicBezTo>
                  <a:lnTo>
                    <a:pt x="14641" y="296"/>
                  </a:lnTo>
                  <a:cubicBezTo>
                    <a:pt x="14309" y="296"/>
                    <a:pt x="13939" y="259"/>
                    <a:pt x="13532" y="222"/>
                  </a:cubicBezTo>
                  <a:cubicBezTo>
                    <a:pt x="12238" y="111"/>
                    <a:pt x="10796" y="0"/>
                    <a:pt x="10205" y="0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5" name="Google Shape;1982;p37"/>
            <p:cNvSpPr/>
            <p:nvPr/>
          </p:nvSpPr>
          <p:spPr>
            <a:xfrm>
              <a:off x="5230080" y="2118240"/>
              <a:ext cx="2183040" cy="1473840"/>
            </a:xfrm>
            <a:custGeom>
              <a:avLst/>
              <a:gdLst>
                <a:gd name="textAreaLeft" fmla="*/ 0 w 2183040"/>
                <a:gd name="textAreaRight" fmla="*/ 2183400 w 2183040"/>
                <a:gd name="textAreaTop" fmla="*/ 0 h 1473840"/>
                <a:gd name="textAreaBottom" fmla="*/ 1474200 h 1473840"/>
              </a:gdLst>
              <a:ahLst/>
              <a:rect l="textAreaLeft" t="textAreaTop" r="textAreaRight" b="textAreaBottom"/>
              <a:pathLst>
                <a:path w="115571" h="78046">
                  <a:moveTo>
                    <a:pt x="113759" y="4178"/>
                  </a:moveTo>
                  <a:lnTo>
                    <a:pt x="113759" y="73868"/>
                  </a:lnTo>
                  <a:lnTo>
                    <a:pt x="1812" y="73868"/>
                  </a:lnTo>
                  <a:lnTo>
                    <a:pt x="1812" y="4178"/>
                  </a:lnTo>
                  <a:close/>
                  <a:moveTo>
                    <a:pt x="1" y="0"/>
                  </a:moveTo>
                  <a:lnTo>
                    <a:pt x="1" y="78045"/>
                  </a:lnTo>
                  <a:lnTo>
                    <a:pt x="115571" y="78045"/>
                  </a:lnTo>
                  <a:lnTo>
                    <a:pt x="11557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6" name="Google Shape;1983;p37"/>
            <p:cNvSpPr/>
            <p:nvPr/>
          </p:nvSpPr>
          <p:spPr>
            <a:xfrm>
              <a:off x="5223960" y="2112120"/>
              <a:ext cx="2194920" cy="1485720"/>
            </a:xfrm>
            <a:custGeom>
              <a:avLst/>
              <a:gdLst>
                <a:gd name="textAreaLeft" fmla="*/ 0 w 2194920"/>
                <a:gd name="textAreaRight" fmla="*/ 2195280 w 2194920"/>
                <a:gd name="textAreaTop" fmla="*/ 0 h 1485720"/>
                <a:gd name="textAreaBottom" fmla="*/ 1486080 h 1485720"/>
              </a:gdLst>
              <a:ahLst/>
              <a:rect l="textAreaLeft" t="textAreaTop" r="textAreaRight" b="textAreaBottom"/>
              <a:pathLst>
                <a:path w="116200" h="78675">
                  <a:moveTo>
                    <a:pt x="113759" y="4807"/>
                  </a:moveTo>
                  <a:lnTo>
                    <a:pt x="113759" y="73905"/>
                  </a:lnTo>
                  <a:lnTo>
                    <a:pt x="2441" y="73905"/>
                  </a:lnTo>
                  <a:lnTo>
                    <a:pt x="2441" y="4807"/>
                  </a:lnTo>
                  <a:close/>
                  <a:moveTo>
                    <a:pt x="2145" y="4178"/>
                  </a:moveTo>
                  <a:cubicBezTo>
                    <a:pt x="2071" y="4178"/>
                    <a:pt x="1997" y="4215"/>
                    <a:pt x="1923" y="4289"/>
                  </a:cubicBezTo>
                  <a:cubicBezTo>
                    <a:pt x="1849" y="4326"/>
                    <a:pt x="1849" y="4400"/>
                    <a:pt x="1849" y="4511"/>
                  </a:cubicBezTo>
                  <a:lnTo>
                    <a:pt x="1849" y="74201"/>
                  </a:lnTo>
                  <a:cubicBezTo>
                    <a:pt x="1849" y="74275"/>
                    <a:pt x="1849" y="74385"/>
                    <a:pt x="1923" y="74422"/>
                  </a:cubicBezTo>
                  <a:cubicBezTo>
                    <a:pt x="1997" y="74496"/>
                    <a:pt x="2071" y="74533"/>
                    <a:pt x="2145" y="74533"/>
                  </a:cubicBezTo>
                  <a:lnTo>
                    <a:pt x="114092" y="74533"/>
                  </a:lnTo>
                  <a:cubicBezTo>
                    <a:pt x="114166" y="74533"/>
                    <a:pt x="114240" y="74496"/>
                    <a:pt x="114314" y="74422"/>
                  </a:cubicBezTo>
                  <a:cubicBezTo>
                    <a:pt x="114351" y="74385"/>
                    <a:pt x="114388" y="74275"/>
                    <a:pt x="114388" y="74201"/>
                  </a:cubicBezTo>
                  <a:lnTo>
                    <a:pt x="114388" y="4511"/>
                  </a:lnTo>
                  <a:cubicBezTo>
                    <a:pt x="114388" y="4400"/>
                    <a:pt x="114351" y="4326"/>
                    <a:pt x="114314" y="4289"/>
                  </a:cubicBezTo>
                  <a:cubicBezTo>
                    <a:pt x="114240" y="4215"/>
                    <a:pt x="114166" y="4178"/>
                    <a:pt x="114092" y="4178"/>
                  </a:cubicBezTo>
                  <a:close/>
                  <a:moveTo>
                    <a:pt x="115608" y="629"/>
                  </a:moveTo>
                  <a:lnTo>
                    <a:pt x="115608" y="78082"/>
                  </a:lnTo>
                  <a:lnTo>
                    <a:pt x="629" y="78082"/>
                  </a:lnTo>
                  <a:lnTo>
                    <a:pt x="629" y="629"/>
                  </a:lnTo>
                  <a:close/>
                  <a:moveTo>
                    <a:pt x="334" y="0"/>
                  </a:moveTo>
                  <a:cubicBezTo>
                    <a:pt x="223" y="0"/>
                    <a:pt x="149" y="37"/>
                    <a:pt x="112" y="111"/>
                  </a:cubicBezTo>
                  <a:cubicBezTo>
                    <a:pt x="38" y="148"/>
                    <a:pt x="1" y="259"/>
                    <a:pt x="1" y="333"/>
                  </a:cubicBezTo>
                  <a:lnTo>
                    <a:pt x="1" y="78378"/>
                  </a:lnTo>
                  <a:cubicBezTo>
                    <a:pt x="1" y="78452"/>
                    <a:pt x="38" y="78526"/>
                    <a:pt x="112" y="78600"/>
                  </a:cubicBezTo>
                  <a:cubicBezTo>
                    <a:pt x="149" y="78637"/>
                    <a:pt x="223" y="78674"/>
                    <a:pt x="334" y="78674"/>
                  </a:cubicBezTo>
                  <a:lnTo>
                    <a:pt x="115904" y="78674"/>
                  </a:lnTo>
                  <a:cubicBezTo>
                    <a:pt x="115978" y="78674"/>
                    <a:pt x="116052" y="78637"/>
                    <a:pt x="116125" y="78600"/>
                  </a:cubicBezTo>
                  <a:cubicBezTo>
                    <a:pt x="116162" y="78526"/>
                    <a:pt x="116199" y="78452"/>
                    <a:pt x="116199" y="78378"/>
                  </a:cubicBezTo>
                  <a:lnTo>
                    <a:pt x="116199" y="333"/>
                  </a:lnTo>
                  <a:cubicBezTo>
                    <a:pt x="116199" y="259"/>
                    <a:pt x="116162" y="185"/>
                    <a:pt x="116125" y="111"/>
                  </a:cubicBezTo>
                  <a:cubicBezTo>
                    <a:pt x="116052" y="37"/>
                    <a:pt x="115978" y="0"/>
                    <a:pt x="11590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7" name="Google Shape;1984;p37"/>
            <p:cNvSpPr/>
            <p:nvPr/>
          </p:nvSpPr>
          <p:spPr>
            <a:xfrm>
              <a:off x="5309640" y="2238480"/>
              <a:ext cx="1491480" cy="116280"/>
            </a:xfrm>
            <a:custGeom>
              <a:avLst/>
              <a:gdLst>
                <a:gd name="textAreaLeft" fmla="*/ 0 w 1491480"/>
                <a:gd name="textAreaRight" fmla="*/ 1491840 w 1491480"/>
                <a:gd name="textAreaTop" fmla="*/ 0 h 116280"/>
                <a:gd name="textAreaBottom" fmla="*/ 116640 h 116280"/>
              </a:gdLst>
              <a:ahLst/>
              <a:rect l="textAreaLeft" t="textAreaTop" r="textAreaRight" b="textAreaBottom"/>
              <a:pathLst>
                <a:path w="78970" h="6175">
                  <a:moveTo>
                    <a:pt x="2071" y="0"/>
                  </a:moveTo>
                  <a:cubicBezTo>
                    <a:pt x="924" y="0"/>
                    <a:pt x="0" y="924"/>
                    <a:pt x="0" y="2070"/>
                  </a:cubicBezTo>
                  <a:lnTo>
                    <a:pt x="0" y="4104"/>
                  </a:lnTo>
                  <a:cubicBezTo>
                    <a:pt x="0" y="5250"/>
                    <a:pt x="924" y="6174"/>
                    <a:pt x="2071" y="6174"/>
                  </a:cubicBezTo>
                  <a:lnTo>
                    <a:pt x="76862" y="6174"/>
                  </a:lnTo>
                  <a:cubicBezTo>
                    <a:pt x="78008" y="6174"/>
                    <a:pt x="78969" y="5250"/>
                    <a:pt x="78969" y="4104"/>
                  </a:cubicBezTo>
                  <a:lnTo>
                    <a:pt x="78969" y="2070"/>
                  </a:lnTo>
                  <a:cubicBezTo>
                    <a:pt x="78969" y="924"/>
                    <a:pt x="78008" y="0"/>
                    <a:pt x="7686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320" bIns="58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8" name="Google Shape;1985;p37"/>
            <p:cNvSpPr/>
            <p:nvPr/>
          </p:nvSpPr>
          <p:spPr>
            <a:xfrm>
              <a:off x="5303520" y="2232720"/>
              <a:ext cx="1503360" cy="128160"/>
            </a:xfrm>
            <a:custGeom>
              <a:avLst/>
              <a:gdLst>
                <a:gd name="textAreaLeft" fmla="*/ 0 w 1503360"/>
                <a:gd name="textAreaRight" fmla="*/ 1503720 w 1503360"/>
                <a:gd name="textAreaTop" fmla="*/ 0 h 128160"/>
                <a:gd name="textAreaBottom" fmla="*/ 128520 h 128160"/>
              </a:gdLst>
              <a:ahLst/>
              <a:rect l="textAreaLeft" t="textAreaTop" r="textAreaRight" b="textAreaBottom"/>
              <a:pathLst>
                <a:path w="79599" h="6803">
                  <a:moveTo>
                    <a:pt x="77195" y="629"/>
                  </a:moveTo>
                  <a:cubicBezTo>
                    <a:pt x="78193" y="629"/>
                    <a:pt x="78970" y="1405"/>
                    <a:pt x="78970" y="2366"/>
                  </a:cubicBezTo>
                  <a:lnTo>
                    <a:pt x="78970" y="4400"/>
                  </a:lnTo>
                  <a:cubicBezTo>
                    <a:pt x="78970" y="5398"/>
                    <a:pt x="78193" y="6174"/>
                    <a:pt x="77195" y="6174"/>
                  </a:cubicBezTo>
                  <a:lnTo>
                    <a:pt x="2404" y="6174"/>
                  </a:lnTo>
                  <a:cubicBezTo>
                    <a:pt x="1442" y="6174"/>
                    <a:pt x="629" y="5398"/>
                    <a:pt x="629" y="4400"/>
                  </a:cubicBezTo>
                  <a:lnTo>
                    <a:pt x="629" y="2366"/>
                  </a:lnTo>
                  <a:cubicBezTo>
                    <a:pt x="629" y="1405"/>
                    <a:pt x="1442" y="629"/>
                    <a:pt x="2404" y="629"/>
                  </a:cubicBezTo>
                  <a:close/>
                  <a:moveTo>
                    <a:pt x="2404" y="0"/>
                  </a:moveTo>
                  <a:cubicBezTo>
                    <a:pt x="1073" y="0"/>
                    <a:pt x="0" y="1072"/>
                    <a:pt x="0" y="2366"/>
                  </a:cubicBezTo>
                  <a:lnTo>
                    <a:pt x="0" y="4400"/>
                  </a:lnTo>
                  <a:cubicBezTo>
                    <a:pt x="0" y="5731"/>
                    <a:pt x="1073" y="6803"/>
                    <a:pt x="2404" y="6803"/>
                  </a:cubicBezTo>
                  <a:lnTo>
                    <a:pt x="77195" y="6803"/>
                  </a:lnTo>
                  <a:cubicBezTo>
                    <a:pt x="78526" y="6803"/>
                    <a:pt x="79598" y="5731"/>
                    <a:pt x="79598" y="4400"/>
                  </a:cubicBezTo>
                  <a:lnTo>
                    <a:pt x="79598" y="2366"/>
                  </a:lnTo>
                  <a:cubicBezTo>
                    <a:pt x="79598" y="1072"/>
                    <a:pt x="78526" y="0"/>
                    <a:pt x="77195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4080" bIns="64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19" name="Google Shape;1986;p37"/>
            <p:cNvSpPr/>
            <p:nvPr/>
          </p:nvSpPr>
          <p:spPr>
            <a:xfrm>
              <a:off x="5328000" y="248148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3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0" name="Google Shape;1987;p37"/>
            <p:cNvSpPr/>
            <p:nvPr/>
          </p:nvSpPr>
          <p:spPr>
            <a:xfrm>
              <a:off x="5328000" y="255060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3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1" name="Google Shape;1988;p37"/>
            <p:cNvSpPr/>
            <p:nvPr/>
          </p:nvSpPr>
          <p:spPr>
            <a:xfrm>
              <a:off x="5328000" y="261972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29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2" name="Google Shape;1989;p37"/>
            <p:cNvSpPr/>
            <p:nvPr/>
          </p:nvSpPr>
          <p:spPr>
            <a:xfrm>
              <a:off x="5328000" y="269316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3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3" name="Google Shape;1990;p37"/>
            <p:cNvSpPr/>
            <p:nvPr/>
          </p:nvSpPr>
          <p:spPr>
            <a:xfrm>
              <a:off x="5694840" y="248148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3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4" name="Google Shape;1991;p37"/>
            <p:cNvSpPr/>
            <p:nvPr/>
          </p:nvSpPr>
          <p:spPr>
            <a:xfrm>
              <a:off x="5694840" y="255060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3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5" name="Google Shape;1992;p37"/>
            <p:cNvSpPr/>
            <p:nvPr/>
          </p:nvSpPr>
          <p:spPr>
            <a:xfrm>
              <a:off x="5694840" y="261972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29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6" name="Google Shape;1993;p37"/>
            <p:cNvSpPr/>
            <p:nvPr/>
          </p:nvSpPr>
          <p:spPr>
            <a:xfrm>
              <a:off x="5694840" y="269316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3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7" name="Google Shape;1994;p37"/>
            <p:cNvSpPr/>
            <p:nvPr/>
          </p:nvSpPr>
          <p:spPr>
            <a:xfrm>
              <a:off x="6061320" y="248148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30">
                  <a:moveTo>
                    <a:pt x="296" y="1"/>
                  </a:moveTo>
                  <a:cubicBezTo>
                    <a:pt x="148" y="1"/>
                    <a:pt x="1" y="149"/>
                    <a:pt x="1" y="297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8" name="Google Shape;1995;p37"/>
            <p:cNvSpPr/>
            <p:nvPr/>
          </p:nvSpPr>
          <p:spPr>
            <a:xfrm>
              <a:off x="6061320" y="255060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3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29" name="Google Shape;1996;p37"/>
            <p:cNvSpPr/>
            <p:nvPr/>
          </p:nvSpPr>
          <p:spPr>
            <a:xfrm>
              <a:off x="6061320" y="261972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29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0" name="Google Shape;1997;p37"/>
            <p:cNvSpPr/>
            <p:nvPr/>
          </p:nvSpPr>
          <p:spPr>
            <a:xfrm>
              <a:off x="6061320" y="269316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60" h="63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1" name="Google Shape;1998;p37"/>
            <p:cNvSpPr/>
            <p:nvPr/>
          </p:nvSpPr>
          <p:spPr>
            <a:xfrm>
              <a:off x="6428160" y="248148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3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2" name="Google Shape;1999;p37"/>
            <p:cNvSpPr/>
            <p:nvPr/>
          </p:nvSpPr>
          <p:spPr>
            <a:xfrm>
              <a:off x="6428160" y="255060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3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3" name="Google Shape;2000;p37"/>
            <p:cNvSpPr/>
            <p:nvPr/>
          </p:nvSpPr>
          <p:spPr>
            <a:xfrm>
              <a:off x="6428160" y="261972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29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4" name="Google Shape;2001;p37"/>
            <p:cNvSpPr/>
            <p:nvPr/>
          </p:nvSpPr>
          <p:spPr>
            <a:xfrm>
              <a:off x="6428160" y="2693160"/>
              <a:ext cx="318240" cy="11520"/>
            </a:xfrm>
            <a:custGeom>
              <a:avLst/>
              <a:gdLst>
                <a:gd name="textAreaLeft" fmla="*/ 0 w 318240"/>
                <a:gd name="textAreaRight" fmla="*/ 318600 w 31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6859" h="63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5" name="Google Shape;2002;p37"/>
            <p:cNvSpPr/>
            <p:nvPr/>
          </p:nvSpPr>
          <p:spPr>
            <a:xfrm>
              <a:off x="5512320" y="2855520"/>
              <a:ext cx="1128960" cy="340920"/>
            </a:xfrm>
            <a:custGeom>
              <a:avLst/>
              <a:gdLst>
                <a:gd name="textAreaLeft" fmla="*/ 0 w 1128960"/>
                <a:gd name="textAreaRight" fmla="*/ 1129320 w 1128960"/>
                <a:gd name="textAreaTop" fmla="*/ 0 h 340920"/>
                <a:gd name="textAreaBottom" fmla="*/ 341280 h 340920"/>
              </a:gdLst>
              <a:ahLst/>
              <a:rect l="textAreaLeft" t="textAreaTop" r="textAreaRight" b="textAreaBottom"/>
              <a:pathLst>
                <a:path w="59783" h="18062">
                  <a:moveTo>
                    <a:pt x="59431" y="1"/>
                  </a:moveTo>
                  <a:cubicBezTo>
                    <a:pt x="59357" y="1"/>
                    <a:pt x="59283" y="29"/>
                    <a:pt x="59228" y="84"/>
                  </a:cubicBezTo>
                  <a:lnTo>
                    <a:pt x="45585" y="14466"/>
                  </a:lnTo>
                  <a:lnTo>
                    <a:pt x="33052" y="5001"/>
                  </a:lnTo>
                  <a:cubicBezTo>
                    <a:pt x="33003" y="4968"/>
                    <a:pt x="32945" y="4950"/>
                    <a:pt x="32887" y="4950"/>
                  </a:cubicBezTo>
                  <a:cubicBezTo>
                    <a:pt x="32816" y="4950"/>
                    <a:pt x="32744" y="4977"/>
                    <a:pt x="32683" y="5038"/>
                  </a:cubicBezTo>
                  <a:lnTo>
                    <a:pt x="24290" y="12654"/>
                  </a:lnTo>
                  <a:lnTo>
                    <a:pt x="14345" y="3707"/>
                  </a:lnTo>
                  <a:cubicBezTo>
                    <a:pt x="14294" y="3656"/>
                    <a:pt x="14226" y="3628"/>
                    <a:pt x="14154" y="3628"/>
                  </a:cubicBezTo>
                  <a:cubicBezTo>
                    <a:pt x="14071" y="3628"/>
                    <a:pt x="13981" y="3665"/>
                    <a:pt x="13902" y="3744"/>
                  </a:cubicBezTo>
                  <a:lnTo>
                    <a:pt x="112" y="17534"/>
                  </a:lnTo>
                  <a:cubicBezTo>
                    <a:pt x="1" y="17645"/>
                    <a:pt x="1" y="17830"/>
                    <a:pt x="112" y="17978"/>
                  </a:cubicBezTo>
                  <a:cubicBezTo>
                    <a:pt x="167" y="18033"/>
                    <a:pt x="250" y="18061"/>
                    <a:pt x="333" y="18061"/>
                  </a:cubicBezTo>
                  <a:cubicBezTo>
                    <a:pt x="417" y="18061"/>
                    <a:pt x="500" y="18033"/>
                    <a:pt x="555" y="17978"/>
                  </a:cubicBezTo>
                  <a:lnTo>
                    <a:pt x="14160" y="4373"/>
                  </a:lnTo>
                  <a:lnTo>
                    <a:pt x="24069" y="13283"/>
                  </a:lnTo>
                  <a:cubicBezTo>
                    <a:pt x="24142" y="13338"/>
                    <a:pt x="24216" y="13366"/>
                    <a:pt x="24290" y="13366"/>
                  </a:cubicBezTo>
                  <a:cubicBezTo>
                    <a:pt x="24364" y="13366"/>
                    <a:pt x="24438" y="13338"/>
                    <a:pt x="24512" y="13283"/>
                  </a:cubicBezTo>
                  <a:lnTo>
                    <a:pt x="32905" y="5667"/>
                  </a:lnTo>
                  <a:lnTo>
                    <a:pt x="45438" y="15131"/>
                  </a:lnTo>
                  <a:cubicBezTo>
                    <a:pt x="45504" y="15164"/>
                    <a:pt x="45578" y="15183"/>
                    <a:pt x="45646" y="15183"/>
                  </a:cubicBezTo>
                  <a:cubicBezTo>
                    <a:pt x="45729" y="15183"/>
                    <a:pt x="45804" y="15155"/>
                    <a:pt x="45844" y="15094"/>
                  </a:cubicBezTo>
                  <a:lnTo>
                    <a:pt x="59671" y="528"/>
                  </a:lnTo>
                  <a:cubicBezTo>
                    <a:pt x="59782" y="380"/>
                    <a:pt x="59782" y="195"/>
                    <a:pt x="59634" y="84"/>
                  </a:cubicBezTo>
                  <a:cubicBezTo>
                    <a:pt x="59579" y="29"/>
                    <a:pt x="59505" y="1"/>
                    <a:pt x="59431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6" name="Google Shape;2003;p37"/>
            <p:cNvSpPr/>
            <p:nvPr/>
          </p:nvSpPr>
          <p:spPr>
            <a:xfrm>
              <a:off x="5744880" y="2895480"/>
              <a:ext cx="68760" cy="6876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68760"/>
                <a:gd name="textAreaBottom" fmla="*/ 69120 h 68760"/>
              </a:gdLst>
              <a:ahLst/>
              <a:rect l="textAreaLeft" t="textAreaTop" r="textAreaRight" b="textAreaBottom"/>
              <a:pathLst>
                <a:path w="3661" h="3661">
                  <a:moveTo>
                    <a:pt x="1812" y="0"/>
                  </a:moveTo>
                  <a:cubicBezTo>
                    <a:pt x="814" y="0"/>
                    <a:pt x="1" y="814"/>
                    <a:pt x="1" y="1812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48" y="3661"/>
                    <a:pt x="3661" y="2847"/>
                    <a:pt x="3661" y="1812"/>
                  </a:cubicBezTo>
                  <a:cubicBezTo>
                    <a:pt x="3661" y="814"/>
                    <a:pt x="2848" y="0"/>
                    <a:pt x="181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560" bIns="34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7" name="Google Shape;2004;p37"/>
            <p:cNvSpPr/>
            <p:nvPr/>
          </p:nvSpPr>
          <p:spPr>
            <a:xfrm>
              <a:off x="5739480" y="2890080"/>
              <a:ext cx="79920" cy="79920"/>
            </a:xfrm>
            <a:custGeom>
              <a:avLst/>
              <a:gdLst>
                <a:gd name="textAreaLeft" fmla="*/ 0 w 79920"/>
                <a:gd name="textAreaRight" fmla="*/ 80280 w 79920"/>
                <a:gd name="textAreaTop" fmla="*/ 0 h 79920"/>
                <a:gd name="textAreaBottom" fmla="*/ 80280 h 79920"/>
              </a:gdLst>
              <a:ahLst/>
              <a:rect l="textAreaLeft" t="textAreaTop" r="textAreaRight" b="textAreaBottom"/>
              <a:pathLst>
                <a:path w="4252" h="4253">
                  <a:moveTo>
                    <a:pt x="2107" y="629"/>
                  </a:moveTo>
                  <a:cubicBezTo>
                    <a:pt x="2958" y="629"/>
                    <a:pt x="3623" y="1295"/>
                    <a:pt x="3623" y="2108"/>
                  </a:cubicBezTo>
                  <a:cubicBezTo>
                    <a:pt x="3623" y="2958"/>
                    <a:pt x="2958" y="3624"/>
                    <a:pt x="2107" y="3624"/>
                  </a:cubicBezTo>
                  <a:cubicBezTo>
                    <a:pt x="1294" y="3624"/>
                    <a:pt x="592" y="2958"/>
                    <a:pt x="592" y="2108"/>
                  </a:cubicBezTo>
                  <a:cubicBezTo>
                    <a:pt x="592" y="1295"/>
                    <a:pt x="1294" y="629"/>
                    <a:pt x="2107" y="629"/>
                  </a:cubicBezTo>
                  <a:close/>
                  <a:moveTo>
                    <a:pt x="2107" y="1"/>
                  </a:moveTo>
                  <a:cubicBezTo>
                    <a:pt x="924" y="1"/>
                    <a:pt x="0" y="962"/>
                    <a:pt x="0" y="2108"/>
                  </a:cubicBezTo>
                  <a:cubicBezTo>
                    <a:pt x="0" y="3291"/>
                    <a:pt x="924" y="4252"/>
                    <a:pt x="2107" y="4252"/>
                  </a:cubicBezTo>
                  <a:cubicBezTo>
                    <a:pt x="3291" y="4252"/>
                    <a:pt x="4252" y="3291"/>
                    <a:pt x="4252" y="2108"/>
                  </a:cubicBezTo>
                  <a:cubicBezTo>
                    <a:pt x="4252" y="962"/>
                    <a:pt x="3291" y="1"/>
                    <a:pt x="2107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9960" bIns="399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8" name="Google Shape;2005;p37"/>
            <p:cNvSpPr/>
            <p:nvPr/>
          </p:nvSpPr>
          <p:spPr>
            <a:xfrm>
              <a:off x="6099120" y="2919960"/>
              <a:ext cx="68760" cy="6876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68760"/>
                <a:gd name="textAreaBottom" fmla="*/ 69120 h 68760"/>
              </a:gdLst>
              <a:ahLst/>
              <a:rect l="textAreaLeft" t="textAreaTop" r="textAreaRight" b="textAreaBottom"/>
              <a:pathLst>
                <a:path w="3662" h="3661">
                  <a:moveTo>
                    <a:pt x="1813" y="0"/>
                  </a:moveTo>
                  <a:cubicBezTo>
                    <a:pt x="814" y="0"/>
                    <a:pt x="1" y="814"/>
                    <a:pt x="1" y="1849"/>
                  </a:cubicBezTo>
                  <a:cubicBezTo>
                    <a:pt x="1" y="2847"/>
                    <a:pt x="814" y="3661"/>
                    <a:pt x="1813" y="3661"/>
                  </a:cubicBezTo>
                  <a:cubicBezTo>
                    <a:pt x="2848" y="3661"/>
                    <a:pt x="3661" y="2847"/>
                    <a:pt x="3661" y="1849"/>
                  </a:cubicBezTo>
                  <a:cubicBezTo>
                    <a:pt x="3661" y="814"/>
                    <a:pt x="2848" y="0"/>
                    <a:pt x="18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560" bIns="34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39" name="Google Shape;2006;p37"/>
            <p:cNvSpPr/>
            <p:nvPr/>
          </p:nvSpPr>
          <p:spPr>
            <a:xfrm>
              <a:off x="6093360" y="2914560"/>
              <a:ext cx="79920" cy="79920"/>
            </a:xfrm>
            <a:custGeom>
              <a:avLst/>
              <a:gdLst>
                <a:gd name="textAreaLeft" fmla="*/ 0 w 79920"/>
                <a:gd name="textAreaRight" fmla="*/ 80280 w 79920"/>
                <a:gd name="textAreaTop" fmla="*/ 0 h 79920"/>
                <a:gd name="textAreaBottom" fmla="*/ 80280 h 79920"/>
              </a:gdLst>
              <a:ahLst/>
              <a:rect l="textAreaLeft" t="textAreaTop" r="textAreaRight" b="textAreaBottom"/>
              <a:pathLst>
                <a:path w="4252" h="4253">
                  <a:moveTo>
                    <a:pt x="2108" y="629"/>
                  </a:moveTo>
                  <a:cubicBezTo>
                    <a:pt x="2958" y="629"/>
                    <a:pt x="3623" y="1295"/>
                    <a:pt x="3623" y="2145"/>
                  </a:cubicBezTo>
                  <a:cubicBezTo>
                    <a:pt x="3623" y="2958"/>
                    <a:pt x="2958" y="3661"/>
                    <a:pt x="2108" y="3661"/>
                  </a:cubicBezTo>
                  <a:cubicBezTo>
                    <a:pt x="1294" y="3661"/>
                    <a:pt x="592" y="2958"/>
                    <a:pt x="592" y="2145"/>
                  </a:cubicBezTo>
                  <a:cubicBezTo>
                    <a:pt x="592" y="1295"/>
                    <a:pt x="1294" y="629"/>
                    <a:pt x="2108" y="629"/>
                  </a:cubicBezTo>
                  <a:close/>
                  <a:moveTo>
                    <a:pt x="2108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08" y="4252"/>
                  </a:cubicBezTo>
                  <a:cubicBezTo>
                    <a:pt x="3291" y="4252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08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9960" bIns="399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0" name="Google Shape;2007;p37"/>
            <p:cNvSpPr/>
            <p:nvPr/>
          </p:nvSpPr>
          <p:spPr>
            <a:xfrm>
              <a:off x="6339960" y="3102120"/>
              <a:ext cx="68760" cy="6876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68760"/>
                <a:gd name="textAreaBottom" fmla="*/ 69120 h 68760"/>
              </a:gdLst>
              <a:ahLst/>
              <a:rect l="textAreaLeft" t="textAreaTop" r="textAreaRight" b="textAreaBottom"/>
              <a:pathLst>
                <a:path w="3661" h="3661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1"/>
                    <a:pt x="814" y="3661"/>
                    <a:pt x="1812" y="3661"/>
                  </a:cubicBezTo>
                  <a:cubicBezTo>
                    <a:pt x="2848" y="3661"/>
                    <a:pt x="3661" y="2811"/>
                    <a:pt x="3661" y="1812"/>
                  </a:cubicBezTo>
                  <a:cubicBezTo>
                    <a:pt x="3661" y="814"/>
                    <a:pt x="2848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560" bIns="34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1" name="Google Shape;2008;p37"/>
            <p:cNvSpPr/>
            <p:nvPr/>
          </p:nvSpPr>
          <p:spPr>
            <a:xfrm>
              <a:off x="6334560" y="3096720"/>
              <a:ext cx="79920" cy="79920"/>
            </a:xfrm>
            <a:custGeom>
              <a:avLst/>
              <a:gdLst>
                <a:gd name="textAreaLeft" fmla="*/ 0 w 79920"/>
                <a:gd name="textAreaRight" fmla="*/ 80280 w 79920"/>
                <a:gd name="textAreaTop" fmla="*/ 0 h 79920"/>
                <a:gd name="textAreaBottom" fmla="*/ 80280 h 79920"/>
              </a:gdLst>
              <a:ahLst/>
              <a:rect l="textAreaLeft" t="textAreaTop" r="textAreaRight" b="textAreaBottom"/>
              <a:pathLst>
                <a:path w="4252" h="4252">
                  <a:moveTo>
                    <a:pt x="2107" y="592"/>
                  </a:moveTo>
                  <a:cubicBezTo>
                    <a:pt x="2958" y="592"/>
                    <a:pt x="3623" y="1294"/>
                    <a:pt x="3623" y="2107"/>
                  </a:cubicBezTo>
                  <a:cubicBezTo>
                    <a:pt x="3623" y="2958"/>
                    <a:pt x="2958" y="3623"/>
                    <a:pt x="2107" y="3623"/>
                  </a:cubicBezTo>
                  <a:cubicBezTo>
                    <a:pt x="1294" y="3623"/>
                    <a:pt x="592" y="2958"/>
                    <a:pt x="592" y="2107"/>
                  </a:cubicBezTo>
                  <a:cubicBezTo>
                    <a:pt x="592" y="1294"/>
                    <a:pt x="1294" y="592"/>
                    <a:pt x="2107" y="592"/>
                  </a:cubicBezTo>
                  <a:close/>
                  <a:moveTo>
                    <a:pt x="2107" y="0"/>
                  </a:moveTo>
                  <a:cubicBezTo>
                    <a:pt x="961" y="0"/>
                    <a:pt x="0" y="924"/>
                    <a:pt x="0" y="2107"/>
                  </a:cubicBezTo>
                  <a:cubicBezTo>
                    <a:pt x="0" y="3290"/>
                    <a:pt x="961" y="4252"/>
                    <a:pt x="2107" y="4252"/>
                  </a:cubicBezTo>
                  <a:cubicBezTo>
                    <a:pt x="3290" y="4252"/>
                    <a:pt x="4252" y="3290"/>
                    <a:pt x="4252" y="2107"/>
                  </a:cubicBezTo>
                  <a:cubicBezTo>
                    <a:pt x="4252" y="924"/>
                    <a:pt x="3290" y="0"/>
                    <a:pt x="210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9960" bIns="399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2" name="Google Shape;2009;p37"/>
            <p:cNvSpPr/>
            <p:nvPr/>
          </p:nvSpPr>
          <p:spPr>
            <a:xfrm>
              <a:off x="6595560" y="2827080"/>
              <a:ext cx="68760" cy="6804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68040"/>
                <a:gd name="textAreaBottom" fmla="*/ 68400 h 68040"/>
              </a:gdLst>
              <a:ahLst/>
              <a:rect l="textAreaLeft" t="textAreaTop" r="textAreaRight" b="textAreaBottom"/>
              <a:pathLst>
                <a:path w="3661" h="3624">
                  <a:moveTo>
                    <a:pt x="1849" y="0"/>
                  </a:moveTo>
                  <a:cubicBezTo>
                    <a:pt x="813" y="0"/>
                    <a:pt x="0" y="814"/>
                    <a:pt x="0" y="1812"/>
                  </a:cubicBezTo>
                  <a:cubicBezTo>
                    <a:pt x="0" y="2810"/>
                    <a:pt x="813" y="3623"/>
                    <a:pt x="1849" y="3623"/>
                  </a:cubicBezTo>
                  <a:cubicBezTo>
                    <a:pt x="2847" y="3623"/>
                    <a:pt x="3660" y="2810"/>
                    <a:pt x="3660" y="1812"/>
                  </a:cubicBezTo>
                  <a:cubicBezTo>
                    <a:pt x="3660" y="814"/>
                    <a:pt x="2847" y="0"/>
                    <a:pt x="1849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3" name="Google Shape;2010;p37"/>
            <p:cNvSpPr/>
            <p:nvPr/>
          </p:nvSpPr>
          <p:spPr>
            <a:xfrm>
              <a:off x="6590160" y="2820960"/>
              <a:ext cx="79920" cy="80640"/>
            </a:xfrm>
            <a:custGeom>
              <a:avLst/>
              <a:gdLst>
                <a:gd name="textAreaLeft" fmla="*/ 0 w 79920"/>
                <a:gd name="textAreaRight" fmla="*/ 80280 w 79920"/>
                <a:gd name="textAreaTop" fmla="*/ 0 h 80640"/>
                <a:gd name="textAreaBottom" fmla="*/ 81000 h 80640"/>
              </a:gdLst>
              <a:ahLst/>
              <a:rect l="textAreaLeft" t="textAreaTop" r="textAreaRight" b="textAreaBottom"/>
              <a:pathLst>
                <a:path w="4252" h="4290">
                  <a:moveTo>
                    <a:pt x="2145" y="629"/>
                  </a:moveTo>
                  <a:cubicBezTo>
                    <a:pt x="2958" y="629"/>
                    <a:pt x="3660" y="1295"/>
                    <a:pt x="3660" y="2145"/>
                  </a:cubicBezTo>
                  <a:cubicBezTo>
                    <a:pt x="3660" y="2995"/>
                    <a:pt x="2958" y="3661"/>
                    <a:pt x="2145" y="3661"/>
                  </a:cubicBezTo>
                  <a:cubicBezTo>
                    <a:pt x="1294" y="3661"/>
                    <a:pt x="629" y="2995"/>
                    <a:pt x="629" y="2145"/>
                  </a:cubicBezTo>
                  <a:cubicBezTo>
                    <a:pt x="629" y="1295"/>
                    <a:pt x="1294" y="629"/>
                    <a:pt x="2145" y="629"/>
                  </a:cubicBezTo>
                  <a:close/>
                  <a:moveTo>
                    <a:pt x="2145" y="1"/>
                  </a:moveTo>
                  <a:cubicBezTo>
                    <a:pt x="962" y="1"/>
                    <a:pt x="0" y="962"/>
                    <a:pt x="0" y="2145"/>
                  </a:cubicBezTo>
                  <a:cubicBezTo>
                    <a:pt x="0" y="3328"/>
                    <a:pt x="962" y="4289"/>
                    <a:pt x="2145" y="4289"/>
                  </a:cubicBezTo>
                  <a:cubicBezTo>
                    <a:pt x="3291" y="4289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45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320" bIns="40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4" name="Google Shape;2011;p37"/>
            <p:cNvSpPr/>
            <p:nvPr/>
          </p:nvSpPr>
          <p:spPr>
            <a:xfrm>
              <a:off x="5484240" y="3156120"/>
              <a:ext cx="68040" cy="68760"/>
            </a:xfrm>
            <a:custGeom>
              <a:avLst/>
              <a:gdLst>
                <a:gd name="textAreaLeft" fmla="*/ 0 w 68040"/>
                <a:gd name="textAreaRight" fmla="*/ 68400 w 68040"/>
                <a:gd name="textAreaTop" fmla="*/ 0 h 68760"/>
                <a:gd name="textAreaBottom" fmla="*/ 69120 h 68760"/>
              </a:gdLst>
              <a:ahLst/>
              <a:rect l="textAreaLeft" t="textAreaTop" r="textAreaRight" b="textAreaBottom"/>
              <a:pathLst>
                <a:path w="3624" h="3661">
                  <a:moveTo>
                    <a:pt x="1812" y="1"/>
                  </a:moveTo>
                  <a:cubicBezTo>
                    <a:pt x="814" y="1"/>
                    <a:pt x="1" y="814"/>
                    <a:pt x="1" y="1849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11" y="3661"/>
                    <a:pt x="3624" y="2847"/>
                    <a:pt x="3624" y="1849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560" bIns="345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5" name="Google Shape;2012;p37"/>
            <p:cNvSpPr/>
            <p:nvPr/>
          </p:nvSpPr>
          <p:spPr>
            <a:xfrm>
              <a:off x="5478120" y="3150360"/>
              <a:ext cx="80640" cy="799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9920"/>
                <a:gd name="textAreaBottom" fmla="*/ 80280 h 79920"/>
              </a:gdLst>
              <a:ahLst/>
              <a:rect l="textAreaLeft" t="textAreaTop" r="textAreaRight" b="textAreaBottom"/>
              <a:pathLst>
                <a:path w="4289" h="4253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8"/>
                    <a:pt x="2995" y="3661"/>
                    <a:pt x="2144" y="3661"/>
                  </a:cubicBezTo>
                  <a:cubicBezTo>
                    <a:pt x="1294" y="3661"/>
                    <a:pt x="629" y="2958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44" y="4252"/>
                  </a:cubicBezTo>
                  <a:cubicBezTo>
                    <a:pt x="3327" y="4252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9960" bIns="399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6" name="Google Shape;2013;p37"/>
            <p:cNvSpPr/>
            <p:nvPr/>
          </p:nvSpPr>
          <p:spPr>
            <a:xfrm>
              <a:off x="5937120" y="3058200"/>
              <a:ext cx="68040" cy="68040"/>
            </a:xfrm>
            <a:custGeom>
              <a:avLst/>
              <a:gdLst>
                <a:gd name="textAreaLeft" fmla="*/ 0 w 68040"/>
                <a:gd name="textAreaRight" fmla="*/ 68400 w 68040"/>
                <a:gd name="textAreaTop" fmla="*/ 0 h 68040"/>
                <a:gd name="textAreaBottom" fmla="*/ 68400 h 68040"/>
              </a:gdLst>
              <a:ahLst/>
              <a:rect l="textAreaLeft" t="textAreaTop" r="textAreaRight" b="textAreaBottom"/>
              <a:pathLst>
                <a:path w="3624" h="3624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0"/>
                    <a:pt x="814" y="3624"/>
                    <a:pt x="1812" y="3624"/>
                  </a:cubicBezTo>
                  <a:cubicBezTo>
                    <a:pt x="2811" y="3624"/>
                    <a:pt x="3624" y="2810"/>
                    <a:pt x="3624" y="1812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4200" bIns="34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7" name="Google Shape;2014;p37"/>
            <p:cNvSpPr/>
            <p:nvPr/>
          </p:nvSpPr>
          <p:spPr>
            <a:xfrm>
              <a:off x="5930640" y="3052080"/>
              <a:ext cx="80640" cy="799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9920"/>
                <a:gd name="textAreaBottom" fmla="*/ 80280 h 79920"/>
              </a:gdLst>
              <a:ahLst/>
              <a:rect l="textAreaLeft" t="textAreaTop" r="textAreaRight" b="textAreaBottom"/>
              <a:pathLst>
                <a:path w="4289" h="4253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9"/>
                    <a:pt x="2995" y="3661"/>
                    <a:pt x="2144" y="3661"/>
                  </a:cubicBezTo>
                  <a:cubicBezTo>
                    <a:pt x="1294" y="3661"/>
                    <a:pt x="629" y="2959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3"/>
                    <a:pt x="2144" y="4253"/>
                  </a:cubicBezTo>
                  <a:cubicBezTo>
                    <a:pt x="3327" y="4253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9960" bIns="399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8" name="Google Shape;2015;p37"/>
            <p:cNvSpPr/>
            <p:nvPr/>
          </p:nvSpPr>
          <p:spPr>
            <a:xfrm>
              <a:off x="6876360" y="2236320"/>
              <a:ext cx="39600" cy="124776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1247760"/>
                <a:gd name="textAreaBottom" fmla="*/ 1248120 h 1247760"/>
              </a:gdLst>
              <a:ahLst/>
              <a:rect l="textAreaLeft" t="textAreaTop" r="textAreaRight" b="textAreaBottom"/>
              <a:pathLst>
                <a:path w="2108" h="66067">
                  <a:moveTo>
                    <a:pt x="1035" y="0"/>
                  </a:moveTo>
                  <a:cubicBezTo>
                    <a:pt x="481" y="0"/>
                    <a:pt x="0" y="481"/>
                    <a:pt x="0" y="1072"/>
                  </a:cubicBezTo>
                  <a:lnTo>
                    <a:pt x="0" y="65032"/>
                  </a:lnTo>
                  <a:cubicBezTo>
                    <a:pt x="0" y="65586"/>
                    <a:pt x="481" y="66067"/>
                    <a:pt x="1035" y="66067"/>
                  </a:cubicBezTo>
                  <a:cubicBezTo>
                    <a:pt x="1627" y="66067"/>
                    <a:pt x="2108" y="65586"/>
                    <a:pt x="2108" y="65032"/>
                  </a:cubicBezTo>
                  <a:lnTo>
                    <a:pt x="2108" y="1072"/>
                  </a:lnTo>
                  <a:cubicBezTo>
                    <a:pt x="2108" y="481"/>
                    <a:pt x="1627" y="0"/>
                    <a:pt x="103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49" name="Google Shape;2016;p37"/>
            <p:cNvSpPr/>
            <p:nvPr/>
          </p:nvSpPr>
          <p:spPr>
            <a:xfrm>
              <a:off x="6870960" y="2230560"/>
              <a:ext cx="50760" cy="1258920"/>
            </a:xfrm>
            <a:custGeom>
              <a:avLst/>
              <a:gdLst>
                <a:gd name="textAreaLeft" fmla="*/ 0 w 50760"/>
                <a:gd name="textAreaRight" fmla="*/ 51120 w 50760"/>
                <a:gd name="textAreaTop" fmla="*/ 0 h 1258920"/>
                <a:gd name="textAreaBottom" fmla="*/ 1259280 h 1258920"/>
              </a:gdLst>
              <a:ahLst/>
              <a:rect l="textAreaLeft" t="textAreaTop" r="textAreaRight" b="textAreaBottom"/>
              <a:pathLst>
                <a:path w="2700" h="66659">
                  <a:moveTo>
                    <a:pt x="1331" y="629"/>
                  </a:moveTo>
                  <a:cubicBezTo>
                    <a:pt x="1738" y="629"/>
                    <a:pt x="2071" y="962"/>
                    <a:pt x="2071" y="1368"/>
                  </a:cubicBezTo>
                  <a:lnTo>
                    <a:pt x="2071" y="65328"/>
                  </a:lnTo>
                  <a:cubicBezTo>
                    <a:pt x="2071" y="65734"/>
                    <a:pt x="1738" y="66067"/>
                    <a:pt x="1331" y="66067"/>
                  </a:cubicBezTo>
                  <a:cubicBezTo>
                    <a:pt x="925" y="66067"/>
                    <a:pt x="592" y="65734"/>
                    <a:pt x="592" y="65328"/>
                  </a:cubicBezTo>
                  <a:lnTo>
                    <a:pt x="592" y="1368"/>
                  </a:lnTo>
                  <a:cubicBezTo>
                    <a:pt x="592" y="962"/>
                    <a:pt x="925" y="629"/>
                    <a:pt x="1331" y="629"/>
                  </a:cubicBezTo>
                  <a:close/>
                  <a:moveTo>
                    <a:pt x="1331" y="0"/>
                  </a:moveTo>
                  <a:cubicBezTo>
                    <a:pt x="592" y="0"/>
                    <a:pt x="0" y="592"/>
                    <a:pt x="0" y="1368"/>
                  </a:cubicBezTo>
                  <a:lnTo>
                    <a:pt x="0" y="65328"/>
                  </a:lnTo>
                  <a:cubicBezTo>
                    <a:pt x="0" y="66067"/>
                    <a:pt x="592" y="66659"/>
                    <a:pt x="1331" y="66659"/>
                  </a:cubicBezTo>
                  <a:cubicBezTo>
                    <a:pt x="2108" y="66659"/>
                    <a:pt x="2699" y="66067"/>
                    <a:pt x="2699" y="65328"/>
                  </a:cubicBezTo>
                  <a:lnTo>
                    <a:pt x="2699" y="1368"/>
                  </a:lnTo>
                  <a:cubicBezTo>
                    <a:pt x="2699" y="592"/>
                    <a:pt x="2108" y="0"/>
                    <a:pt x="1331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0" name="Google Shape;2017;p37"/>
            <p:cNvSpPr/>
            <p:nvPr/>
          </p:nvSpPr>
          <p:spPr>
            <a:xfrm>
              <a:off x="7108920" y="2473920"/>
              <a:ext cx="232200" cy="10800"/>
            </a:xfrm>
            <a:custGeom>
              <a:avLst/>
              <a:gdLst>
                <a:gd name="textAreaLeft" fmla="*/ 0 w 232200"/>
                <a:gd name="textAreaRight" fmla="*/ 232560 w 23220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12312" h="592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1" name="Google Shape;2018;p37"/>
            <p:cNvSpPr/>
            <p:nvPr/>
          </p:nvSpPr>
          <p:spPr>
            <a:xfrm>
              <a:off x="6950520" y="2473920"/>
              <a:ext cx="88920" cy="108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4733" h="592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2" name="Google Shape;2019;p37"/>
            <p:cNvSpPr/>
            <p:nvPr/>
          </p:nvSpPr>
          <p:spPr>
            <a:xfrm>
              <a:off x="7291440" y="2531880"/>
              <a:ext cx="50040" cy="1152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2663" h="630">
                  <a:moveTo>
                    <a:pt x="334" y="1"/>
                  </a:moveTo>
                  <a:cubicBezTo>
                    <a:pt x="149" y="1"/>
                    <a:pt x="1" y="149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3" name="Google Shape;2020;p37"/>
            <p:cNvSpPr/>
            <p:nvPr/>
          </p:nvSpPr>
          <p:spPr>
            <a:xfrm>
              <a:off x="7182360" y="2531880"/>
              <a:ext cx="88920" cy="1152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4733" h="63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4" name="Google Shape;2021;p37"/>
            <p:cNvSpPr/>
            <p:nvPr/>
          </p:nvSpPr>
          <p:spPr>
            <a:xfrm>
              <a:off x="6950520" y="2531880"/>
              <a:ext cx="191160" cy="11520"/>
            </a:xfrm>
            <a:custGeom>
              <a:avLst/>
              <a:gdLst>
                <a:gd name="textAreaLeft" fmla="*/ 0 w 191160"/>
                <a:gd name="textAreaRight" fmla="*/ 191520 w 19116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0131" h="63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5" name="Google Shape;2022;p37"/>
            <p:cNvSpPr/>
            <p:nvPr/>
          </p:nvSpPr>
          <p:spPr>
            <a:xfrm>
              <a:off x="7133400" y="2590200"/>
              <a:ext cx="207720" cy="11520"/>
            </a:xfrm>
            <a:custGeom>
              <a:avLst/>
              <a:gdLst>
                <a:gd name="textAreaLeft" fmla="*/ 0 w 207720"/>
                <a:gd name="textAreaRight" fmla="*/ 208080 w 2077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1018" h="629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6" name="Google Shape;2023;p37"/>
            <p:cNvSpPr/>
            <p:nvPr/>
          </p:nvSpPr>
          <p:spPr>
            <a:xfrm>
              <a:off x="6950520" y="2590200"/>
              <a:ext cx="151920" cy="1152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8060" h="629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7" name="Google Shape;2024;p37"/>
            <p:cNvSpPr/>
            <p:nvPr/>
          </p:nvSpPr>
          <p:spPr>
            <a:xfrm>
              <a:off x="7246080" y="2648880"/>
              <a:ext cx="95400" cy="10800"/>
            </a:xfrm>
            <a:custGeom>
              <a:avLst/>
              <a:gdLst>
                <a:gd name="textAreaLeft" fmla="*/ 0 w 95400"/>
                <a:gd name="textAreaRight" fmla="*/ 95760 w 9540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5066" h="593">
                  <a:moveTo>
                    <a:pt x="296" y="1"/>
                  </a:moveTo>
                  <a:cubicBezTo>
                    <a:pt x="149" y="1"/>
                    <a:pt x="1" y="112"/>
                    <a:pt x="1" y="297"/>
                  </a:cubicBezTo>
                  <a:cubicBezTo>
                    <a:pt x="1" y="444"/>
                    <a:pt x="149" y="592"/>
                    <a:pt x="296" y="592"/>
                  </a:cubicBezTo>
                  <a:lnTo>
                    <a:pt x="4770" y="592"/>
                  </a:lnTo>
                  <a:cubicBezTo>
                    <a:pt x="4955" y="592"/>
                    <a:pt x="5066" y="444"/>
                    <a:pt x="5066" y="297"/>
                  </a:cubicBezTo>
                  <a:cubicBezTo>
                    <a:pt x="5066" y="112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8" name="Google Shape;2025;p37"/>
            <p:cNvSpPr/>
            <p:nvPr/>
          </p:nvSpPr>
          <p:spPr>
            <a:xfrm>
              <a:off x="7035120" y="2648880"/>
              <a:ext cx="186840" cy="10800"/>
            </a:xfrm>
            <a:custGeom>
              <a:avLst/>
              <a:gdLst>
                <a:gd name="textAreaLeft" fmla="*/ 0 w 186840"/>
                <a:gd name="textAreaRight" fmla="*/ 187200 w 18684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9909" h="593">
                  <a:moveTo>
                    <a:pt x="296" y="1"/>
                  </a:moveTo>
                  <a:cubicBezTo>
                    <a:pt x="148" y="1"/>
                    <a:pt x="1" y="112"/>
                    <a:pt x="1" y="297"/>
                  </a:cubicBezTo>
                  <a:cubicBezTo>
                    <a:pt x="1" y="444"/>
                    <a:pt x="148" y="592"/>
                    <a:pt x="296" y="592"/>
                  </a:cubicBezTo>
                  <a:lnTo>
                    <a:pt x="9613" y="592"/>
                  </a:lnTo>
                  <a:cubicBezTo>
                    <a:pt x="9798" y="592"/>
                    <a:pt x="9909" y="444"/>
                    <a:pt x="9909" y="297"/>
                  </a:cubicBezTo>
                  <a:cubicBezTo>
                    <a:pt x="9909" y="112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59" name="Google Shape;2026;p37"/>
            <p:cNvSpPr/>
            <p:nvPr/>
          </p:nvSpPr>
          <p:spPr>
            <a:xfrm>
              <a:off x="6950520" y="2648880"/>
              <a:ext cx="56880" cy="1080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3032" h="593">
                  <a:moveTo>
                    <a:pt x="333" y="1"/>
                  </a:moveTo>
                  <a:cubicBezTo>
                    <a:pt x="148" y="1"/>
                    <a:pt x="0" y="112"/>
                    <a:pt x="0" y="297"/>
                  </a:cubicBezTo>
                  <a:cubicBezTo>
                    <a:pt x="0" y="444"/>
                    <a:pt x="148" y="592"/>
                    <a:pt x="333" y="592"/>
                  </a:cubicBezTo>
                  <a:lnTo>
                    <a:pt x="2736" y="592"/>
                  </a:lnTo>
                  <a:cubicBezTo>
                    <a:pt x="2921" y="592"/>
                    <a:pt x="3032" y="444"/>
                    <a:pt x="3032" y="297"/>
                  </a:cubicBezTo>
                  <a:cubicBezTo>
                    <a:pt x="3032" y="112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0" name="Google Shape;2027;p37"/>
            <p:cNvSpPr/>
            <p:nvPr/>
          </p:nvSpPr>
          <p:spPr>
            <a:xfrm>
              <a:off x="7108920" y="2700000"/>
              <a:ext cx="232200" cy="10800"/>
            </a:xfrm>
            <a:custGeom>
              <a:avLst/>
              <a:gdLst>
                <a:gd name="textAreaLeft" fmla="*/ 0 w 232200"/>
                <a:gd name="textAreaRight" fmla="*/ 232560 w 23220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12312" h="593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1" name="Google Shape;2028;p37"/>
            <p:cNvSpPr/>
            <p:nvPr/>
          </p:nvSpPr>
          <p:spPr>
            <a:xfrm>
              <a:off x="6950520" y="2700000"/>
              <a:ext cx="88920" cy="108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4733" h="593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2" name="Google Shape;2029;p37"/>
            <p:cNvSpPr/>
            <p:nvPr/>
          </p:nvSpPr>
          <p:spPr>
            <a:xfrm>
              <a:off x="7291440" y="2757960"/>
              <a:ext cx="50040" cy="1152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2663" h="629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3" name="Google Shape;2030;p37"/>
            <p:cNvSpPr/>
            <p:nvPr/>
          </p:nvSpPr>
          <p:spPr>
            <a:xfrm>
              <a:off x="7182360" y="2757960"/>
              <a:ext cx="88920" cy="1152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4733" h="629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4" name="Google Shape;2031;p37"/>
            <p:cNvSpPr/>
            <p:nvPr/>
          </p:nvSpPr>
          <p:spPr>
            <a:xfrm>
              <a:off x="6950520" y="2757960"/>
              <a:ext cx="191160" cy="11520"/>
            </a:xfrm>
            <a:custGeom>
              <a:avLst/>
              <a:gdLst>
                <a:gd name="textAreaLeft" fmla="*/ 0 w 191160"/>
                <a:gd name="textAreaRight" fmla="*/ 191520 w 19116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0131" h="629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5" name="Google Shape;2032;p37"/>
            <p:cNvSpPr/>
            <p:nvPr/>
          </p:nvSpPr>
          <p:spPr>
            <a:xfrm>
              <a:off x="7133400" y="2816640"/>
              <a:ext cx="207720" cy="11520"/>
            </a:xfrm>
            <a:custGeom>
              <a:avLst/>
              <a:gdLst>
                <a:gd name="textAreaLeft" fmla="*/ 0 w 207720"/>
                <a:gd name="textAreaRight" fmla="*/ 208080 w 2077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1018" h="63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6" name="Google Shape;2033;p37"/>
            <p:cNvSpPr/>
            <p:nvPr/>
          </p:nvSpPr>
          <p:spPr>
            <a:xfrm>
              <a:off x="6950520" y="2816640"/>
              <a:ext cx="151920" cy="1152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8060" h="630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7" name="Google Shape;2034;p37"/>
            <p:cNvSpPr/>
            <p:nvPr/>
          </p:nvSpPr>
          <p:spPr>
            <a:xfrm>
              <a:off x="7246080" y="2874600"/>
              <a:ext cx="95400" cy="11520"/>
            </a:xfrm>
            <a:custGeom>
              <a:avLst/>
              <a:gdLst>
                <a:gd name="textAreaLeft" fmla="*/ 0 w 95400"/>
                <a:gd name="textAreaRight" fmla="*/ 95760 w 9540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5066" h="629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8" name="Google Shape;2035;p37"/>
            <p:cNvSpPr/>
            <p:nvPr/>
          </p:nvSpPr>
          <p:spPr>
            <a:xfrm>
              <a:off x="7035120" y="2874600"/>
              <a:ext cx="186840" cy="11520"/>
            </a:xfrm>
            <a:custGeom>
              <a:avLst/>
              <a:gdLst>
                <a:gd name="textAreaLeft" fmla="*/ 0 w 186840"/>
                <a:gd name="textAreaRight" fmla="*/ 187200 w 1868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9909" h="629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69" name="Google Shape;2036;p37"/>
            <p:cNvSpPr/>
            <p:nvPr/>
          </p:nvSpPr>
          <p:spPr>
            <a:xfrm>
              <a:off x="6950520" y="2874600"/>
              <a:ext cx="56880" cy="1152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3032" h="629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0" name="Google Shape;2037;p37"/>
            <p:cNvSpPr/>
            <p:nvPr/>
          </p:nvSpPr>
          <p:spPr>
            <a:xfrm>
              <a:off x="7108920" y="2926440"/>
              <a:ext cx="232200" cy="10800"/>
            </a:xfrm>
            <a:custGeom>
              <a:avLst/>
              <a:gdLst>
                <a:gd name="textAreaLeft" fmla="*/ 0 w 232200"/>
                <a:gd name="textAreaRight" fmla="*/ 232560 w 23220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12312" h="592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1" name="Google Shape;2038;p37"/>
            <p:cNvSpPr/>
            <p:nvPr/>
          </p:nvSpPr>
          <p:spPr>
            <a:xfrm>
              <a:off x="6950520" y="2926440"/>
              <a:ext cx="88920" cy="108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4733" h="592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2" name="Google Shape;2039;p37"/>
            <p:cNvSpPr/>
            <p:nvPr/>
          </p:nvSpPr>
          <p:spPr>
            <a:xfrm>
              <a:off x="7291440" y="2984400"/>
              <a:ext cx="50040" cy="1152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2663" h="630">
                  <a:moveTo>
                    <a:pt x="334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4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3" name="Google Shape;2040;p37"/>
            <p:cNvSpPr/>
            <p:nvPr/>
          </p:nvSpPr>
          <p:spPr>
            <a:xfrm>
              <a:off x="7182360" y="2984400"/>
              <a:ext cx="88920" cy="1152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4733" h="63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4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4" name="Google Shape;2041;p37"/>
            <p:cNvSpPr/>
            <p:nvPr/>
          </p:nvSpPr>
          <p:spPr>
            <a:xfrm>
              <a:off x="6950520" y="2984400"/>
              <a:ext cx="191160" cy="11520"/>
            </a:xfrm>
            <a:custGeom>
              <a:avLst/>
              <a:gdLst>
                <a:gd name="textAreaLeft" fmla="*/ 0 w 191160"/>
                <a:gd name="textAreaRight" fmla="*/ 191520 w 19116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0131" h="63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4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5" name="Google Shape;2042;p37"/>
            <p:cNvSpPr/>
            <p:nvPr/>
          </p:nvSpPr>
          <p:spPr>
            <a:xfrm>
              <a:off x="7133400" y="3043080"/>
              <a:ext cx="207720" cy="11520"/>
            </a:xfrm>
            <a:custGeom>
              <a:avLst/>
              <a:gdLst>
                <a:gd name="textAreaLeft" fmla="*/ 0 w 207720"/>
                <a:gd name="textAreaRight" fmla="*/ 208080 w 2077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1018" h="629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6" name="Google Shape;2043;p37"/>
            <p:cNvSpPr/>
            <p:nvPr/>
          </p:nvSpPr>
          <p:spPr>
            <a:xfrm>
              <a:off x="6950520" y="3043080"/>
              <a:ext cx="151920" cy="1152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8060" h="629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7" name="Google Shape;2044;p37"/>
            <p:cNvSpPr/>
            <p:nvPr/>
          </p:nvSpPr>
          <p:spPr>
            <a:xfrm>
              <a:off x="7246080" y="3101040"/>
              <a:ext cx="95400" cy="11520"/>
            </a:xfrm>
            <a:custGeom>
              <a:avLst/>
              <a:gdLst>
                <a:gd name="textAreaLeft" fmla="*/ 0 w 95400"/>
                <a:gd name="textAreaRight" fmla="*/ 95760 w 9540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5066" h="630">
                  <a:moveTo>
                    <a:pt x="296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4"/>
                  </a:cubicBezTo>
                  <a:cubicBezTo>
                    <a:pt x="5066" y="149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8" name="Google Shape;2045;p37"/>
            <p:cNvSpPr/>
            <p:nvPr/>
          </p:nvSpPr>
          <p:spPr>
            <a:xfrm>
              <a:off x="7035120" y="3101040"/>
              <a:ext cx="186840" cy="11520"/>
            </a:xfrm>
            <a:custGeom>
              <a:avLst/>
              <a:gdLst>
                <a:gd name="textAreaLeft" fmla="*/ 0 w 186840"/>
                <a:gd name="textAreaRight" fmla="*/ 187200 w 1868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9909" h="63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4"/>
                  </a:cubicBezTo>
                  <a:cubicBezTo>
                    <a:pt x="9909" y="149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79" name="Google Shape;2046;p37"/>
            <p:cNvSpPr/>
            <p:nvPr/>
          </p:nvSpPr>
          <p:spPr>
            <a:xfrm>
              <a:off x="6950520" y="3101040"/>
              <a:ext cx="56880" cy="1152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3032" h="63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4"/>
                  </a:cubicBezTo>
                  <a:cubicBezTo>
                    <a:pt x="3032" y="149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0" name="Google Shape;2047;p37"/>
            <p:cNvSpPr/>
            <p:nvPr/>
          </p:nvSpPr>
          <p:spPr>
            <a:xfrm>
              <a:off x="7108920" y="3152520"/>
              <a:ext cx="232200" cy="10800"/>
            </a:xfrm>
            <a:custGeom>
              <a:avLst/>
              <a:gdLst>
                <a:gd name="textAreaLeft" fmla="*/ 0 w 232200"/>
                <a:gd name="textAreaRight" fmla="*/ 232560 w 23220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12312" h="593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1" name="Google Shape;2048;p37"/>
            <p:cNvSpPr/>
            <p:nvPr/>
          </p:nvSpPr>
          <p:spPr>
            <a:xfrm>
              <a:off x="6950520" y="3152520"/>
              <a:ext cx="88920" cy="108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4733" h="593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2" name="Google Shape;2049;p37"/>
            <p:cNvSpPr/>
            <p:nvPr/>
          </p:nvSpPr>
          <p:spPr>
            <a:xfrm>
              <a:off x="7291440" y="3210480"/>
              <a:ext cx="50040" cy="1152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2663" h="629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3" name="Google Shape;2050;p37"/>
            <p:cNvSpPr/>
            <p:nvPr/>
          </p:nvSpPr>
          <p:spPr>
            <a:xfrm>
              <a:off x="7182360" y="3210480"/>
              <a:ext cx="88920" cy="1152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4733" h="629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4" name="Google Shape;2051;p37"/>
            <p:cNvSpPr/>
            <p:nvPr/>
          </p:nvSpPr>
          <p:spPr>
            <a:xfrm>
              <a:off x="6950520" y="3210480"/>
              <a:ext cx="191160" cy="11520"/>
            </a:xfrm>
            <a:custGeom>
              <a:avLst/>
              <a:gdLst>
                <a:gd name="textAreaLeft" fmla="*/ 0 w 191160"/>
                <a:gd name="textAreaRight" fmla="*/ 191520 w 19116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0131" h="629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5" name="Google Shape;2052;p37"/>
            <p:cNvSpPr/>
            <p:nvPr/>
          </p:nvSpPr>
          <p:spPr>
            <a:xfrm>
              <a:off x="7133400" y="3269160"/>
              <a:ext cx="207720" cy="10800"/>
            </a:xfrm>
            <a:custGeom>
              <a:avLst/>
              <a:gdLst>
                <a:gd name="textAreaLeft" fmla="*/ 0 w 207720"/>
                <a:gd name="textAreaRight" fmla="*/ 208080 w 20772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11018" h="593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296" y="592"/>
                  </a:cubicBezTo>
                  <a:lnTo>
                    <a:pt x="10722" y="592"/>
                  </a:lnTo>
                  <a:cubicBezTo>
                    <a:pt x="10907" y="592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6" name="Google Shape;2053;p37"/>
            <p:cNvSpPr/>
            <p:nvPr/>
          </p:nvSpPr>
          <p:spPr>
            <a:xfrm>
              <a:off x="6950520" y="3269160"/>
              <a:ext cx="151920" cy="108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8060" h="593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7764" y="592"/>
                  </a:lnTo>
                  <a:cubicBezTo>
                    <a:pt x="7949" y="592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7" name="Google Shape;2054;p37"/>
            <p:cNvSpPr/>
            <p:nvPr/>
          </p:nvSpPr>
          <p:spPr>
            <a:xfrm>
              <a:off x="7246080" y="3327120"/>
              <a:ext cx="95400" cy="11520"/>
            </a:xfrm>
            <a:custGeom>
              <a:avLst/>
              <a:gdLst>
                <a:gd name="textAreaLeft" fmla="*/ 0 w 95400"/>
                <a:gd name="textAreaRight" fmla="*/ 95760 w 9540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5066" h="629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8" name="Google Shape;2055;p37"/>
            <p:cNvSpPr/>
            <p:nvPr/>
          </p:nvSpPr>
          <p:spPr>
            <a:xfrm>
              <a:off x="7035120" y="3327120"/>
              <a:ext cx="186840" cy="11520"/>
            </a:xfrm>
            <a:custGeom>
              <a:avLst/>
              <a:gdLst>
                <a:gd name="textAreaLeft" fmla="*/ 0 w 186840"/>
                <a:gd name="textAreaRight" fmla="*/ 187200 w 1868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9909" h="629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89" name="Google Shape;2056;p37"/>
            <p:cNvSpPr/>
            <p:nvPr/>
          </p:nvSpPr>
          <p:spPr>
            <a:xfrm>
              <a:off x="6950520" y="3327120"/>
              <a:ext cx="56880" cy="11520"/>
            </a:xfrm>
            <a:custGeom>
              <a:avLst/>
              <a:gdLst>
                <a:gd name="textAreaLeft" fmla="*/ 0 w 56880"/>
                <a:gd name="textAreaRight" fmla="*/ 57240 w 5688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3032" h="629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0" name="Google Shape;2057;p37"/>
            <p:cNvSpPr/>
            <p:nvPr/>
          </p:nvSpPr>
          <p:spPr>
            <a:xfrm>
              <a:off x="5359320" y="3362040"/>
              <a:ext cx="52200" cy="11628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116280"/>
                <a:gd name="textAreaBottom" fmla="*/ 116640 h 116280"/>
              </a:gdLst>
              <a:ahLst/>
              <a:rect l="textAreaLeft" t="textAreaTop" r="textAreaRight" b="textAreaBottom"/>
              <a:pathLst>
                <a:path w="2773" h="6176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320" bIns="58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1" name="Google Shape;2058;p37"/>
            <p:cNvSpPr/>
            <p:nvPr/>
          </p:nvSpPr>
          <p:spPr>
            <a:xfrm>
              <a:off x="5464080" y="3413880"/>
              <a:ext cx="52200" cy="648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64800"/>
                <a:gd name="textAreaBottom" fmla="*/ 65160 h 64800"/>
              </a:gdLst>
              <a:ahLst/>
              <a:rect l="textAreaLeft" t="textAreaTop" r="textAreaRight" b="textAreaBottom"/>
              <a:pathLst>
                <a:path w="2774" h="3440">
                  <a:moveTo>
                    <a:pt x="1" y="1"/>
                  </a:moveTo>
                  <a:lnTo>
                    <a:pt x="1" y="3439"/>
                  </a:lnTo>
                  <a:lnTo>
                    <a:pt x="2774" y="3439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2400" bIns="32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2" name="Google Shape;2059;p37"/>
            <p:cNvSpPr/>
            <p:nvPr/>
          </p:nvSpPr>
          <p:spPr>
            <a:xfrm>
              <a:off x="5568840" y="3443760"/>
              <a:ext cx="52200" cy="3456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2774" h="1850">
                  <a:moveTo>
                    <a:pt x="0" y="0"/>
                  </a:moveTo>
                  <a:lnTo>
                    <a:pt x="0" y="1849"/>
                  </a:lnTo>
                  <a:lnTo>
                    <a:pt x="2773" y="1849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3" name="Google Shape;2060;p37"/>
            <p:cNvSpPr/>
            <p:nvPr/>
          </p:nvSpPr>
          <p:spPr>
            <a:xfrm>
              <a:off x="5673600" y="3396240"/>
              <a:ext cx="52200" cy="8208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82080"/>
                <a:gd name="textAreaBottom" fmla="*/ 82440 h 82080"/>
              </a:gdLst>
              <a:ahLst/>
              <a:rect l="textAreaLeft" t="textAreaTop" r="textAreaRight" b="textAreaBottom"/>
              <a:pathLst>
                <a:path w="2774" h="4364">
                  <a:moveTo>
                    <a:pt x="1" y="0"/>
                  </a:moveTo>
                  <a:lnTo>
                    <a:pt x="1" y="4363"/>
                  </a:lnTo>
                  <a:lnTo>
                    <a:pt x="2774" y="436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1040" bIns="41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4" name="Google Shape;2061;p37"/>
            <p:cNvSpPr/>
            <p:nvPr/>
          </p:nvSpPr>
          <p:spPr>
            <a:xfrm>
              <a:off x="5778360" y="3426480"/>
              <a:ext cx="52200" cy="522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52200"/>
                <a:gd name="textAreaBottom" fmla="*/ 52560 h 52200"/>
              </a:gdLst>
              <a:ahLst/>
              <a:rect l="textAreaLeft" t="textAreaTop" r="textAreaRight" b="textAreaBottom"/>
              <a:pathLst>
                <a:path w="2774" h="2774">
                  <a:moveTo>
                    <a:pt x="0" y="0"/>
                  </a:moveTo>
                  <a:lnTo>
                    <a:pt x="0" y="2773"/>
                  </a:lnTo>
                  <a:lnTo>
                    <a:pt x="2773" y="2773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6280" bIns="26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5" name="Google Shape;2062;p37"/>
            <p:cNvSpPr/>
            <p:nvPr/>
          </p:nvSpPr>
          <p:spPr>
            <a:xfrm>
              <a:off x="5883120" y="3392280"/>
              <a:ext cx="52200" cy="864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86400"/>
                <a:gd name="textAreaBottom" fmla="*/ 86760 h 86400"/>
              </a:gdLst>
              <a:ahLst/>
              <a:rect l="textAreaLeft" t="textAreaTop" r="textAreaRight" b="textAreaBottom"/>
              <a:pathLst>
                <a:path w="2773" h="4586">
                  <a:moveTo>
                    <a:pt x="0" y="1"/>
                  </a:moveTo>
                  <a:lnTo>
                    <a:pt x="0" y="4585"/>
                  </a:lnTo>
                  <a:lnTo>
                    <a:pt x="2773" y="458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3200" bIns="43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6" name="Google Shape;2063;p37"/>
            <p:cNvSpPr/>
            <p:nvPr/>
          </p:nvSpPr>
          <p:spPr>
            <a:xfrm>
              <a:off x="5987880" y="3463920"/>
              <a:ext cx="52200" cy="144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14400"/>
                <a:gd name="textAreaBottom" fmla="*/ 14760 h 14400"/>
              </a:gdLst>
              <a:ahLst/>
              <a:rect l="textAreaLeft" t="textAreaTop" r="textAreaRight" b="textAreaBottom"/>
              <a:pathLst>
                <a:path w="2774" h="778">
                  <a:moveTo>
                    <a:pt x="1" y="1"/>
                  </a:moveTo>
                  <a:lnTo>
                    <a:pt x="1" y="777"/>
                  </a:lnTo>
                  <a:lnTo>
                    <a:pt x="2773" y="777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200" bIns="72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7" name="Google Shape;2064;p37"/>
            <p:cNvSpPr/>
            <p:nvPr/>
          </p:nvSpPr>
          <p:spPr>
            <a:xfrm>
              <a:off x="6092640" y="3362040"/>
              <a:ext cx="52200" cy="11628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116280"/>
                <a:gd name="textAreaBottom" fmla="*/ 116640 h 116280"/>
              </a:gdLst>
              <a:ahLst/>
              <a:rect l="textAreaLeft" t="textAreaTop" r="textAreaRight" b="textAreaBottom"/>
              <a:pathLst>
                <a:path w="2774" h="6176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320" bIns="58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8" name="Google Shape;2065;p37"/>
            <p:cNvSpPr/>
            <p:nvPr/>
          </p:nvSpPr>
          <p:spPr>
            <a:xfrm>
              <a:off x="6197400" y="3436200"/>
              <a:ext cx="52200" cy="42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42120"/>
                <a:gd name="textAreaBottom" fmla="*/ 42480 h 42120"/>
              </a:gdLst>
              <a:ahLst/>
              <a:rect l="textAreaLeft" t="textAreaTop" r="textAreaRight" b="textAreaBottom"/>
              <a:pathLst>
                <a:path w="2774" h="2257">
                  <a:moveTo>
                    <a:pt x="1" y="1"/>
                  </a:moveTo>
                  <a:lnTo>
                    <a:pt x="1" y="2256"/>
                  </a:lnTo>
                  <a:lnTo>
                    <a:pt x="2774" y="2256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1240" bIns="212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999" name="Google Shape;2066;p37"/>
            <p:cNvSpPr/>
            <p:nvPr/>
          </p:nvSpPr>
          <p:spPr>
            <a:xfrm>
              <a:off x="6302160" y="3462120"/>
              <a:ext cx="52200" cy="1656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16560"/>
                <a:gd name="textAreaBottom" fmla="*/ 16920 h 16560"/>
              </a:gdLst>
              <a:ahLst/>
              <a:rect l="textAreaLeft" t="textAreaTop" r="textAreaRight" b="textAreaBottom"/>
              <a:pathLst>
                <a:path w="2774" h="889">
                  <a:moveTo>
                    <a:pt x="0" y="1"/>
                  </a:moveTo>
                  <a:lnTo>
                    <a:pt x="0" y="888"/>
                  </a:lnTo>
                  <a:lnTo>
                    <a:pt x="2773" y="88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280" bIns="8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0" name="Google Shape;2067;p37"/>
            <p:cNvSpPr/>
            <p:nvPr/>
          </p:nvSpPr>
          <p:spPr>
            <a:xfrm>
              <a:off x="6406920" y="3440160"/>
              <a:ext cx="52200" cy="3816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38160"/>
                <a:gd name="textAreaBottom" fmla="*/ 38520 h 38160"/>
              </a:gdLst>
              <a:ahLst/>
              <a:rect l="textAreaLeft" t="textAreaTop" r="textAreaRight" b="textAreaBottom"/>
              <a:pathLst>
                <a:path w="2773" h="2035">
                  <a:moveTo>
                    <a:pt x="0" y="1"/>
                  </a:moveTo>
                  <a:lnTo>
                    <a:pt x="0" y="2034"/>
                  </a:lnTo>
                  <a:lnTo>
                    <a:pt x="2773" y="2034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9080" bIns="19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1" name="Google Shape;2068;p37"/>
            <p:cNvSpPr/>
            <p:nvPr/>
          </p:nvSpPr>
          <p:spPr>
            <a:xfrm>
              <a:off x="6511680" y="3362040"/>
              <a:ext cx="52200" cy="11628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116280"/>
                <a:gd name="textAreaBottom" fmla="*/ 116640 h 116280"/>
              </a:gdLst>
              <a:ahLst/>
              <a:rect l="textAreaLeft" t="textAreaTop" r="textAreaRight" b="textAreaBottom"/>
              <a:pathLst>
                <a:path w="2774" h="6176">
                  <a:moveTo>
                    <a:pt x="1" y="1"/>
                  </a:moveTo>
                  <a:lnTo>
                    <a:pt x="1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320" bIns="58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2" name="Google Shape;2069;p37"/>
            <p:cNvSpPr/>
            <p:nvPr/>
          </p:nvSpPr>
          <p:spPr>
            <a:xfrm>
              <a:off x="6616800" y="3385800"/>
              <a:ext cx="52200" cy="925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92520"/>
                <a:gd name="textAreaBottom" fmla="*/ 92880 h 92520"/>
              </a:gdLst>
              <a:ahLst/>
              <a:rect l="textAreaLeft" t="textAreaTop" r="textAreaRight" b="textAreaBottom"/>
              <a:pathLst>
                <a:path w="2773" h="4919">
                  <a:moveTo>
                    <a:pt x="0" y="1"/>
                  </a:moveTo>
                  <a:lnTo>
                    <a:pt x="0" y="4918"/>
                  </a:lnTo>
                  <a:lnTo>
                    <a:pt x="2773" y="491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6440" bIns="46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3" name="Google Shape;2070;p37"/>
            <p:cNvSpPr/>
            <p:nvPr/>
          </p:nvSpPr>
          <p:spPr>
            <a:xfrm>
              <a:off x="6721560" y="3402000"/>
              <a:ext cx="52200" cy="763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76320"/>
                <a:gd name="textAreaBottom" fmla="*/ 76680 h 76320"/>
              </a:gdLst>
              <a:ahLst/>
              <a:rect l="textAreaLeft" t="textAreaTop" r="textAreaRight" b="textAreaBottom"/>
              <a:pathLst>
                <a:path w="2774" h="4068">
                  <a:moveTo>
                    <a:pt x="1" y="0"/>
                  </a:moveTo>
                  <a:lnTo>
                    <a:pt x="1" y="4067"/>
                  </a:lnTo>
                  <a:lnTo>
                    <a:pt x="2774" y="4067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8160" bIns="381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4" name="Google Shape;2071;p37"/>
            <p:cNvSpPr/>
            <p:nvPr/>
          </p:nvSpPr>
          <p:spPr>
            <a:xfrm>
              <a:off x="6988320" y="1783800"/>
              <a:ext cx="128160" cy="621360"/>
            </a:xfrm>
            <a:custGeom>
              <a:avLst/>
              <a:gdLst>
                <a:gd name="textAreaLeft" fmla="*/ 0 w 128160"/>
                <a:gd name="textAreaRight" fmla="*/ 128520 w 128160"/>
                <a:gd name="textAreaTop" fmla="*/ 0 h 621360"/>
                <a:gd name="textAreaBottom" fmla="*/ 621720 h 621360"/>
              </a:gdLst>
              <a:ahLst/>
              <a:rect l="textAreaLeft" t="textAreaTop" r="textAreaRight" b="textAreaBottom"/>
              <a:pathLst>
                <a:path w="6804" h="32905">
                  <a:moveTo>
                    <a:pt x="296" y="0"/>
                  </a:moveTo>
                  <a:cubicBezTo>
                    <a:pt x="222" y="0"/>
                    <a:pt x="148" y="37"/>
                    <a:pt x="111" y="74"/>
                  </a:cubicBezTo>
                  <a:cubicBezTo>
                    <a:pt x="38" y="148"/>
                    <a:pt x="1" y="222"/>
                    <a:pt x="1" y="296"/>
                  </a:cubicBezTo>
                  <a:lnTo>
                    <a:pt x="1" y="32571"/>
                  </a:lnTo>
                  <a:cubicBezTo>
                    <a:pt x="1" y="32756"/>
                    <a:pt x="148" y="32904"/>
                    <a:pt x="296" y="32904"/>
                  </a:cubicBezTo>
                  <a:cubicBezTo>
                    <a:pt x="481" y="32904"/>
                    <a:pt x="629" y="32756"/>
                    <a:pt x="629" y="32571"/>
                  </a:cubicBezTo>
                  <a:lnTo>
                    <a:pt x="629" y="629"/>
                  </a:lnTo>
                  <a:lnTo>
                    <a:pt x="6507" y="629"/>
                  </a:lnTo>
                  <a:cubicBezTo>
                    <a:pt x="6655" y="629"/>
                    <a:pt x="6803" y="481"/>
                    <a:pt x="6803" y="296"/>
                  </a:cubicBezTo>
                  <a:cubicBezTo>
                    <a:pt x="6803" y="148"/>
                    <a:pt x="6655" y="0"/>
                    <a:pt x="650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5" name="Google Shape;2072;p37"/>
            <p:cNvSpPr/>
            <p:nvPr/>
          </p:nvSpPr>
          <p:spPr>
            <a:xfrm>
              <a:off x="7195680" y="1779480"/>
              <a:ext cx="228240" cy="1080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12091" h="592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592"/>
                    <a:pt x="334" y="592"/>
                  </a:cubicBezTo>
                  <a:lnTo>
                    <a:pt x="11757" y="592"/>
                  </a:lnTo>
                  <a:cubicBezTo>
                    <a:pt x="11942" y="592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6" name="Google Shape;2073;p37"/>
            <p:cNvSpPr/>
            <p:nvPr/>
          </p:nvSpPr>
          <p:spPr>
            <a:xfrm>
              <a:off x="7195680" y="1848600"/>
              <a:ext cx="228240" cy="1152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2091" h="629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7" name="Google Shape;2074;p37"/>
            <p:cNvSpPr/>
            <p:nvPr/>
          </p:nvSpPr>
          <p:spPr>
            <a:xfrm>
              <a:off x="7195680" y="1917720"/>
              <a:ext cx="228240" cy="11520"/>
            </a:xfrm>
            <a:custGeom>
              <a:avLst/>
              <a:gdLst>
                <a:gd name="textAreaLeft" fmla="*/ 0 w 228240"/>
                <a:gd name="textAreaRight" fmla="*/ 228600 w 2282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2091" h="629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8" name="Google Shape;2075;p37"/>
            <p:cNvSpPr/>
            <p:nvPr/>
          </p:nvSpPr>
          <p:spPr>
            <a:xfrm>
              <a:off x="5366520" y="4277520"/>
              <a:ext cx="239760" cy="11520"/>
            </a:xfrm>
            <a:custGeom>
              <a:avLst/>
              <a:gdLst>
                <a:gd name="textAreaLeft" fmla="*/ 0 w 239760"/>
                <a:gd name="textAreaRight" fmla="*/ 240120 w 23976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2719" h="630">
                  <a:moveTo>
                    <a:pt x="297" y="1"/>
                  </a:moveTo>
                  <a:cubicBezTo>
                    <a:pt x="112" y="1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09" name="Google Shape;2076;p37"/>
            <p:cNvSpPr/>
            <p:nvPr/>
          </p:nvSpPr>
          <p:spPr>
            <a:xfrm>
              <a:off x="5366520" y="4342680"/>
              <a:ext cx="239760" cy="11520"/>
            </a:xfrm>
            <a:custGeom>
              <a:avLst/>
              <a:gdLst>
                <a:gd name="textAreaLeft" fmla="*/ 0 w 239760"/>
                <a:gd name="textAreaRight" fmla="*/ 240120 w 23976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2719" h="630">
                  <a:moveTo>
                    <a:pt x="297" y="1"/>
                  </a:moveTo>
                  <a:cubicBezTo>
                    <a:pt x="112" y="1"/>
                    <a:pt x="1" y="149"/>
                    <a:pt x="1" y="297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7"/>
                  </a:cubicBezTo>
                  <a:cubicBezTo>
                    <a:pt x="12719" y="149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0" name="Google Shape;2077;p37"/>
            <p:cNvSpPr/>
            <p:nvPr/>
          </p:nvSpPr>
          <p:spPr>
            <a:xfrm>
              <a:off x="5366520" y="4407480"/>
              <a:ext cx="239760" cy="11520"/>
            </a:xfrm>
            <a:custGeom>
              <a:avLst/>
              <a:gdLst>
                <a:gd name="textAreaLeft" fmla="*/ 0 w 239760"/>
                <a:gd name="textAreaRight" fmla="*/ 240120 w 23976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12719" h="629">
                  <a:moveTo>
                    <a:pt x="297" y="0"/>
                  </a:moveTo>
                  <a:cubicBezTo>
                    <a:pt x="112" y="0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1" name="Google Shape;2078;p37"/>
            <p:cNvSpPr/>
            <p:nvPr/>
          </p:nvSpPr>
          <p:spPr>
            <a:xfrm>
              <a:off x="5366520" y="4472640"/>
              <a:ext cx="239760" cy="10800"/>
            </a:xfrm>
            <a:custGeom>
              <a:avLst/>
              <a:gdLst>
                <a:gd name="textAreaLeft" fmla="*/ 0 w 239760"/>
                <a:gd name="textAreaRight" fmla="*/ 240120 w 239760"/>
                <a:gd name="textAreaTop" fmla="*/ 0 h 10800"/>
                <a:gd name="textAreaBottom" fmla="*/ 11160 h 10800"/>
              </a:gdLst>
              <a:ahLst/>
              <a:rect l="textAreaLeft" t="textAreaTop" r="textAreaRight" b="textAreaBottom"/>
              <a:pathLst>
                <a:path w="12719" h="592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81"/>
                    <a:pt x="112" y="592"/>
                    <a:pt x="297" y="592"/>
                  </a:cubicBezTo>
                  <a:lnTo>
                    <a:pt x="12423" y="592"/>
                  </a:lnTo>
                  <a:cubicBezTo>
                    <a:pt x="12608" y="592"/>
                    <a:pt x="12719" y="481"/>
                    <a:pt x="12719" y="296"/>
                  </a:cubicBezTo>
                  <a:cubicBezTo>
                    <a:pt x="12719" y="111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400" bIns="540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2" name="Google Shape;2079;p37"/>
            <p:cNvSpPr/>
            <p:nvPr/>
          </p:nvSpPr>
          <p:spPr>
            <a:xfrm>
              <a:off x="5709240" y="3679200"/>
              <a:ext cx="717120" cy="716760"/>
            </a:xfrm>
            <a:custGeom>
              <a:avLst/>
              <a:gdLst>
                <a:gd name="textAreaLeft" fmla="*/ 0 w 717120"/>
                <a:gd name="textAreaRight" fmla="*/ 717480 w 717120"/>
                <a:gd name="textAreaTop" fmla="*/ 0 h 716760"/>
                <a:gd name="textAreaBottom" fmla="*/ 717120 h 716760"/>
              </a:gdLst>
              <a:ahLst/>
              <a:rect l="textAreaLeft" t="textAreaTop" r="textAreaRight" b="textAreaBottom"/>
              <a:pathLst>
                <a:path w="37970" h="37970">
                  <a:moveTo>
                    <a:pt x="19003" y="1"/>
                  </a:moveTo>
                  <a:cubicBezTo>
                    <a:pt x="8504" y="1"/>
                    <a:pt x="0" y="8504"/>
                    <a:pt x="0" y="19004"/>
                  </a:cubicBezTo>
                  <a:cubicBezTo>
                    <a:pt x="0" y="29466"/>
                    <a:pt x="8504" y="37970"/>
                    <a:pt x="19003" y="37970"/>
                  </a:cubicBezTo>
                  <a:cubicBezTo>
                    <a:pt x="29466" y="37970"/>
                    <a:pt x="37969" y="29466"/>
                    <a:pt x="37969" y="19004"/>
                  </a:cubicBezTo>
                  <a:cubicBezTo>
                    <a:pt x="37969" y="8504"/>
                    <a:pt x="29466" y="1"/>
                    <a:pt x="1900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3" name="Google Shape;2080;p37"/>
            <p:cNvSpPr/>
            <p:nvPr/>
          </p:nvSpPr>
          <p:spPr>
            <a:xfrm>
              <a:off x="5703120" y="3672720"/>
              <a:ext cx="729720" cy="729360"/>
            </a:xfrm>
            <a:custGeom>
              <a:avLst/>
              <a:gdLst>
                <a:gd name="textAreaLeft" fmla="*/ 0 w 729720"/>
                <a:gd name="textAreaRight" fmla="*/ 730080 w 729720"/>
                <a:gd name="textAreaTop" fmla="*/ 0 h 729360"/>
                <a:gd name="textAreaBottom" fmla="*/ 729720 h 729360"/>
              </a:gdLst>
              <a:ahLst/>
              <a:rect l="textAreaLeft" t="textAreaTop" r="textAreaRight" b="textAreaBottom"/>
              <a:pathLst>
                <a:path w="38635" h="38636">
                  <a:moveTo>
                    <a:pt x="19336" y="629"/>
                  </a:moveTo>
                  <a:cubicBezTo>
                    <a:pt x="24475" y="629"/>
                    <a:pt x="29133" y="2737"/>
                    <a:pt x="32535" y="6101"/>
                  </a:cubicBezTo>
                  <a:cubicBezTo>
                    <a:pt x="35899" y="9502"/>
                    <a:pt x="38006" y="14161"/>
                    <a:pt x="38006" y="19337"/>
                  </a:cubicBezTo>
                  <a:cubicBezTo>
                    <a:pt x="38006" y="24476"/>
                    <a:pt x="35899" y="29171"/>
                    <a:pt x="32535" y="32535"/>
                  </a:cubicBezTo>
                  <a:cubicBezTo>
                    <a:pt x="29133" y="35936"/>
                    <a:pt x="24475" y="38007"/>
                    <a:pt x="19336" y="38007"/>
                  </a:cubicBezTo>
                  <a:cubicBezTo>
                    <a:pt x="14160" y="38007"/>
                    <a:pt x="9502" y="35936"/>
                    <a:pt x="6101" y="32535"/>
                  </a:cubicBezTo>
                  <a:cubicBezTo>
                    <a:pt x="2736" y="29171"/>
                    <a:pt x="629" y="24476"/>
                    <a:pt x="629" y="19337"/>
                  </a:cubicBezTo>
                  <a:cubicBezTo>
                    <a:pt x="629" y="14161"/>
                    <a:pt x="2736" y="9502"/>
                    <a:pt x="6101" y="6101"/>
                  </a:cubicBezTo>
                  <a:cubicBezTo>
                    <a:pt x="9502" y="2737"/>
                    <a:pt x="14160" y="629"/>
                    <a:pt x="19336" y="629"/>
                  </a:cubicBezTo>
                  <a:close/>
                  <a:moveTo>
                    <a:pt x="19336" y="1"/>
                  </a:moveTo>
                  <a:cubicBezTo>
                    <a:pt x="8652" y="1"/>
                    <a:pt x="1" y="8652"/>
                    <a:pt x="1" y="19337"/>
                  </a:cubicBezTo>
                  <a:cubicBezTo>
                    <a:pt x="1" y="29984"/>
                    <a:pt x="8652" y="38635"/>
                    <a:pt x="19336" y="38635"/>
                  </a:cubicBezTo>
                  <a:cubicBezTo>
                    <a:pt x="29984" y="38635"/>
                    <a:pt x="38635" y="29984"/>
                    <a:pt x="38635" y="19337"/>
                  </a:cubicBezTo>
                  <a:cubicBezTo>
                    <a:pt x="38635" y="8652"/>
                    <a:pt x="29984" y="1"/>
                    <a:pt x="1933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4" name="Google Shape;2081;p37"/>
            <p:cNvSpPr/>
            <p:nvPr/>
          </p:nvSpPr>
          <p:spPr>
            <a:xfrm>
              <a:off x="5799960" y="3769920"/>
              <a:ext cx="535320" cy="535320"/>
            </a:xfrm>
            <a:custGeom>
              <a:avLst/>
              <a:gdLst>
                <a:gd name="textAreaLeft" fmla="*/ 0 w 535320"/>
                <a:gd name="textAreaRight" fmla="*/ 535680 w 535320"/>
                <a:gd name="textAreaTop" fmla="*/ 0 h 535320"/>
                <a:gd name="textAreaBottom" fmla="*/ 535680 h 535320"/>
              </a:gdLst>
              <a:ahLst/>
              <a:rect l="textAreaLeft" t="textAreaTop" r="textAreaRight" b="textAreaBottom"/>
              <a:pathLst>
                <a:path w="28358" h="28358">
                  <a:moveTo>
                    <a:pt x="14197" y="1"/>
                  </a:moveTo>
                  <a:cubicBezTo>
                    <a:pt x="6360" y="1"/>
                    <a:pt x="1" y="6360"/>
                    <a:pt x="1" y="14198"/>
                  </a:cubicBezTo>
                  <a:cubicBezTo>
                    <a:pt x="1" y="22035"/>
                    <a:pt x="6360" y="28357"/>
                    <a:pt x="14197" y="28357"/>
                  </a:cubicBezTo>
                  <a:cubicBezTo>
                    <a:pt x="22035" y="28357"/>
                    <a:pt x="28357" y="22035"/>
                    <a:pt x="28357" y="14198"/>
                  </a:cubicBezTo>
                  <a:cubicBezTo>
                    <a:pt x="28357" y="6360"/>
                    <a:pt x="22035" y="1"/>
                    <a:pt x="14197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5" name="Google Shape;2082;p37"/>
            <p:cNvSpPr/>
            <p:nvPr/>
          </p:nvSpPr>
          <p:spPr>
            <a:xfrm>
              <a:off x="5793840" y="3763800"/>
              <a:ext cx="547920" cy="547920"/>
            </a:xfrm>
            <a:custGeom>
              <a:avLst/>
              <a:gdLst>
                <a:gd name="textAreaLeft" fmla="*/ 0 w 547920"/>
                <a:gd name="textAreaRight" fmla="*/ 548280 w 547920"/>
                <a:gd name="textAreaTop" fmla="*/ 0 h 547920"/>
                <a:gd name="textAreaBottom" fmla="*/ 548280 h 547920"/>
              </a:gdLst>
              <a:ahLst/>
              <a:rect l="textAreaLeft" t="textAreaTop" r="textAreaRight" b="textAreaBottom"/>
              <a:pathLst>
                <a:path w="29023" h="29023">
                  <a:moveTo>
                    <a:pt x="14530" y="629"/>
                  </a:moveTo>
                  <a:cubicBezTo>
                    <a:pt x="18338" y="629"/>
                    <a:pt x="21813" y="2181"/>
                    <a:pt x="24327" y="4695"/>
                  </a:cubicBezTo>
                  <a:cubicBezTo>
                    <a:pt x="26841" y="7209"/>
                    <a:pt x="28394" y="10685"/>
                    <a:pt x="28394" y="14530"/>
                  </a:cubicBezTo>
                  <a:cubicBezTo>
                    <a:pt x="28394" y="18338"/>
                    <a:pt x="26841" y="21813"/>
                    <a:pt x="24327" y="24327"/>
                  </a:cubicBezTo>
                  <a:cubicBezTo>
                    <a:pt x="21813" y="26841"/>
                    <a:pt x="18338" y="28394"/>
                    <a:pt x="14530" y="28394"/>
                  </a:cubicBezTo>
                  <a:cubicBezTo>
                    <a:pt x="10685" y="28394"/>
                    <a:pt x="7210" y="26841"/>
                    <a:pt x="4696" y="24327"/>
                  </a:cubicBezTo>
                  <a:cubicBezTo>
                    <a:pt x="2182" y="21813"/>
                    <a:pt x="629" y="18338"/>
                    <a:pt x="629" y="14530"/>
                  </a:cubicBezTo>
                  <a:cubicBezTo>
                    <a:pt x="629" y="10685"/>
                    <a:pt x="2182" y="7209"/>
                    <a:pt x="4696" y="4695"/>
                  </a:cubicBezTo>
                  <a:cubicBezTo>
                    <a:pt x="7210" y="2181"/>
                    <a:pt x="10685" y="629"/>
                    <a:pt x="14530" y="629"/>
                  </a:cubicBezTo>
                  <a:close/>
                  <a:moveTo>
                    <a:pt x="14530" y="0"/>
                  </a:moveTo>
                  <a:cubicBezTo>
                    <a:pt x="6508" y="0"/>
                    <a:pt x="1" y="6507"/>
                    <a:pt x="1" y="14530"/>
                  </a:cubicBezTo>
                  <a:cubicBezTo>
                    <a:pt x="1" y="22515"/>
                    <a:pt x="6508" y="29022"/>
                    <a:pt x="14530" y="29022"/>
                  </a:cubicBezTo>
                  <a:cubicBezTo>
                    <a:pt x="22516" y="29022"/>
                    <a:pt x="29023" y="22515"/>
                    <a:pt x="29023" y="14530"/>
                  </a:cubicBezTo>
                  <a:cubicBezTo>
                    <a:pt x="29023" y="6507"/>
                    <a:pt x="22516" y="0"/>
                    <a:pt x="1453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6" name="Google Shape;2083;p37"/>
            <p:cNvSpPr/>
            <p:nvPr/>
          </p:nvSpPr>
          <p:spPr>
            <a:xfrm>
              <a:off x="5898600" y="3868560"/>
              <a:ext cx="338400" cy="338400"/>
            </a:xfrm>
            <a:custGeom>
              <a:avLst/>
              <a:gdLst>
                <a:gd name="textAreaLeft" fmla="*/ 0 w 338400"/>
                <a:gd name="textAreaRight" fmla="*/ 338760 w 338400"/>
                <a:gd name="textAreaTop" fmla="*/ 0 h 338400"/>
                <a:gd name="textAreaBottom" fmla="*/ 338760 h 338400"/>
              </a:gdLst>
              <a:ahLst/>
              <a:rect l="textAreaLeft" t="textAreaTop" r="textAreaRight" b="textAreaBottom"/>
              <a:pathLst>
                <a:path w="17932" h="17932">
                  <a:moveTo>
                    <a:pt x="8984" y="1"/>
                  </a:moveTo>
                  <a:cubicBezTo>
                    <a:pt x="4030" y="1"/>
                    <a:pt x="0" y="4030"/>
                    <a:pt x="0" y="8985"/>
                  </a:cubicBezTo>
                  <a:cubicBezTo>
                    <a:pt x="0" y="13902"/>
                    <a:pt x="4030" y="17931"/>
                    <a:pt x="8984" y="17931"/>
                  </a:cubicBezTo>
                  <a:cubicBezTo>
                    <a:pt x="13901" y="17931"/>
                    <a:pt x="17931" y="13902"/>
                    <a:pt x="17931" y="8985"/>
                  </a:cubicBezTo>
                  <a:cubicBezTo>
                    <a:pt x="17931" y="4030"/>
                    <a:pt x="13901" y="1"/>
                    <a:pt x="8984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7" name="Google Shape;2084;p37"/>
            <p:cNvSpPr/>
            <p:nvPr/>
          </p:nvSpPr>
          <p:spPr>
            <a:xfrm>
              <a:off x="5892840" y="3862800"/>
              <a:ext cx="349560" cy="349560"/>
            </a:xfrm>
            <a:custGeom>
              <a:avLst/>
              <a:gdLst>
                <a:gd name="textAreaLeft" fmla="*/ 0 w 349560"/>
                <a:gd name="textAreaRight" fmla="*/ 349920 w 349560"/>
                <a:gd name="textAreaTop" fmla="*/ 0 h 349560"/>
                <a:gd name="textAreaBottom" fmla="*/ 349920 h 349560"/>
              </a:gdLst>
              <a:ahLst/>
              <a:rect l="textAreaLeft" t="textAreaTop" r="textAreaRight" b="textAreaBottom"/>
              <a:pathLst>
                <a:path w="18523" h="18524">
                  <a:moveTo>
                    <a:pt x="9280" y="592"/>
                  </a:moveTo>
                  <a:cubicBezTo>
                    <a:pt x="11646" y="592"/>
                    <a:pt x="13828" y="1591"/>
                    <a:pt x="15380" y="3143"/>
                  </a:cubicBezTo>
                  <a:cubicBezTo>
                    <a:pt x="16933" y="4696"/>
                    <a:pt x="17931" y="6877"/>
                    <a:pt x="17931" y="9281"/>
                  </a:cubicBezTo>
                  <a:cubicBezTo>
                    <a:pt x="17931" y="11647"/>
                    <a:pt x="16933" y="13828"/>
                    <a:pt x="15380" y="15381"/>
                  </a:cubicBezTo>
                  <a:cubicBezTo>
                    <a:pt x="13828" y="16934"/>
                    <a:pt x="11646" y="17932"/>
                    <a:pt x="9280" y="17932"/>
                  </a:cubicBezTo>
                  <a:cubicBezTo>
                    <a:pt x="6877" y="17932"/>
                    <a:pt x="4696" y="16934"/>
                    <a:pt x="3143" y="15381"/>
                  </a:cubicBezTo>
                  <a:cubicBezTo>
                    <a:pt x="1590" y="13828"/>
                    <a:pt x="592" y="11647"/>
                    <a:pt x="592" y="9281"/>
                  </a:cubicBezTo>
                  <a:cubicBezTo>
                    <a:pt x="592" y="6877"/>
                    <a:pt x="1590" y="4696"/>
                    <a:pt x="3143" y="3143"/>
                  </a:cubicBezTo>
                  <a:cubicBezTo>
                    <a:pt x="4696" y="1591"/>
                    <a:pt x="6877" y="592"/>
                    <a:pt x="9280" y="592"/>
                  </a:cubicBezTo>
                  <a:close/>
                  <a:moveTo>
                    <a:pt x="9280" y="1"/>
                  </a:moveTo>
                  <a:cubicBezTo>
                    <a:pt x="4141" y="1"/>
                    <a:pt x="1" y="4142"/>
                    <a:pt x="1" y="9281"/>
                  </a:cubicBezTo>
                  <a:cubicBezTo>
                    <a:pt x="1" y="14383"/>
                    <a:pt x="4141" y="18523"/>
                    <a:pt x="9280" y="18523"/>
                  </a:cubicBezTo>
                  <a:cubicBezTo>
                    <a:pt x="14382" y="18523"/>
                    <a:pt x="18523" y="14383"/>
                    <a:pt x="18523" y="9281"/>
                  </a:cubicBezTo>
                  <a:cubicBezTo>
                    <a:pt x="18523" y="4142"/>
                    <a:pt x="14382" y="1"/>
                    <a:pt x="9280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8" name="Google Shape;2085;p37"/>
            <p:cNvSpPr/>
            <p:nvPr/>
          </p:nvSpPr>
          <p:spPr>
            <a:xfrm>
              <a:off x="5311080" y="3860640"/>
              <a:ext cx="354600" cy="353880"/>
            </a:xfrm>
            <a:custGeom>
              <a:avLst/>
              <a:gdLst>
                <a:gd name="textAreaLeft" fmla="*/ 0 w 354600"/>
                <a:gd name="textAreaRight" fmla="*/ 354960 w 354600"/>
                <a:gd name="textAreaTop" fmla="*/ 0 h 353880"/>
                <a:gd name="textAreaBottom" fmla="*/ 354240 h 353880"/>
              </a:gdLst>
              <a:ahLst/>
              <a:rect l="textAreaLeft" t="textAreaTop" r="textAreaRight" b="textAreaBottom"/>
              <a:pathLst>
                <a:path w="18782" h="18745">
                  <a:moveTo>
                    <a:pt x="9391" y="0"/>
                  </a:moveTo>
                  <a:cubicBezTo>
                    <a:pt x="4215" y="0"/>
                    <a:pt x="0" y="4178"/>
                    <a:pt x="0" y="9391"/>
                  </a:cubicBezTo>
                  <a:cubicBezTo>
                    <a:pt x="0" y="14566"/>
                    <a:pt x="4215" y="18744"/>
                    <a:pt x="9391" y="18744"/>
                  </a:cubicBezTo>
                  <a:cubicBezTo>
                    <a:pt x="14567" y="18744"/>
                    <a:pt x="18781" y="14566"/>
                    <a:pt x="18781" y="9391"/>
                  </a:cubicBezTo>
                  <a:cubicBezTo>
                    <a:pt x="18781" y="4178"/>
                    <a:pt x="14567" y="0"/>
                    <a:pt x="9391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19" name="Google Shape;2086;p37"/>
            <p:cNvSpPr/>
            <p:nvPr/>
          </p:nvSpPr>
          <p:spPr>
            <a:xfrm>
              <a:off x="5305680" y="3854520"/>
              <a:ext cx="365760" cy="366120"/>
            </a:xfrm>
            <a:custGeom>
              <a:avLst/>
              <a:gdLst>
                <a:gd name="textAreaLeft" fmla="*/ 0 w 365760"/>
                <a:gd name="textAreaRight" fmla="*/ 366120 w 365760"/>
                <a:gd name="textAreaTop" fmla="*/ 0 h 366120"/>
                <a:gd name="textAreaBottom" fmla="*/ 366480 h 366120"/>
              </a:gdLst>
              <a:ahLst/>
              <a:rect l="textAreaLeft" t="textAreaTop" r="textAreaRight" b="textAreaBottom"/>
              <a:pathLst>
                <a:path w="19373" h="19410">
                  <a:moveTo>
                    <a:pt x="9687" y="629"/>
                  </a:moveTo>
                  <a:cubicBezTo>
                    <a:pt x="12201" y="629"/>
                    <a:pt x="14456" y="1664"/>
                    <a:pt x="16120" y="3291"/>
                  </a:cubicBezTo>
                  <a:cubicBezTo>
                    <a:pt x="17746" y="4917"/>
                    <a:pt x="18744" y="7210"/>
                    <a:pt x="18744" y="9724"/>
                  </a:cubicBezTo>
                  <a:cubicBezTo>
                    <a:pt x="18744" y="12201"/>
                    <a:pt x="17746" y="14493"/>
                    <a:pt x="16120" y="16120"/>
                  </a:cubicBezTo>
                  <a:cubicBezTo>
                    <a:pt x="14456" y="17783"/>
                    <a:pt x="12201" y="18781"/>
                    <a:pt x="9687" y="18781"/>
                  </a:cubicBezTo>
                  <a:cubicBezTo>
                    <a:pt x="7173" y="18781"/>
                    <a:pt x="4917" y="17783"/>
                    <a:pt x="3254" y="16120"/>
                  </a:cubicBezTo>
                  <a:cubicBezTo>
                    <a:pt x="1627" y="14493"/>
                    <a:pt x="592" y="12201"/>
                    <a:pt x="592" y="9724"/>
                  </a:cubicBezTo>
                  <a:cubicBezTo>
                    <a:pt x="592" y="7210"/>
                    <a:pt x="1627" y="4917"/>
                    <a:pt x="3254" y="3291"/>
                  </a:cubicBezTo>
                  <a:cubicBezTo>
                    <a:pt x="4917" y="1664"/>
                    <a:pt x="7173" y="629"/>
                    <a:pt x="9687" y="629"/>
                  </a:cubicBezTo>
                  <a:close/>
                  <a:moveTo>
                    <a:pt x="9687" y="0"/>
                  </a:moveTo>
                  <a:cubicBezTo>
                    <a:pt x="4326" y="0"/>
                    <a:pt x="0" y="4363"/>
                    <a:pt x="0" y="9724"/>
                  </a:cubicBezTo>
                  <a:cubicBezTo>
                    <a:pt x="0" y="15047"/>
                    <a:pt x="4326" y="19410"/>
                    <a:pt x="9687" y="19410"/>
                  </a:cubicBezTo>
                  <a:cubicBezTo>
                    <a:pt x="15047" y="19410"/>
                    <a:pt x="19373" y="15047"/>
                    <a:pt x="19373" y="9724"/>
                  </a:cubicBezTo>
                  <a:cubicBezTo>
                    <a:pt x="19373" y="4363"/>
                    <a:pt x="15047" y="0"/>
                    <a:pt x="968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0" name="Google Shape;2087;p37"/>
            <p:cNvSpPr/>
            <p:nvPr/>
          </p:nvSpPr>
          <p:spPr>
            <a:xfrm>
              <a:off x="5389560" y="3938760"/>
              <a:ext cx="198000" cy="198000"/>
            </a:xfrm>
            <a:custGeom>
              <a:avLst/>
              <a:gdLst>
                <a:gd name="textAreaLeft" fmla="*/ 0 w 198000"/>
                <a:gd name="textAreaRight" fmla="*/ 198360 w 198000"/>
                <a:gd name="textAreaTop" fmla="*/ 0 h 198000"/>
                <a:gd name="textAreaBottom" fmla="*/ 198360 h 198000"/>
              </a:gdLst>
              <a:ahLst/>
              <a:rect l="textAreaLeft" t="textAreaTop" r="textAreaRight" b="textAreaBottom"/>
              <a:pathLst>
                <a:path w="10501" h="10501">
                  <a:moveTo>
                    <a:pt x="5251" y="1"/>
                  </a:moveTo>
                  <a:cubicBezTo>
                    <a:pt x="2367" y="1"/>
                    <a:pt x="1" y="2330"/>
                    <a:pt x="1" y="5251"/>
                  </a:cubicBezTo>
                  <a:cubicBezTo>
                    <a:pt x="1" y="8134"/>
                    <a:pt x="2367" y="10500"/>
                    <a:pt x="5251" y="10500"/>
                  </a:cubicBezTo>
                  <a:cubicBezTo>
                    <a:pt x="8134" y="10500"/>
                    <a:pt x="10501" y="8134"/>
                    <a:pt x="10501" y="5251"/>
                  </a:cubicBezTo>
                  <a:cubicBezTo>
                    <a:pt x="10501" y="2330"/>
                    <a:pt x="8134" y="1"/>
                    <a:pt x="525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1" name="Google Shape;2088;p37"/>
            <p:cNvSpPr/>
            <p:nvPr/>
          </p:nvSpPr>
          <p:spPr>
            <a:xfrm>
              <a:off x="5383800" y="3932640"/>
              <a:ext cx="209160" cy="209880"/>
            </a:xfrm>
            <a:custGeom>
              <a:avLst/>
              <a:gdLst>
                <a:gd name="textAreaLeft" fmla="*/ 0 w 209160"/>
                <a:gd name="textAreaRight" fmla="*/ 209520 w 209160"/>
                <a:gd name="textAreaTop" fmla="*/ 0 h 209880"/>
                <a:gd name="textAreaBottom" fmla="*/ 210240 h 209880"/>
              </a:gdLst>
              <a:ahLst/>
              <a:rect l="textAreaLeft" t="textAreaTop" r="textAreaRight" b="textAreaBottom"/>
              <a:pathLst>
                <a:path w="11092" h="11130">
                  <a:moveTo>
                    <a:pt x="5546" y="629"/>
                  </a:moveTo>
                  <a:cubicBezTo>
                    <a:pt x="6914" y="629"/>
                    <a:pt x="8134" y="1184"/>
                    <a:pt x="9021" y="2071"/>
                  </a:cubicBezTo>
                  <a:cubicBezTo>
                    <a:pt x="9945" y="2959"/>
                    <a:pt x="10500" y="4216"/>
                    <a:pt x="10500" y="5584"/>
                  </a:cubicBezTo>
                  <a:cubicBezTo>
                    <a:pt x="10500" y="6915"/>
                    <a:pt x="9945" y="8172"/>
                    <a:pt x="9021" y="9059"/>
                  </a:cubicBezTo>
                  <a:cubicBezTo>
                    <a:pt x="8134" y="9946"/>
                    <a:pt x="6914" y="10501"/>
                    <a:pt x="5546" y="10501"/>
                  </a:cubicBezTo>
                  <a:cubicBezTo>
                    <a:pt x="4178" y="10501"/>
                    <a:pt x="2958" y="9946"/>
                    <a:pt x="2033" y="9059"/>
                  </a:cubicBezTo>
                  <a:cubicBezTo>
                    <a:pt x="1146" y="8172"/>
                    <a:pt x="592" y="6915"/>
                    <a:pt x="592" y="5584"/>
                  </a:cubicBezTo>
                  <a:cubicBezTo>
                    <a:pt x="592" y="4216"/>
                    <a:pt x="1146" y="2959"/>
                    <a:pt x="2033" y="2071"/>
                  </a:cubicBezTo>
                  <a:cubicBezTo>
                    <a:pt x="2958" y="1184"/>
                    <a:pt x="4178" y="629"/>
                    <a:pt x="5546" y="629"/>
                  </a:cubicBezTo>
                  <a:close/>
                  <a:moveTo>
                    <a:pt x="5546" y="1"/>
                  </a:moveTo>
                  <a:cubicBezTo>
                    <a:pt x="2477" y="1"/>
                    <a:pt x="0" y="2515"/>
                    <a:pt x="0" y="5584"/>
                  </a:cubicBezTo>
                  <a:cubicBezTo>
                    <a:pt x="0" y="8652"/>
                    <a:pt x="2477" y="11129"/>
                    <a:pt x="5546" y="11129"/>
                  </a:cubicBezTo>
                  <a:cubicBezTo>
                    <a:pt x="8614" y="11129"/>
                    <a:pt x="11091" y="8652"/>
                    <a:pt x="11091" y="5584"/>
                  </a:cubicBezTo>
                  <a:cubicBezTo>
                    <a:pt x="11091" y="2515"/>
                    <a:pt x="8614" y="1"/>
                    <a:pt x="5546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2" name="Google Shape;2089;p37"/>
            <p:cNvSpPr/>
            <p:nvPr/>
          </p:nvSpPr>
          <p:spPr>
            <a:xfrm>
              <a:off x="5060520" y="3934080"/>
              <a:ext cx="207000" cy="207000"/>
            </a:xfrm>
            <a:custGeom>
              <a:avLst/>
              <a:gdLst>
                <a:gd name="textAreaLeft" fmla="*/ 0 w 207000"/>
                <a:gd name="textAreaRight" fmla="*/ 207360 w 207000"/>
                <a:gd name="textAreaTop" fmla="*/ 0 h 207000"/>
                <a:gd name="textAreaBottom" fmla="*/ 207360 h 207000"/>
              </a:gdLst>
              <a:ahLst/>
              <a:rect l="textAreaLeft" t="textAreaTop" r="textAreaRight" b="textAreaBottom"/>
              <a:pathLst>
                <a:path w="10981" h="10982">
                  <a:moveTo>
                    <a:pt x="5509" y="1"/>
                  </a:moveTo>
                  <a:cubicBezTo>
                    <a:pt x="2478" y="1"/>
                    <a:pt x="1" y="2478"/>
                    <a:pt x="1" y="5510"/>
                  </a:cubicBezTo>
                  <a:cubicBezTo>
                    <a:pt x="1" y="8541"/>
                    <a:pt x="2478" y="10981"/>
                    <a:pt x="5509" y="10981"/>
                  </a:cubicBezTo>
                  <a:cubicBezTo>
                    <a:pt x="8541" y="10981"/>
                    <a:pt x="10981" y="8541"/>
                    <a:pt x="10981" y="5510"/>
                  </a:cubicBezTo>
                  <a:cubicBezTo>
                    <a:pt x="10981" y="2478"/>
                    <a:pt x="8541" y="1"/>
                    <a:pt x="5509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3" name="Google Shape;2090;p37"/>
            <p:cNvSpPr/>
            <p:nvPr/>
          </p:nvSpPr>
          <p:spPr>
            <a:xfrm>
              <a:off x="5054760" y="3928320"/>
              <a:ext cx="218880" cy="218160"/>
            </a:xfrm>
            <a:custGeom>
              <a:avLst/>
              <a:gdLst>
                <a:gd name="textAreaLeft" fmla="*/ 0 w 218880"/>
                <a:gd name="textAreaRight" fmla="*/ 219240 w 218880"/>
                <a:gd name="textAreaTop" fmla="*/ 0 h 218160"/>
                <a:gd name="textAreaBottom" fmla="*/ 218520 h 218160"/>
              </a:gdLst>
              <a:ahLst/>
              <a:rect l="textAreaLeft" t="textAreaTop" r="textAreaRight" b="textAreaBottom"/>
              <a:pathLst>
                <a:path w="11610" h="11572">
                  <a:moveTo>
                    <a:pt x="5805" y="592"/>
                  </a:moveTo>
                  <a:cubicBezTo>
                    <a:pt x="7210" y="592"/>
                    <a:pt x="8504" y="1183"/>
                    <a:pt x="9465" y="2108"/>
                  </a:cubicBezTo>
                  <a:cubicBezTo>
                    <a:pt x="10390" y="3069"/>
                    <a:pt x="10981" y="4363"/>
                    <a:pt x="10981" y="5805"/>
                  </a:cubicBezTo>
                  <a:cubicBezTo>
                    <a:pt x="10981" y="7209"/>
                    <a:pt x="10390" y="8503"/>
                    <a:pt x="9465" y="9465"/>
                  </a:cubicBezTo>
                  <a:cubicBezTo>
                    <a:pt x="8504" y="10389"/>
                    <a:pt x="7210" y="10980"/>
                    <a:pt x="5805" y="10980"/>
                  </a:cubicBezTo>
                  <a:cubicBezTo>
                    <a:pt x="4363" y="10980"/>
                    <a:pt x="3070" y="10389"/>
                    <a:pt x="2108" y="9465"/>
                  </a:cubicBezTo>
                  <a:cubicBezTo>
                    <a:pt x="1184" y="8503"/>
                    <a:pt x="592" y="7209"/>
                    <a:pt x="592" y="5805"/>
                  </a:cubicBezTo>
                  <a:cubicBezTo>
                    <a:pt x="592" y="4363"/>
                    <a:pt x="1184" y="3069"/>
                    <a:pt x="2108" y="2108"/>
                  </a:cubicBezTo>
                  <a:cubicBezTo>
                    <a:pt x="3070" y="1183"/>
                    <a:pt x="4363" y="592"/>
                    <a:pt x="5805" y="592"/>
                  </a:cubicBezTo>
                  <a:close/>
                  <a:moveTo>
                    <a:pt x="5805" y="0"/>
                  </a:moveTo>
                  <a:cubicBezTo>
                    <a:pt x="2589" y="0"/>
                    <a:pt x="1" y="2588"/>
                    <a:pt x="1" y="5805"/>
                  </a:cubicBezTo>
                  <a:cubicBezTo>
                    <a:pt x="1" y="8984"/>
                    <a:pt x="2589" y="11572"/>
                    <a:pt x="5805" y="11572"/>
                  </a:cubicBezTo>
                  <a:cubicBezTo>
                    <a:pt x="8985" y="11572"/>
                    <a:pt x="11610" y="8984"/>
                    <a:pt x="11610" y="5805"/>
                  </a:cubicBezTo>
                  <a:cubicBezTo>
                    <a:pt x="11610" y="2588"/>
                    <a:pt x="8985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4" name="Google Shape;2091;p37"/>
            <p:cNvSpPr/>
            <p:nvPr/>
          </p:nvSpPr>
          <p:spPr>
            <a:xfrm>
              <a:off x="5105880" y="3979440"/>
              <a:ext cx="116280" cy="116280"/>
            </a:xfrm>
            <a:custGeom>
              <a:avLst/>
              <a:gdLst>
                <a:gd name="textAreaLeft" fmla="*/ 0 w 116280"/>
                <a:gd name="textAreaRight" fmla="*/ 116640 w 116280"/>
                <a:gd name="textAreaTop" fmla="*/ 0 h 116280"/>
                <a:gd name="textAreaBottom" fmla="*/ 116640 h 116280"/>
              </a:gdLst>
              <a:ahLst/>
              <a:rect l="textAreaLeft" t="textAreaTop" r="textAreaRight" b="textAreaBottom"/>
              <a:pathLst>
                <a:path w="6175" h="6175">
                  <a:moveTo>
                    <a:pt x="3106" y="0"/>
                  </a:moveTo>
                  <a:cubicBezTo>
                    <a:pt x="1406" y="0"/>
                    <a:pt x="1" y="1405"/>
                    <a:pt x="1" y="3106"/>
                  </a:cubicBezTo>
                  <a:cubicBezTo>
                    <a:pt x="1" y="4806"/>
                    <a:pt x="1406" y="6174"/>
                    <a:pt x="3106" y="6174"/>
                  </a:cubicBezTo>
                  <a:cubicBezTo>
                    <a:pt x="4807" y="6174"/>
                    <a:pt x="6175" y="4806"/>
                    <a:pt x="6175" y="3106"/>
                  </a:cubicBezTo>
                  <a:cubicBezTo>
                    <a:pt x="6175" y="1405"/>
                    <a:pt x="4807" y="0"/>
                    <a:pt x="3106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8320" bIns="583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5" name="Google Shape;2092;p37"/>
            <p:cNvSpPr/>
            <p:nvPr/>
          </p:nvSpPr>
          <p:spPr>
            <a:xfrm>
              <a:off x="5100120" y="3973680"/>
              <a:ext cx="127440" cy="127440"/>
            </a:xfrm>
            <a:custGeom>
              <a:avLst/>
              <a:gdLst>
                <a:gd name="textAreaLeft" fmla="*/ 0 w 127440"/>
                <a:gd name="textAreaRight" fmla="*/ 127800 w 127440"/>
                <a:gd name="textAreaTop" fmla="*/ 0 h 127440"/>
                <a:gd name="textAreaBottom" fmla="*/ 127800 h 127440"/>
              </a:gdLst>
              <a:ahLst/>
              <a:rect l="textAreaLeft" t="textAreaTop" r="textAreaRight" b="textAreaBottom"/>
              <a:pathLst>
                <a:path w="6766" h="6766">
                  <a:moveTo>
                    <a:pt x="3401" y="629"/>
                  </a:moveTo>
                  <a:cubicBezTo>
                    <a:pt x="4141" y="629"/>
                    <a:pt x="4843" y="925"/>
                    <a:pt x="5361" y="1442"/>
                  </a:cubicBezTo>
                  <a:cubicBezTo>
                    <a:pt x="5841" y="1923"/>
                    <a:pt x="6174" y="2625"/>
                    <a:pt x="6174" y="3402"/>
                  </a:cubicBezTo>
                  <a:cubicBezTo>
                    <a:pt x="6174" y="4141"/>
                    <a:pt x="5841" y="4843"/>
                    <a:pt x="5361" y="5361"/>
                  </a:cubicBezTo>
                  <a:cubicBezTo>
                    <a:pt x="4843" y="5842"/>
                    <a:pt x="4141" y="6174"/>
                    <a:pt x="3401" y="6174"/>
                  </a:cubicBezTo>
                  <a:cubicBezTo>
                    <a:pt x="2625" y="6174"/>
                    <a:pt x="1923" y="5842"/>
                    <a:pt x="1442" y="5361"/>
                  </a:cubicBezTo>
                  <a:cubicBezTo>
                    <a:pt x="924" y="4843"/>
                    <a:pt x="629" y="4141"/>
                    <a:pt x="629" y="3402"/>
                  </a:cubicBezTo>
                  <a:cubicBezTo>
                    <a:pt x="629" y="2625"/>
                    <a:pt x="924" y="1923"/>
                    <a:pt x="1442" y="1442"/>
                  </a:cubicBezTo>
                  <a:cubicBezTo>
                    <a:pt x="1923" y="925"/>
                    <a:pt x="2625" y="629"/>
                    <a:pt x="3401" y="629"/>
                  </a:cubicBezTo>
                  <a:close/>
                  <a:moveTo>
                    <a:pt x="3401" y="0"/>
                  </a:moveTo>
                  <a:cubicBezTo>
                    <a:pt x="1516" y="0"/>
                    <a:pt x="0" y="1516"/>
                    <a:pt x="0" y="3402"/>
                  </a:cubicBezTo>
                  <a:cubicBezTo>
                    <a:pt x="0" y="5250"/>
                    <a:pt x="1516" y="6766"/>
                    <a:pt x="3401" y="6766"/>
                  </a:cubicBezTo>
                  <a:cubicBezTo>
                    <a:pt x="5250" y="6766"/>
                    <a:pt x="6766" y="5250"/>
                    <a:pt x="6766" y="3402"/>
                  </a:cubicBezTo>
                  <a:cubicBezTo>
                    <a:pt x="6766" y="1516"/>
                    <a:pt x="5250" y="0"/>
                    <a:pt x="340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63720" bIns="6372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6" name="Google Shape;2093;p37"/>
            <p:cNvSpPr/>
            <p:nvPr/>
          </p:nvSpPr>
          <p:spPr>
            <a:xfrm>
              <a:off x="4943880" y="4038120"/>
              <a:ext cx="1124280" cy="360"/>
            </a:xfrm>
            <a:custGeom>
              <a:avLst/>
              <a:gdLst>
                <a:gd name="textAreaLeft" fmla="*/ 0 w 1124280"/>
                <a:gd name="textAreaRight" fmla="*/ 1124640 w 1124280"/>
                <a:gd name="textAreaTop" fmla="*/ 0 h 360"/>
                <a:gd name="textAreaBottom" fmla="*/ 720 h 360"/>
              </a:gdLst>
              <a:ahLst/>
              <a:rect l="textAreaLeft" t="textAreaTop" r="textAreaRight" b="textAreaBottom"/>
              <a:pathLst>
                <a:path w="59524" h="1">
                  <a:moveTo>
                    <a:pt x="59523" y="1"/>
                  </a:moveTo>
                  <a:lnTo>
                    <a:pt x="1" y="1"/>
                  </a:lnTo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360" bIns="3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7" name="Google Shape;2094;p37"/>
            <p:cNvSpPr/>
            <p:nvPr/>
          </p:nvSpPr>
          <p:spPr>
            <a:xfrm>
              <a:off x="4938120" y="4031640"/>
              <a:ext cx="1135440" cy="11520"/>
            </a:xfrm>
            <a:custGeom>
              <a:avLst/>
              <a:gdLst>
                <a:gd name="textAreaLeft" fmla="*/ 0 w 1135440"/>
                <a:gd name="textAreaRight" fmla="*/ 1135800 w 113544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60116" h="630">
                  <a:moveTo>
                    <a:pt x="297" y="1"/>
                  </a:moveTo>
                  <a:cubicBezTo>
                    <a:pt x="112" y="1"/>
                    <a:pt x="1" y="149"/>
                    <a:pt x="1" y="334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59819" y="629"/>
                  </a:lnTo>
                  <a:cubicBezTo>
                    <a:pt x="59967" y="629"/>
                    <a:pt x="60115" y="481"/>
                    <a:pt x="60115" y="334"/>
                  </a:cubicBezTo>
                  <a:cubicBezTo>
                    <a:pt x="60115" y="149"/>
                    <a:pt x="59967" y="1"/>
                    <a:pt x="59819" y="1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8" name="Google Shape;2095;p37"/>
            <p:cNvSpPr/>
            <p:nvPr/>
          </p:nvSpPr>
          <p:spPr>
            <a:xfrm>
              <a:off x="6086520" y="1553400"/>
              <a:ext cx="712800" cy="558360"/>
            </a:xfrm>
            <a:custGeom>
              <a:avLst/>
              <a:gdLst>
                <a:gd name="textAreaLeft" fmla="*/ 0 w 712800"/>
                <a:gd name="textAreaRight" fmla="*/ 713160 w 712800"/>
                <a:gd name="textAreaTop" fmla="*/ 0 h 558360"/>
                <a:gd name="textAreaBottom" fmla="*/ 558720 h 558360"/>
              </a:gdLst>
              <a:ahLst/>
              <a:rect l="textAreaLeft" t="textAreaTop" r="textAreaRight" b="textAreaBottom"/>
              <a:pathLst>
                <a:path w="37748" h="29578">
                  <a:moveTo>
                    <a:pt x="1" y="1"/>
                  </a:moveTo>
                  <a:lnTo>
                    <a:pt x="1" y="29577"/>
                  </a:lnTo>
                  <a:lnTo>
                    <a:pt x="3587" y="29577"/>
                  </a:lnTo>
                  <a:cubicBezTo>
                    <a:pt x="5472" y="27507"/>
                    <a:pt x="7653" y="25917"/>
                    <a:pt x="10093" y="24956"/>
                  </a:cubicBezTo>
                  <a:cubicBezTo>
                    <a:pt x="15454" y="22775"/>
                    <a:pt x="20260" y="21998"/>
                    <a:pt x="24623" y="21998"/>
                  </a:cubicBezTo>
                  <a:cubicBezTo>
                    <a:pt x="29503" y="21998"/>
                    <a:pt x="33829" y="22960"/>
                    <a:pt x="37747" y="24106"/>
                  </a:cubicBezTo>
                  <a:lnTo>
                    <a:pt x="37747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29" name="Google Shape;2096;p37"/>
            <p:cNvSpPr/>
            <p:nvPr/>
          </p:nvSpPr>
          <p:spPr>
            <a:xfrm>
              <a:off x="6154200" y="1968840"/>
              <a:ext cx="645120" cy="142920"/>
            </a:xfrm>
            <a:custGeom>
              <a:avLst/>
              <a:gdLst>
                <a:gd name="textAreaLeft" fmla="*/ 0 w 645120"/>
                <a:gd name="textAreaRight" fmla="*/ 645480 w 645120"/>
                <a:gd name="textAreaTop" fmla="*/ 0 h 142920"/>
                <a:gd name="textAreaBottom" fmla="*/ 143280 h 142920"/>
              </a:gdLst>
              <a:ahLst/>
              <a:rect l="textAreaLeft" t="textAreaTop" r="textAreaRight" b="textAreaBottom"/>
              <a:pathLst>
                <a:path w="34162" h="7580">
                  <a:moveTo>
                    <a:pt x="21037" y="0"/>
                  </a:moveTo>
                  <a:cubicBezTo>
                    <a:pt x="16674" y="0"/>
                    <a:pt x="11868" y="777"/>
                    <a:pt x="6507" y="2958"/>
                  </a:cubicBezTo>
                  <a:cubicBezTo>
                    <a:pt x="4067" y="3919"/>
                    <a:pt x="1886" y="5509"/>
                    <a:pt x="1" y="7579"/>
                  </a:cubicBezTo>
                  <a:lnTo>
                    <a:pt x="34161" y="7579"/>
                  </a:lnTo>
                  <a:lnTo>
                    <a:pt x="34161" y="2108"/>
                  </a:lnTo>
                  <a:cubicBezTo>
                    <a:pt x="30243" y="962"/>
                    <a:pt x="25917" y="0"/>
                    <a:pt x="21037" y="0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1640" bIns="716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0" name="Google Shape;2097;p37"/>
            <p:cNvSpPr/>
            <p:nvPr/>
          </p:nvSpPr>
          <p:spPr>
            <a:xfrm>
              <a:off x="6086520" y="2124000"/>
              <a:ext cx="712800" cy="56160"/>
            </a:xfrm>
            <a:custGeom>
              <a:avLst/>
              <a:gdLst>
                <a:gd name="textAreaLeft" fmla="*/ 0 w 712800"/>
                <a:gd name="textAreaRight" fmla="*/ 713160 w 712800"/>
                <a:gd name="textAreaTop" fmla="*/ 0 h 56160"/>
                <a:gd name="textAreaBottom" fmla="*/ 56520 h 56160"/>
              </a:gdLst>
              <a:ahLst/>
              <a:rect l="textAreaLeft" t="textAreaTop" r="textAreaRight" b="textAreaBottom"/>
              <a:pathLst>
                <a:path w="37748" h="2996">
                  <a:moveTo>
                    <a:pt x="1" y="1"/>
                  </a:moveTo>
                  <a:lnTo>
                    <a:pt x="1" y="2995"/>
                  </a:lnTo>
                  <a:lnTo>
                    <a:pt x="37747" y="2995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8080" bIns="280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1" name="Google Shape;2098;p37"/>
            <p:cNvSpPr/>
            <p:nvPr/>
          </p:nvSpPr>
          <p:spPr>
            <a:xfrm>
              <a:off x="6086520" y="2112120"/>
              <a:ext cx="712800" cy="11520"/>
            </a:xfrm>
            <a:custGeom>
              <a:avLst/>
              <a:gdLst>
                <a:gd name="textAreaLeft" fmla="*/ 0 w 712800"/>
                <a:gd name="textAreaRight" fmla="*/ 713160 w 712800"/>
                <a:gd name="textAreaTop" fmla="*/ 0 h 11520"/>
                <a:gd name="textAreaBottom" fmla="*/ 11880 h 11520"/>
              </a:gdLst>
              <a:ahLst/>
              <a:rect l="textAreaLeft" t="textAreaTop" r="textAreaRight" b="textAreaBottom"/>
              <a:pathLst>
                <a:path w="37748" h="629">
                  <a:moveTo>
                    <a:pt x="1" y="0"/>
                  </a:moveTo>
                  <a:lnTo>
                    <a:pt x="1" y="629"/>
                  </a:lnTo>
                  <a:lnTo>
                    <a:pt x="37747" y="629"/>
                  </a:lnTo>
                  <a:lnTo>
                    <a:pt x="37747" y="0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60" bIns="576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2" name="Google Shape;2099;p37"/>
            <p:cNvSpPr/>
            <p:nvPr/>
          </p:nvSpPr>
          <p:spPr>
            <a:xfrm>
              <a:off x="6080760" y="1547640"/>
              <a:ext cx="724680" cy="637920"/>
            </a:xfrm>
            <a:custGeom>
              <a:avLst/>
              <a:gdLst>
                <a:gd name="textAreaLeft" fmla="*/ 0 w 724680"/>
                <a:gd name="textAreaRight" fmla="*/ 725040 w 724680"/>
                <a:gd name="textAreaTop" fmla="*/ 0 h 637920"/>
                <a:gd name="textAreaBottom" fmla="*/ 638280 h 637920"/>
              </a:gdLst>
              <a:ahLst/>
              <a:rect l="textAreaLeft" t="textAreaTop" r="textAreaRight" b="textAreaBottom"/>
              <a:pathLst>
                <a:path w="38377" h="33792">
                  <a:moveTo>
                    <a:pt x="37748" y="629"/>
                  </a:moveTo>
                  <a:lnTo>
                    <a:pt x="37748" y="33200"/>
                  </a:lnTo>
                  <a:lnTo>
                    <a:pt x="592" y="33200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33495"/>
                  </a:lnTo>
                  <a:cubicBezTo>
                    <a:pt x="1" y="33569"/>
                    <a:pt x="1" y="33643"/>
                    <a:pt x="75" y="33717"/>
                  </a:cubicBezTo>
                  <a:cubicBezTo>
                    <a:pt x="149" y="33791"/>
                    <a:pt x="223" y="33791"/>
                    <a:pt x="297" y="33791"/>
                  </a:cubicBezTo>
                  <a:lnTo>
                    <a:pt x="38043" y="33791"/>
                  </a:lnTo>
                  <a:cubicBezTo>
                    <a:pt x="38154" y="33791"/>
                    <a:pt x="38228" y="33791"/>
                    <a:pt x="38265" y="33717"/>
                  </a:cubicBezTo>
                  <a:cubicBezTo>
                    <a:pt x="38339" y="33643"/>
                    <a:pt x="38376" y="33569"/>
                    <a:pt x="38376" y="33495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3" name="Google Shape;2100;p37"/>
            <p:cNvSpPr/>
            <p:nvPr/>
          </p:nvSpPr>
          <p:spPr>
            <a:xfrm>
              <a:off x="6086520" y="1553400"/>
              <a:ext cx="712800" cy="106560"/>
            </a:xfrm>
            <a:custGeom>
              <a:avLst/>
              <a:gdLst>
                <a:gd name="textAreaLeft" fmla="*/ 0 w 712800"/>
                <a:gd name="textAreaRight" fmla="*/ 713160 w 712800"/>
                <a:gd name="textAreaTop" fmla="*/ 0 h 106560"/>
                <a:gd name="textAreaBottom" fmla="*/ 106920 h 106560"/>
              </a:gdLst>
              <a:ahLst/>
              <a:rect l="textAreaLeft" t="textAreaTop" r="textAreaRight" b="textAreaBottom"/>
              <a:pathLst>
                <a:path w="37748" h="5658">
                  <a:moveTo>
                    <a:pt x="1" y="1"/>
                  </a:moveTo>
                  <a:lnTo>
                    <a:pt x="1" y="5657"/>
                  </a:lnTo>
                  <a:lnTo>
                    <a:pt x="37747" y="5657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3280" bIns="5328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4" name="Google Shape;2101;p37"/>
            <p:cNvSpPr/>
            <p:nvPr/>
          </p:nvSpPr>
          <p:spPr>
            <a:xfrm>
              <a:off x="6080760" y="1547640"/>
              <a:ext cx="724680" cy="117720"/>
            </a:xfrm>
            <a:custGeom>
              <a:avLst/>
              <a:gdLst>
                <a:gd name="textAreaLeft" fmla="*/ 0 w 724680"/>
                <a:gd name="textAreaRight" fmla="*/ 725040 w 724680"/>
                <a:gd name="textAreaTop" fmla="*/ 0 h 117720"/>
                <a:gd name="textAreaBottom" fmla="*/ 118080 h 117720"/>
              </a:gdLst>
              <a:ahLst/>
              <a:rect l="textAreaLeft" t="textAreaTop" r="textAreaRight" b="textAreaBottom"/>
              <a:pathLst>
                <a:path w="38377" h="6249">
                  <a:moveTo>
                    <a:pt x="37748" y="629"/>
                  </a:moveTo>
                  <a:lnTo>
                    <a:pt x="37748" y="5657"/>
                  </a:lnTo>
                  <a:lnTo>
                    <a:pt x="592" y="5657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5952"/>
                  </a:lnTo>
                  <a:cubicBezTo>
                    <a:pt x="1" y="6026"/>
                    <a:pt x="1" y="6100"/>
                    <a:pt x="75" y="6174"/>
                  </a:cubicBezTo>
                  <a:cubicBezTo>
                    <a:pt x="149" y="6211"/>
                    <a:pt x="223" y="6248"/>
                    <a:pt x="297" y="6248"/>
                  </a:cubicBezTo>
                  <a:lnTo>
                    <a:pt x="38043" y="6248"/>
                  </a:lnTo>
                  <a:cubicBezTo>
                    <a:pt x="38154" y="6248"/>
                    <a:pt x="38228" y="6211"/>
                    <a:pt x="38265" y="6174"/>
                  </a:cubicBezTo>
                  <a:cubicBezTo>
                    <a:pt x="38339" y="6100"/>
                    <a:pt x="38376" y="6026"/>
                    <a:pt x="38376" y="5952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9040" bIns="590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5" name="Google Shape;2102;p37"/>
            <p:cNvSpPr/>
            <p:nvPr/>
          </p:nvSpPr>
          <p:spPr>
            <a:xfrm>
              <a:off x="6298200" y="1743840"/>
              <a:ext cx="293760" cy="293760"/>
            </a:xfrm>
            <a:custGeom>
              <a:avLst/>
              <a:gdLst>
                <a:gd name="textAreaLeft" fmla="*/ 0 w 293760"/>
                <a:gd name="textAreaRight" fmla="*/ 294120 w 293760"/>
                <a:gd name="textAreaTop" fmla="*/ 0 h 293760"/>
                <a:gd name="textAreaBottom" fmla="*/ 294120 h 293760"/>
              </a:gdLst>
              <a:ahLst/>
              <a:rect l="textAreaLeft" t="textAreaTop" r="textAreaRight" b="textAreaBottom"/>
              <a:pathLst>
                <a:path w="15566" h="15566">
                  <a:moveTo>
                    <a:pt x="7801" y="1"/>
                  </a:moveTo>
                  <a:cubicBezTo>
                    <a:pt x="3476" y="1"/>
                    <a:pt x="1" y="3476"/>
                    <a:pt x="1" y="7765"/>
                  </a:cubicBezTo>
                  <a:cubicBezTo>
                    <a:pt x="1" y="12090"/>
                    <a:pt x="3476" y="15565"/>
                    <a:pt x="7801" y="15565"/>
                  </a:cubicBezTo>
                  <a:cubicBezTo>
                    <a:pt x="12090" y="15565"/>
                    <a:pt x="15565" y="12090"/>
                    <a:pt x="15565" y="7765"/>
                  </a:cubicBezTo>
                  <a:cubicBezTo>
                    <a:pt x="15565" y="3476"/>
                    <a:pt x="12090" y="1"/>
                    <a:pt x="7801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6" name="Google Shape;2103;p37"/>
            <p:cNvSpPr/>
            <p:nvPr/>
          </p:nvSpPr>
          <p:spPr>
            <a:xfrm>
              <a:off x="6292440" y="1737720"/>
              <a:ext cx="305640" cy="305640"/>
            </a:xfrm>
            <a:custGeom>
              <a:avLst/>
              <a:gdLst>
                <a:gd name="textAreaLeft" fmla="*/ 0 w 305640"/>
                <a:gd name="textAreaRight" fmla="*/ 306000 w 305640"/>
                <a:gd name="textAreaTop" fmla="*/ 0 h 305640"/>
                <a:gd name="textAreaBottom" fmla="*/ 306000 h 305640"/>
              </a:gdLst>
              <a:ahLst/>
              <a:rect l="textAreaLeft" t="textAreaTop" r="textAreaRight" b="textAreaBottom"/>
              <a:pathLst>
                <a:path w="16194" h="16194">
                  <a:moveTo>
                    <a:pt x="8097" y="629"/>
                  </a:moveTo>
                  <a:cubicBezTo>
                    <a:pt x="10168" y="629"/>
                    <a:pt x="12016" y="1479"/>
                    <a:pt x="13384" y="2810"/>
                  </a:cubicBezTo>
                  <a:cubicBezTo>
                    <a:pt x="14715" y="4178"/>
                    <a:pt x="15565" y="6026"/>
                    <a:pt x="15565" y="8097"/>
                  </a:cubicBezTo>
                  <a:cubicBezTo>
                    <a:pt x="15565" y="10167"/>
                    <a:pt x="14715" y="12052"/>
                    <a:pt x="13384" y="13383"/>
                  </a:cubicBezTo>
                  <a:cubicBezTo>
                    <a:pt x="12016" y="14751"/>
                    <a:pt x="10168" y="15565"/>
                    <a:pt x="8097" y="15565"/>
                  </a:cubicBezTo>
                  <a:cubicBezTo>
                    <a:pt x="6027" y="15565"/>
                    <a:pt x="4142" y="14751"/>
                    <a:pt x="2811" y="13383"/>
                  </a:cubicBezTo>
                  <a:cubicBezTo>
                    <a:pt x="1443" y="12052"/>
                    <a:pt x="629" y="10167"/>
                    <a:pt x="629" y="8097"/>
                  </a:cubicBezTo>
                  <a:cubicBezTo>
                    <a:pt x="629" y="6026"/>
                    <a:pt x="1443" y="4178"/>
                    <a:pt x="2811" y="2810"/>
                  </a:cubicBezTo>
                  <a:cubicBezTo>
                    <a:pt x="4142" y="1479"/>
                    <a:pt x="6027" y="629"/>
                    <a:pt x="8097" y="629"/>
                  </a:cubicBezTo>
                  <a:close/>
                  <a:moveTo>
                    <a:pt x="8097" y="0"/>
                  </a:moveTo>
                  <a:cubicBezTo>
                    <a:pt x="3624" y="0"/>
                    <a:pt x="1" y="3623"/>
                    <a:pt x="1" y="8097"/>
                  </a:cubicBezTo>
                  <a:cubicBezTo>
                    <a:pt x="1" y="12570"/>
                    <a:pt x="3624" y="16193"/>
                    <a:pt x="8097" y="16193"/>
                  </a:cubicBezTo>
                  <a:cubicBezTo>
                    <a:pt x="12571" y="16193"/>
                    <a:pt x="16194" y="12570"/>
                    <a:pt x="16194" y="8097"/>
                  </a:cubicBezTo>
                  <a:cubicBezTo>
                    <a:pt x="16194" y="3623"/>
                    <a:pt x="12571" y="0"/>
                    <a:pt x="8097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7" name="Google Shape;2104;p37"/>
            <p:cNvSpPr/>
            <p:nvPr/>
          </p:nvSpPr>
          <p:spPr>
            <a:xfrm>
              <a:off x="6376320" y="1793520"/>
              <a:ext cx="172080" cy="198720"/>
            </a:xfrm>
            <a:custGeom>
              <a:avLst/>
              <a:gdLst>
                <a:gd name="textAreaLeft" fmla="*/ 0 w 172080"/>
                <a:gd name="textAreaRight" fmla="*/ 172440 w 172080"/>
                <a:gd name="textAreaTop" fmla="*/ 0 h 198720"/>
                <a:gd name="textAreaBottom" fmla="*/ 199080 h 198720"/>
              </a:gdLst>
              <a:ahLst/>
              <a:rect l="textAreaLeft" t="textAreaTop" r="textAreaRight" b="textAreaBottom"/>
              <a:pathLst>
                <a:path w="9133" h="10538">
                  <a:moveTo>
                    <a:pt x="0" y="1"/>
                  </a:moveTo>
                  <a:lnTo>
                    <a:pt x="0" y="10537"/>
                  </a:lnTo>
                  <a:lnTo>
                    <a:pt x="9132" y="528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  <p:sp>
          <p:nvSpPr>
            <p:cNvPr id="1038" name="Google Shape;2105;p37"/>
            <p:cNvSpPr/>
            <p:nvPr/>
          </p:nvSpPr>
          <p:spPr>
            <a:xfrm>
              <a:off x="6370920" y="1788120"/>
              <a:ext cx="183240" cy="210240"/>
            </a:xfrm>
            <a:custGeom>
              <a:avLst/>
              <a:gdLst>
                <a:gd name="textAreaLeft" fmla="*/ 0 w 183240"/>
                <a:gd name="textAreaRight" fmla="*/ 183600 w 183240"/>
                <a:gd name="textAreaTop" fmla="*/ 0 h 210240"/>
                <a:gd name="textAreaBottom" fmla="*/ 210600 h 210240"/>
              </a:gdLst>
              <a:ahLst/>
              <a:rect l="textAreaLeft" t="textAreaTop" r="textAreaRight" b="textAreaBottom"/>
              <a:pathLst>
                <a:path w="9724" h="11147">
                  <a:moveTo>
                    <a:pt x="592" y="838"/>
                  </a:moveTo>
                  <a:lnTo>
                    <a:pt x="8800" y="5574"/>
                  </a:lnTo>
                  <a:lnTo>
                    <a:pt x="592" y="10306"/>
                  </a:lnTo>
                  <a:lnTo>
                    <a:pt x="592" y="838"/>
                  </a:lnTo>
                  <a:close/>
                  <a:moveTo>
                    <a:pt x="310" y="0"/>
                  </a:moveTo>
                  <a:cubicBezTo>
                    <a:pt x="259" y="0"/>
                    <a:pt x="204" y="9"/>
                    <a:pt x="148" y="28"/>
                  </a:cubicBezTo>
                  <a:cubicBezTo>
                    <a:pt x="38" y="102"/>
                    <a:pt x="1" y="213"/>
                    <a:pt x="1" y="287"/>
                  </a:cubicBezTo>
                  <a:lnTo>
                    <a:pt x="1" y="10823"/>
                  </a:lnTo>
                  <a:cubicBezTo>
                    <a:pt x="1" y="10934"/>
                    <a:pt x="38" y="11045"/>
                    <a:pt x="148" y="11119"/>
                  </a:cubicBezTo>
                  <a:cubicBezTo>
                    <a:pt x="204" y="11138"/>
                    <a:pt x="259" y="11147"/>
                    <a:pt x="310" y="11147"/>
                  </a:cubicBezTo>
                  <a:cubicBezTo>
                    <a:pt x="361" y="11147"/>
                    <a:pt x="407" y="11138"/>
                    <a:pt x="444" y="11119"/>
                  </a:cubicBezTo>
                  <a:lnTo>
                    <a:pt x="9576" y="5832"/>
                  </a:lnTo>
                  <a:cubicBezTo>
                    <a:pt x="9687" y="5795"/>
                    <a:pt x="9724" y="5684"/>
                    <a:pt x="9724" y="5574"/>
                  </a:cubicBezTo>
                  <a:cubicBezTo>
                    <a:pt x="9724" y="5463"/>
                    <a:pt x="9687" y="5352"/>
                    <a:pt x="9576" y="5315"/>
                  </a:cubicBezTo>
                  <a:lnTo>
                    <a:pt x="444" y="28"/>
                  </a:lnTo>
                  <a:cubicBezTo>
                    <a:pt x="407" y="9"/>
                    <a:pt x="361" y="0"/>
                    <a:pt x="310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1039" name="Google Shape;2106;p37"/>
          <p:cNvGrpSpPr/>
          <p:nvPr/>
        </p:nvGrpSpPr>
        <p:grpSpPr>
          <a:xfrm>
            <a:off x="741240" y="933120"/>
            <a:ext cx="634680" cy="734400"/>
            <a:chOff x="741240" y="933120"/>
            <a:chExt cx="634680" cy="734400"/>
          </a:xfrm>
        </p:grpSpPr>
        <p:grpSp>
          <p:nvGrpSpPr>
            <p:cNvPr id="1040" name="Google Shape;2107;p37"/>
            <p:cNvGrpSpPr/>
            <p:nvPr/>
          </p:nvGrpSpPr>
          <p:grpSpPr>
            <a:xfrm>
              <a:off x="741240" y="933120"/>
              <a:ext cx="634680" cy="634680"/>
              <a:chOff x="741240" y="933120"/>
              <a:chExt cx="634680" cy="634680"/>
            </a:xfrm>
          </p:grpSpPr>
          <p:sp>
            <p:nvSpPr>
              <p:cNvPr id="1041" name="Google Shape;2108;p37"/>
              <p:cNvSpPr/>
              <p:nvPr/>
            </p:nvSpPr>
            <p:spPr>
              <a:xfrm>
                <a:off x="741240" y="933120"/>
                <a:ext cx="634680" cy="634680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3d3d3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42" name="Google Shape;2109;p37"/>
              <p:cNvSpPr/>
              <p:nvPr/>
            </p:nvSpPr>
            <p:spPr>
              <a:xfrm>
                <a:off x="826200" y="1017720"/>
                <a:ext cx="465120" cy="465120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rgbClr val="494949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043" name="Google Shape;2110;p37"/>
            <p:cNvGrpSpPr/>
            <p:nvPr/>
          </p:nvGrpSpPr>
          <p:grpSpPr>
            <a:xfrm>
              <a:off x="971280" y="1640880"/>
              <a:ext cx="174960" cy="26640"/>
              <a:chOff x="971280" y="1640880"/>
              <a:chExt cx="174960" cy="26640"/>
            </a:xfrm>
          </p:grpSpPr>
          <p:sp>
            <p:nvSpPr>
              <p:cNvPr id="1044" name="Google Shape;2111;p37"/>
              <p:cNvSpPr/>
              <p:nvPr/>
            </p:nvSpPr>
            <p:spPr>
              <a:xfrm>
                <a:off x="971280" y="164088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45" name="Google Shape;2112;p37"/>
              <p:cNvSpPr/>
              <p:nvPr/>
            </p:nvSpPr>
            <p:spPr>
              <a:xfrm>
                <a:off x="1045440" y="164088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46" name="Google Shape;2113;p37"/>
              <p:cNvSpPr/>
              <p:nvPr/>
            </p:nvSpPr>
            <p:spPr>
              <a:xfrm>
                <a:off x="1119600" y="164088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</p:grpSp>
      </p:grpSp>
      <p:grpSp>
        <p:nvGrpSpPr>
          <p:cNvPr id="1047" name="Google Shape;2114;p37"/>
          <p:cNvGrpSpPr/>
          <p:nvPr/>
        </p:nvGrpSpPr>
        <p:grpSpPr>
          <a:xfrm>
            <a:off x="727920" y="2206800"/>
            <a:ext cx="634680" cy="732960"/>
            <a:chOff x="727920" y="2206800"/>
            <a:chExt cx="634680" cy="732960"/>
          </a:xfrm>
        </p:grpSpPr>
        <p:grpSp>
          <p:nvGrpSpPr>
            <p:cNvPr id="1048" name="Google Shape;2115;p37"/>
            <p:cNvGrpSpPr/>
            <p:nvPr/>
          </p:nvGrpSpPr>
          <p:grpSpPr>
            <a:xfrm>
              <a:off x="727920" y="2206800"/>
              <a:ext cx="634680" cy="634680"/>
              <a:chOff x="727920" y="2206800"/>
              <a:chExt cx="634680" cy="634680"/>
            </a:xfrm>
          </p:grpSpPr>
          <p:sp>
            <p:nvSpPr>
              <p:cNvPr id="1049" name="Google Shape;2116;p37"/>
              <p:cNvSpPr/>
              <p:nvPr/>
            </p:nvSpPr>
            <p:spPr>
              <a:xfrm>
                <a:off x="727920" y="2206800"/>
                <a:ext cx="634680" cy="634680"/>
              </a:xfrm>
              <a:prstGeom prst="ellipse">
                <a:avLst/>
              </a:prstGeom>
              <a:solidFill>
                <a:schemeClr val="lt1"/>
              </a:solidFill>
              <a:ln w="9525">
                <a:solidFill>
                  <a:srgbClr val="3d3d3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50" name="Google Shape;2117;p37"/>
              <p:cNvSpPr/>
              <p:nvPr/>
            </p:nvSpPr>
            <p:spPr>
              <a:xfrm>
                <a:off x="812520" y="2291400"/>
                <a:ext cx="465120" cy="465120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rgbClr val="3d3d3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051" name="Google Shape;2118;p37"/>
            <p:cNvGrpSpPr/>
            <p:nvPr/>
          </p:nvGrpSpPr>
          <p:grpSpPr>
            <a:xfrm>
              <a:off x="957960" y="2913120"/>
              <a:ext cx="174600" cy="26640"/>
              <a:chOff x="957960" y="2913120"/>
              <a:chExt cx="174600" cy="26640"/>
            </a:xfrm>
          </p:grpSpPr>
          <p:sp>
            <p:nvSpPr>
              <p:cNvPr id="1052" name="Google Shape;2119;p37"/>
              <p:cNvSpPr/>
              <p:nvPr/>
            </p:nvSpPr>
            <p:spPr>
              <a:xfrm>
                <a:off x="957960" y="291312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53" name="Google Shape;2120;p37"/>
              <p:cNvSpPr/>
              <p:nvPr/>
            </p:nvSpPr>
            <p:spPr>
              <a:xfrm>
                <a:off x="1031760" y="291312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54" name="Google Shape;2121;p37"/>
              <p:cNvSpPr/>
              <p:nvPr/>
            </p:nvSpPr>
            <p:spPr>
              <a:xfrm>
                <a:off x="1105920" y="291312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</p:grpSp>
      </p:grpSp>
      <p:sp>
        <p:nvSpPr>
          <p:cNvPr id="1055" name="PlaceHolder 1"/>
          <p:cNvSpPr>
            <a:spLocks noGrp="1"/>
          </p:cNvSpPr>
          <p:nvPr>
            <p:ph type="title"/>
          </p:nvPr>
        </p:nvSpPr>
        <p:spPr>
          <a:xfrm>
            <a:off x="5296680" y="551880"/>
            <a:ext cx="3459240" cy="57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chemeClr val="dk2"/>
                </a:solidFill>
                <a:uFillTx/>
                <a:latin typeface="Segoe UI"/>
                <a:ea typeface="Fjalla One"/>
              </a:rPr>
              <a:t>Реализация и структура игры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6" name="PlaceHolder 2"/>
          <p:cNvSpPr>
            <a:spLocks noGrp="1"/>
          </p:cNvSpPr>
          <p:nvPr>
            <p:ph type="subTitle"/>
          </p:nvPr>
        </p:nvSpPr>
        <p:spPr>
          <a:xfrm>
            <a:off x="1860480" y="3107880"/>
            <a:ext cx="296604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spcBef>
                <a:spcPts val="1599"/>
              </a:spcBef>
              <a:buNone/>
            </a:pPr>
            <a:r>
              <a:rPr b="0" lang="ru-RU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Для того, что бы создать уровни мы работали в приложении </a:t>
            </a:r>
            <a:r>
              <a:rPr b="1" lang="en-US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Tiled.</a:t>
            </a:r>
            <a:r>
              <a:rPr b="0" lang="ru-RU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 Также для более динамической игры мы добавили звуки.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7" name="PlaceHolder 3"/>
          <p:cNvSpPr>
            <a:spLocks noGrp="1"/>
          </p:cNvSpPr>
          <p:nvPr>
            <p:ph type="subTitle"/>
          </p:nvPr>
        </p:nvSpPr>
        <p:spPr>
          <a:xfrm>
            <a:off x="1800000" y="360000"/>
            <a:ext cx="3169800" cy="144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ru-RU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В </a:t>
            </a:r>
            <a:r>
              <a:rPr b="1" lang="en-US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Python </a:t>
            </a:r>
            <a:r>
              <a:rPr b="0" lang="ru-RU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коде проекта мы использовали различные методы, библиотеки, основываясь на библиотеку </a:t>
            </a:r>
            <a:r>
              <a:rPr b="1" lang="en-US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arcade</a:t>
            </a:r>
            <a:r>
              <a:rPr b="0" lang="en-US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.</a:t>
            </a:r>
            <a:r>
              <a:rPr b="0" lang="ru-RU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 Так же мы создали главный класс </a:t>
            </a:r>
            <a:r>
              <a:rPr b="0" lang="en-US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Level_1</a:t>
            </a:r>
            <a:r>
              <a:rPr b="0" lang="ru-RU" sz="14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8" name="PlaceHolder 4"/>
          <p:cNvSpPr>
            <a:spLocks noGrp="1"/>
          </p:cNvSpPr>
          <p:nvPr>
            <p:ph type="title"/>
          </p:nvPr>
        </p:nvSpPr>
        <p:spPr>
          <a:xfrm>
            <a:off x="823680" y="1081800"/>
            <a:ext cx="45684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chemeClr val="lt1"/>
                </a:solidFill>
                <a:uFillTx/>
                <a:latin typeface="Fjalla One"/>
                <a:ea typeface="Fjalla One"/>
              </a:rPr>
              <a:t>1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9" name="PlaceHolder 5"/>
          <p:cNvSpPr>
            <a:spLocks noGrp="1"/>
          </p:cNvSpPr>
          <p:nvPr>
            <p:ph type="title"/>
          </p:nvPr>
        </p:nvSpPr>
        <p:spPr>
          <a:xfrm>
            <a:off x="810000" y="2357640"/>
            <a:ext cx="45684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chemeClr val="lt1"/>
                </a:solidFill>
                <a:uFillTx/>
                <a:latin typeface="Fjalla One"/>
                <a:ea typeface="Fjalla One"/>
              </a:rPr>
              <a:t>2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0" name="Google Shape;2139;p37"/>
          <p:cNvSpPr/>
          <p:nvPr/>
        </p:nvSpPr>
        <p:spPr>
          <a:xfrm>
            <a:off x="1836360" y="1834200"/>
            <a:ext cx="3169800" cy="12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1599"/>
              </a:spcBef>
            </a:pPr>
            <a:r>
              <a:rPr b="0" lang="ru-RU" sz="1300" strike="noStrike" u="none">
                <a:solidFill>
                  <a:schemeClr val="dk1"/>
                </a:solidFill>
                <a:uFillTx/>
                <a:latin typeface="Segoe UI"/>
                <a:ea typeface="Barlow Semi Condensed"/>
              </a:rPr>
              <a:t>Для удобства мы каждый уровень разложили по отдельным файлам и у нас получилось 6 файлов. 2 из них – меню файлы и 4 - уровни</a:t>
            </a:r>
            <a:endParaRPr b="0" lang="ru-RU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061" name="Google Shape;2122;p37"/>
          <p:cNvGrpSpPr/>
          <p:nvPr/>
        </p:nvGrpSpPr>
        <p:grpSpPr>
          <a:xfrm>
            <a:off x="726480" y="3584880"/>
            <a:ext cx="634680" cy="734400"/>
            <a:chOff x="726480" y="3584880"/>
            <a:chExt cx="634680" cy="734400"/>
          </a:xfrm>
        </p:grpSpPr>
        <p:grpSp>
          <p:nvGrpSpPr>
            <p:cNvPr id="1062" name="Google Shape;2123;p37"/>
            <p:cNvGrpSpPr/>
            <p:nvPr/>
          </p:nvGrpSpPr>
          <p:grpSpPr>
            <a:xfrm>
              <a:off x="726480" y="3584880"/>
              <a:ext cx="634680" cy="634680"/>
              <a:chOff x="726480" y="3584880"/>
              <a:chExt cx="634680" cy="634680"/>
            </a:xfrm>
          </p:grpSpPr>
          <p:sp>
            <p:nvSpPr>
              <p:cNvPr id="1063" name="Google Shape;2124;p37"/>
              <p:cNvSpPr/>
              <p:nvPr/>
            </p:nvSpPr>
            <p:spPr>
              <a:xfrm>
                <a:off x="726480" y="3584880"/>
                <a:ext cx="634680" cy="634680"/>
              </a:xfrm>
              <a:prstGeom prst="ellipse">
                <a:avLst/>
              </a:prstGeom>
              <a:solidFill>
                <a:schemeClr val="lt1"/>
              </a:solidFill>
              <a:ln w="9525">
                <a:solidFill>
                  <a:srgbClr val="3d3d3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64" name="Google Shape;2125;p37"/>
              <p:cNvSpPr/>
              <p:nvPr/>
            </p:nvSpPr>
            <p:spPr>
              <a:xfrm>
                <a:off x="811080" y="3669480"/>
                <a:ext cx="465120" cy="465120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rgbClr val="3d3d3d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000000"/>
                  </a:solidFill>
                  <a:uFillTx/>
                  <a:latin typeface="Arial"/>
                  <a:ea typeface="Arial"/>
                </a:endParaRPr>
              </a:p>
            </p:txBody>
          </p:sp>
        </p:grpSp>
        <p:grpSp>
          <p:nvGrpSpPr>
            <p:cNvPr id="1065" name="Google Shape;2126;p37"/>
            <p:cNvGrpSpPr/>
            <p:nvPr/>
          </p:nvGrpSpPr>
          <p:grpSpPr>
            <a:xfrm>
              <a:off x="956520" y="4292640"/>
              <a:ext cx="174600" cy="26640"/>
              <a:chOff x="956520" y="4292640"/>
              <a:chExt cx="174600" cy="26640"/>
            </a:xfrm>
          </p:grpSpPr>
          <p:sp>
            <p:nvSpPr>
              <p:cNvPr id="1066" name="Google Shape;2127;p37"/>
              <p:cNvSpPr/>
              <p:nvPr/>
            </p:nvSpPr>
            <p:spPr>
              <a:xfrm>
                <a:off x="956520" y="42926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67" name="Google Shape;2128;p37"/>
              <p:cNvSpPr/>
              <p:nvPr/>
            </p:nvSpPr>
            <p:spPr>
              <a:xfrm>
                <a:off x="1030320" y="42926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  <p:sp>
            <p:nvSpPr>
              <p:cNvPr id="1068" name="Google Shape;2129;p37"/>
              <p:cNvSpPr/>
              <p:nvPr/>
            </p:nvSpPr>
            <p:spPr>
              <a:xfrm>
                <a:off x="1104480" y="4292640"/>
                <a:ext cx="26640" cy="266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ru-RU" sz="1400" strike="noStrike" u="none">
                  <a:solidFill>
                    <a:srgbClr val="595959"/>
                  </a:solidFill>
                  <a:uFillTx/>
                  <a:latin typeface="Arial"/>
                  <a:ea typeface="Arial"/>
                </a:endParaRPr>
              </a:p>
            </p:txBody>
          </p:sp>
        </p:grpSp>
      </p:grpSp>
      <p:sp>
        <p:nvSpPr>
          <p:cNvPr id="1069" name="PlaceHolder 6"/>
          <p:cNvSpPr>
            <a:spLocks noGrp="1"/>
          </p:cNvSpPr>
          <p:nvPr>
            <p:ph type="title"/>
          </p:nvPr>
        </p:nvSpPr>
        <p:spPr>
          <a:xfrm>
            <a:off x="808560" y="3736800"/>
            <a:ext cx="45684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chemeClr val="lt1"/>
                </a:solidFill>
                <a:uFillTx/>
                <a:latin typeface="Fjalla One"/>
                <a:ea typeface="Fjalla One"/>
              </a:rPr>
              <a:t>3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PlaceHolder 1"/>
          <p:cNvSpPr>
            <a:spLocks noGrp="1"/>
          </p:cNvSpPr>
          <p:nvPr>
            <p:ph type="title"/>
          </p:nvPr>
        </p:nvSpPr>
        <p:spPr>
          <a:xfrm>
            <a:off x="1807560" y="38880"/>
            <a:ext cx="5528520" cy="47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800" strike="noStrike" u="none">
                <a:solidFill>
                  <a:schemeClr val="dk2"/>
                </a:solidFill>
                <a:uFillTx/>
                <a:latin typeface="Segoe UI"/>
                <a:ea typeface="Fjalla One"/>
              </a:rPr>
              <a:t>Окна игры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71" name="Google Shape;3501;p61"/>
          <p:cNvSpPr/>
          <p:nvPr/>
        </p:nvSpPr>
        <p:spPr>
          <a:xfrm>
            <a:off x="965520" y="518040"/>
            <a:ext cx="2675520" cy="45860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072" name="Google Shape;3502;p61"/>
          <p:cNvSpPr/>
          <p:nvPr/>
        </p:nvSpPr>
        <p:spPr>
          <a:xfrm>
            <a:off x="1085400" y="714960"/>
            <a:ext cx="2464920" cy="419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Segoe UI"/>
                <a:ea typeface="Arial"/>
              </a:rPr>
              <a:t>1 окно – Мы находимся на первой локации, где выбор по количеству игроков, за которых мы будем играть.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Segoe UI"/>
                <a:ea typeface="Arial"/>
              </a:rPr>
              <a:t>2 окно – выбор уровня. Видим дорогу, по которой можем передвигаться, выбирая уровень.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Segoe UI"/>
                <a:ea typeface="Arial"/>
              </a:rPr>
              <a:t>3 окно – выбранный уровень, на котором мы находимся.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Segoe UI"/>
                <a:ea typeface="Arial"/>
              </a:rPr>
              <a:t>Где и происходят все действия.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073" name="Рисунок 1" descr=""/>
          <p:cNvPicPr/>
          <p:nvPr/>
        </p:nvPicPr>
        <p:blipFill>
          <a:blip r:embed="rId1"/>
          <a:stretch/>
        </p:blipFill>
        <p:spPr>
          <a:xfrm>
            <a:off x="3966840" y="661320"/>
            <a:ext cx="3453840" cy="1344240"/>
          </a:xfrm>
          <a:prstGeom prst="rect">
            <a:avLst/>
          </a:prstGeom>
          <a:noFill/>
          <a:ln cap="sq" w="38100">
            <a:solidFill>
              <a:srgbClr val="000000"/>
            </a:solidFill>
            <a:miter/>
          </a:ln>
          <a:effectLst>
            <a:outerShdw algn="tl" blurRad="50760" dir="2700000" dist="37674" rotWithShape="0">
              <a:srgbClr val="000000">
                <a:alpha val="43000"/>
              </a:srgbClr>
            </a:outerShdw>
          </a:effectLst>
        </p:spPr>
      </p:pic>
      <p:pic>
        <p:nvPicPr>
          <p:cNvPr id="1074" name="Рисунок 2" descr=""/>
          <p:cNvPicPr/>
          <p:nvPr/>
        </p:nvPicPr>
        <p:blipFill>
          <a:blip r:embed="rId2"/>
          <a:stretch/>
        </p:blipFill>
        <p:spPr>
          <a:xfrm>
            <a:off x="3966840" y="2143440"/>
            <a:ext cx="3453840" cy="1344240"/>
          </a:xfrm>
          <a:prstGeom prst="rect">
            <a:avLst/>
          </a:prstGeom>
          <a:noFill/>
          <a:ln cap="sq" w="38100">
            <a:solidFill>
              <a:srgbClr val="000000"/>
            </a:solidFill>
            <a:miter/>
          </a:ln>
          <a:effectLst>
            <a:outerShdw algn="tl" blurRad="50760" dir="2700000" dist="37674" rotWithShape="0">
              <a:srgbClr val="000000">
                <a:alpha val="43000"/>
              </a:srgbClr>
            </a:outerShdw>
          </a:effectLst>
        </p:spPr>
      </p:pic>
      <p:pic>
        <p:nvPicPr>
          <p:cNvPr id="1075" name="Рисунок 4" descr=""/>
          <p:cNvPicPr/>
          <p:nvPr/>
        </p:nvPicPr>
        <p:blipFill>
          <a:blip r:embed="rId3"/>
          <a:stretch/>
        </p:blipFill>
        <p:spPr>
          <a:xfrm>
            <a:off x="3966840" y="3625920"/>
            <a:ext cx="3453840" cy="1335240"/>
          </a:xfrm>
          <a:prstGeom prst="rect">
            <a:avLst/>
          </a:prstGeom>
          <a:noFill/>
          <a:ln cap="sq" w="38100">
            <a:solidFill>
              <a:srgbClr val="000000"/>
            </a:solidFill>
            <a:miter/>
          </a:ln>
          <a:effectLst>
            <a:outerShdw algn="tl" blurRad="50760" dir="2700000" dist="37674" rotWithShape="0">
              <a:srgbClr val="000000">
                <a:alpha val="43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PlaceHolder 1"/>
          <p:cNvSpPr>
            <a:spLocks noGrp="1"/>
          </p:cNvSpPr>
          <p:nvPr>
            <p:ph type="title"/>
          </p:nvPr>
        </p:nvSpPr>
        <p:spPr>
          <a:xfrm>
            <a:off x="2208240" y="1620720"/>
            <a:ext cx="5040000" cy="190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7300" strike="noStrike" u="none">
                <a:solidFill>
                  <a:schemeClr val="dk2"/>
                </a:solidFill>
                <a:uFillTx/>
                <a:latin typeface="Segoe UI"/>
                <a:ea typeface="Fjalla One"/>
              </a:rPr>
              <a:t>Спасибо за внимание!</a:t>
            </a:r>
            <a:endParaRPr b="0" lang="ru-RU" sz="7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LibreOffice/24.8.4.2$Linux_X86_64 LibreOffice_project/480$Build-2</Application>
  <AppVersion>15.0000</AppVersion>
  <Words>181</Words>
  <Paragraphs>25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Артем</dc:creator>
  <dc:description/>
  <dc:language>ru-RU</dc:language>
  <cp:lastModifiedBy/>
  <dcterms:modified xsi:type="dcterms:W3CDTF">2026-01-30T16:34:08Z</dcterms:modified>
  <cp:revision>3</cp:revision>
  <dc:subject/>
  <dc:title>SUPER 2Artema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Экран (16:9)</vt:lpwstr>
  </property>
  <property fmtid="{D5CDD505-2E9C-101B-9397-08002B2CF9AE}" pid="4" name="Slides">
    <vt:i4>5</vt:i4>
  </property>
</Properties>
</file>